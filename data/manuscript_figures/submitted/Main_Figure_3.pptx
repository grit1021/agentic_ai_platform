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6400800" cy="47545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A33EC5-0C6B-9AD8-505D-D80B2B98F10C}" name="Li, Yuxin" initials="" userId="S::grit1021@upenn.edu::f0d1577e-682e-4c6e-8427-3bb4942a1f0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7"/>
    <p:restoredTop sz="94638"/>
  </p:normalViewPr>
  <p:slideViewPr>
    <p:cSldViewPr snapToGrid="0">
      <p:cViewPr>
        <p:scale>
          <a:sx n="325" d="100"/>
          <a:sy n="325" d="100"/>
        </p:scale>
        <p:origin x="12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F6E7E-B15B-6E1A-C7EE-80B24FA6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78921-D22F-08F1-65AB-655F47A65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58A09-7883-EAC1-3905-5D440533A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Figure 3A revision: disease-macro means from the frozen 24-disease metrics table; within each iteration and database, eligible gene-list nfdr_pct values (new_matched &gt; 0) were averaged within disease and then across 24 diseases. Overall averaged the five databases within disease before averaging diseases. Whiskers are percentile 95% bootstrap confidence intervals across diseases (10,000 resamples; seed 2406).</a:t>
            </a:r>
          </a:p>
          <a:p>
            <a:r>
              <a:t>- Frozen-data note: iteration 2 contains fewer gene lists than iteration 1; rerun the displayed values if the upstream parser or frozen metrics table is corrected.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70C3A-ABB8-4560-93BE-59F70D3B001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7828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9B765-EEAC-B61A-FCC6-0C57F4112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1" y="778120"/>
            <a:ext cx="4800600" cy="1655293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DDF5B-4ADB-5259-9DCD-4320BFD27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1" y="2497247"/>
            <a:ext cx="4800600" cy="114791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39307-8987-85EA-E06F-245C26DF04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DA0F9-52B7-5F20-E3C6-FD158A238E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F5A3D-1CC7-807C-79F7-888F6B320F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6EEC-E0B0-FF40-0314-0119D2D3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5694C-46A2-6964-58B6-39EC94B5F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184AD-185F-5A9F-A71B-F59373C150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6C87E-6ECE-45C3-28DE-7C02A60467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48D52-6FC7-A795-C683-81295939F7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AE660-F418-C7ED-32CD-52750E0F7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22" y="1185340"/>
            <a:ext cx="5520690" cy="197776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9961D-77DC-028B-F378-AACBA8EC3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722" y="3181818"/>
            <a:ext cx="5520690" cy="10400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225A5-E184-77D5-DFB0-B4372C4EEB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EC963-546D-CFD0-FD76-5BC106287D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BC3-BDE8-FA83-B0E8-0002D2F2BA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90D7-44F3-48B2-3604-D34552FF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93316-6731-B40D-5E80-231319B71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058" y="1265683"/>
            <a:ext cx="2720340" cy="3016726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CE852-B5F7-DF31-7ECB-A899553A84F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240409" y="1265683"/>
            <a:ext cx="2720340" cy="3016726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DCC72-6114-101E-A179-7818BCE6D2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486F2-05B1-21E7-F30A-CF070F0657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593A2-061C-3671-082C-0DD18285C9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2D37-2E83-4E7B-0A24-526E3A036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89" y="253139"/>
            <a:ext cx="5520690" cy="918996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C62C2-436D-2892-92FF-944D120C1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0890" y="1165535"/>
            <a:ext cx="2707839" cy="5712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DB331-F698-70B9-F8EB-85516EDB379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40890" y="1736741"/>
            <a:ext cx="2707839" cy="2554477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9865E-1EDE-6716-42FA-70C60937EC6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240407" y="1165535"/>
            <a:ext cx="2721174" cy="5712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D64D7D-F3BC-0535-086A-8DD50ADCA2B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3240407" y="1736741"/>
            <a:ext cx="2721174" cy="2554477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26080-B32C-42EB-7147-E7B2E53411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326F5-E52A-5C5D-2317-ECCB82CC5E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6C1EB8-3694-23EA-5E94-CA22CAB8ED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B6B6-ECCE-78BB-0475-FDE829759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A034A-D4BA-BD61-496C-89F950853C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B555C-6657-73AF-585B-006120DDCF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B8710-E1B5-B9EA-6049-1FC86C7D6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F342E-5B0A-32E8-DC7A-1A8DFBF32E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F7F543-3D50-8FB2-CD80-E6381C11A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6C6C4-9E0F-AAAE-F110-8C60521D56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C109-4231-A62C-DCE1-2CA794CDA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89" y="316971"/>
            <a:ext cx="2064424" cy="1109398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C0065-8C1A-D80E-99CB-4F563566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176" y="684571"/>
            <a:ext cx="3240405" cy="3378822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4854B-18E1-6B98-A10F-818A8D25041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0889" y="1426370"/>
            <a:ext cx="2064424" cy="2642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6C168-3EA7-01F9-11D8-9BB844700E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E301D-7D0C-3B55-551B-8912B38F90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1AD36-E8B8-AB8E-CDD3-0765C3C0E0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9801-2815-1E4D-CBBC-24BD6A17C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89" y="316971"/>
            <a:ext cx="2064424" cy="1109398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2BE728-60EC-2DF4-7FF7-DE1B09816B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721176" y="684571"/>
            <a:ext cx="3240405" cy="33788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643E8-60CA-7024-D57B-3E5163F129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0889" y="1426370"/>
            <a:ext cx="2064424" cy="2642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8DD7E-2238-1591-9A14-749EC20082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5929E-8D60-301B-E766-FBF94E86FD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60A5F-912A-8496-B569-EC1874804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1954A-D2D8-BACC-04FB-2CD2CD86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EFF58-F69E-531A-35DD-208D03BEC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E8075-22E4-6AE1-0BF2-4735B47391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CF1AD-6F8E-7B72-28A6-B7D0C767CB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E89EF-C395-8358-E14F-15A2AD6309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294B4-EBDB-0E96-4E98-F1C41E19F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577" y="253140"/>
            <a:ext cx="1380172" cy="4029273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0FA87-7513-2E24-74A3-F6FF0B8DC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0058" y="253140"/>
            <a:ext cx="4060507" cy="4029273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7FB19-AFF9-DC2B-B0EC-40BB767235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BAE94-15ED-E819-D81F-C6EA0B13FD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78BB1-2C27-0658-DBCD-2E1017D22A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12835C-5A65-FC4B-907C-E4E3FA121AD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FC090-5962-A0AF-2F2C-E7FB92904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056" y="253139"/>
            <a:ext cx="5520690" cy="91899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5DB60-F238-9315-FBF1-76E0F89C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0056" y="1265683"/>
            <a:ext cx="5520690" cy="301672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400E3-4D6F-39EC-91DC-6FA85A4A781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40056" y="4406782"/>
            <a:ext cx="1440181" cy="253137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CD7A8-3DF7-6842-A865-024C8A18D603}" type="datetimeFigureOut">
              <a:t>8/22/26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3FFEC-E972-6715-73C9-1D3E52BE120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120267" y="4406782"/>
            <a:ext cx="2160269" cy="253137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A5B85-93C5-9B62-CED4-D0C1C009AE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4520566" y="4406782"/>
            <a:ext cx="1440181" cy="253137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2835C-5A65-FC4B-907C-E4E3FA121AD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1E206-3E70-E163-9AC5-D01C71C59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14991476-73CD-43B1-4A04-BAAA0D198BE6}"/>
              </a:ext>
            </a:extLst>
          </p:cNvPr>
          <p:cNvSpPr>
            <a:spLocks noGrp="1"/>
          </p:cNvSpPr>
          <p:nvPr/>
        </p:nvSpPr>
        <p:spPr>
          <a:xfrm>
            <a:off x="568754" y="536419"/>
            <a:ext cx="2636236" cy="1818248"/>
          </a:xfrm>
          <a:custGeom>
            <a:avLst/>
            <a:gdLst/>
            <a:ahLst/>
            <a:cxnLst/>
            <a:rect l="l" t="t" r="r" b="b"/>
            <a:pathLst>
              <a:path w="3437778" h="1818248">
                <a:moveTo>
                  <a:pt x="0" y="1818249"/>
                </a:moveTo>
                <a:lnTo>
                  <a:pt x="3437778" y="1818249"/>
                </a:lnTo>
                <a:lnTo>
                  <a:pt x="34377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0D5EC88-7837-8EC9-40A6-95743754B9DD}"/>
              </a:ext>
            </a:extLst>
          </p:cNvPr>
          <p:cNvSpPr>
            <a:spLocks noGrp="1"/>
          </p:cNvSpPr>
          <p:nvPr/>
        </p:nvSpPr>
        <p:spPr>
          <a:xfrm>
            <a:off x="568765" y="536419"/>
            <a:ext cx="8864" cy="1818248"/>
          </a:xfrm>
          <a:custGeom>
            <a:avLst/>
            <a:gdLst/>
            <a:ahLst/>
            <a:cxnLst/>
            <a:rect l="l" t="t" r="r" b="b"/>
            <a:pathLst>
              <a:path w="8864" h="1818248">
                <a:moveTo>
                  <a:pt x="0" y="1818249"/>
                </a:moveTo>
                <a:lnTo>
                  <a:pt x="0" y="0"/>
                </a:lnTo>
              </a:path>
            </a:pathLst>
          </a:custGeom>
          <a:noFill/>
          <a:ln w="4872">
            <a:solidFill>
              <a:srgbClr val="E6E6E6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58BF02A-F699-579F-FA24-170EFD64384B}"/>
              </a:ext>
            </a:extLst>
          </p:cNvPr>
          <p:cNvSpPr>
            <a:spLocks noGrp="1"/>
          </p:cNvSpPr>
          <p:nvPr/>
        </p:nvSpPr>
        <p:spPr>
          <a:xfrm>
            <a:off x="568765" y="2354668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40" y="255"/>
                </a:moveTo>
                <a:lnTo>
                  <a:pt x="40" y="31580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284512C-1DB2-9F6D-DF0C-C8FE4D79CA33}"/>
              </a:ext>
            </a:extLst>
          </p:cNvPr>
          <p:cNvSpPr>
            <a:spLocks noGrp="1"/>
          </p:cNvSpPr>
          <p:nvPr/>
        </p:nvSpPr>
        <p:spPr>
          <a:xfrm>
            <a:off x="553130" y="2415664"/>
            <a:ext cx="31269" cy="47389"/>
          </a:xfrm>
          <a:custGeom>
            <a:avLst/>
            <a:gdLst/>
            <a:ahLst/>
            <a:cxnLst/>
            <a:rect l="l" t="t" r="r" b="b"/>
            <a:pathLst>
              <a:path w="31269" h="47389">
                <a:moveTo>
                  <a:pt x="15630" y="4895"/>
                </a:moveTo>
                <a:cubicBezTo>
                  <a:pt x="12482" y="4895"/>
                  <a:pt x="10113" y="6461"/>
                  <a:pt x="8523" y="9593"/>
                </a:cubicBezTo>
                <a:cubicBezTo>
                  <a:pt x="6939" y="12719"/>
                  <a:pt x="6147" y="17425"/>
                  <a:pt x="6147" y="23710"/>
                </a:cubicBezTo>
                <a:cubicBezTo>
                  <a:pt x="6147" y="29968"/>
                  <a:pt x="6939" y="34664"/>
                  <a:pt x="8523" y="37796"/>
                </a:cubicBezTo>
                <a:cubicBezTo>
                  <a:pt x="10113" y="40929"/>
                  <a:pt x="12482" y="42495"/>
                  <a:pt x="15630" y="42495"/>
                </a:cubicBezTo>
                <a:cubicBezTo>
                  <a:pt x="18804" y="42495"/>
                  <a:pt x="21182" y="40929"/>
                  <a:pt x="22766" y="37796"/>
                </a:cubicBezTo>
                <a:cubicBezTo>
                  <a:pt x="24356" y="34663"/>
                  <a:pt x="25151" y="29968"/>
                  <a:pt x="25151" y="23710"/>
                </a:cubicBezTo>
                <a:cubicBezTo>
                  <a:pt x="25151" y="17425"/>
                  <a:pt x="24356" y="12719"/>
                  <a:pt x="22766" y="9593"/>
                </a:cubicBezTo>
                <a:cubicBezTo>
                  <a:pt x="21182" y="6461"/>
                  <a:pt x="18804" y="4895"/>
                  <a:pt x="15630" y="4895"/>
                </a:cubicBezTo>
                <a:close/>
                <a:moveTo>
                  <a:pt x="15630" y="0"/>
                </a:moveTo>
                <a:cubicBezTo>
                  <a:pt x="20704" y="0"/>
                  <a:pt x="24579" y="2026"/>
                  <a:pt x="27255" y="6079"/>
                </a:cubicBezTo>
                <a:cubicBezTo>
                  <a:pt x="29931" y="10125"/>
                  <a:pt x="31270" y="16002"/>
                  <a:pt x="31270" y="23710"/>
                </a:cubicBezTo>
                <a:cubicBezTo>
                  <a:pt x="31270" y="31397"/>
                  <a:pt x="29931" y="37267"/>
                  <a:pt x="27255" y="41320"/>
                </a:cubicBezTo>
                <a:cubicBezTo>
                  <a:pt x="24579" y="45366"/>
                  <a:pt x="20704" y="47390"/>
                  <a:pt x="15630" y="47390"/>
                </a:cubicBezTo>
                <a:cubicBezTo>
                  <a:pt x="10562" y="47390"/>
                  <a:pt x="6690" y="45366"/>
                  <a:pt x="4014" y="41320"/>
                </a:cubicBezTo>
                <a:cubicBezTo>
                  <a:pt x="1338" y="37267"/>
                  <a:pt x="0" y="31397"/>
                  <a:pt x="0" y="23710"/>
                </a:cubicBezTo>
                <a:cubicBezTo>
                  <a:pt x="0" y="16002"/>
                  <a:pt x="1338" y="10125"/>
                  <a:pt x="4014" y="6079"/>
                </a:cubicBezTo>
                <a:cubicBezTo>
                  <a:pt x="6690" y="2026"/>
                  <a:pt x="10562" y="0"/>
                  <a:pt x="15630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0EF1DC6-3B56-AD56-B51F-8BE14F5913E1}"/>
              </a:ext>
            </a:extLst>
          </p:cNvPr>
          <p:cNvSpPr>
            <a:spLocks noGrp="1"/>
          </p:cNvSpPr>
          <p:nvPr/>
        </p:nvSpPr>
        <p:spPr>
          <a:xfrm>
            <a:off x="1450246" y="536419"/>
            <a:ext cx="8864" cy="1818248"/>
          </a:xfrm>
          <a:custGeom>
            <a:avLst/>
            <a:gdLst/>
            <a:ahLst/>
            <a:cxnLst/>
            <a:rect l="l" t="t" r="r" b="b"/>
            <a:pathLst>
              <a:path w="8864" h="1818248">
                <a:moveTo>
                  <a:pt x="0" y="1818249"/>
                </a:moveTo>
                <a:lnTo>
                  <a:pt x="0" y="0"/>
                </a:lnTo>
              </a:path>
            </a:pathLst>
          </a:custGeom>
          <a:noFill/>
          <a:ln w="4872">
            <a:solidFill>
              <a:srgbClr val="E6E6E6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3F2579A-8237-DC79-CFCC-EB152D06E319}"/>
              </a:ext>
            </a:extLst>
          </p:cNvPr>
          <p:cNvSpPr>
            <a:spLocks noGrp="1"/>
          </p:cNvSpPr>
          <p:nvPr/>
        </p:nvSpPr>
        <p:spPr>
          <a:xfrm>
            <a:off x="1450246" y="2354668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140" y="255"/>
                </a:moveTo>
                <a:lnTo>
                  <a:pt x="140" y="31580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ABA48F5C-8D24-72F9-506E-F1586CF4B878}"/>
              </a:ext>
            </a:extLst>
          </p:cNvPr>
          <p:cNvSpPr>
            <a:spLocks noGrp="1"/>
          </p:cNvSpPr>
          <p:nvPr/>
        </p:nvSpPr>
        <p:spPr>
          <a:xfrm>
            <a:off x="1415099" y="2415664"/>
            <a:ext cx="70294" cy="47389"/>
          </a:xfrm>
          <a:custGeom>
            <a:avLst/>
            <a:gdLst/>
            <a:ahLst/>
            <a:cxnLst/>
            <a:rect l="l" t="t" r="r" b="b"/>
            <a:pathLst>
              <a:path w="70294" h="47389">
                <a:moveTo>
                  <a:pt x="7359" y="41301"/>
                </a:moveTo>
                <a:lnTo>
                  <a:pt x="28719" y="41301"/>
                </a:lnTo>
                <a:lnTo>
                  <a:pt x="28719" y="46499"/>
                </a:lnTo>
                <a:lnTo>
                  <a:pt x="0" y="46499"/>
                </a:lnTo>
                <a:lnTo>
                  <a:pt x="0" y="41301"/>
                </a:lnTo>
                <a:cubicBezTo>
                  <a:pt x="2321" y="38873"/>
                  <a:pt x="5485" y="35616"/>
                  <a:pt x="9492" y="31531"/>
                </a:cubicBezTo>
                <a:cubicBezTo>
                  <a:pt x="13506" y="27439"/>
                  <a:pt x="16027" y="24799"/>
                  <a:pt x="17055" y="23611"/>
                </a:cubicBezTo>
                <a:cubicBezTo>
                  <a:pt x="19014" y="21393"/>
                  <a:pt x="20381" y="19513"/>
                  <a:pt x="21157" y="17973"/>
                </a:cubicBezTo>
                <a:cubicBezTo>
                  <a:pt x="21939" y="16433"/>
                  <a:pt x="22330" y="14919"/>
                  <a:pt x="22330" y="13431"/>
                </a:cubicBezTo>
                <a:cubicBezTo>
                  <a:pt x="22330" y="11003"/>
                  <a:pt x="21486" y="9026"/>
                  <a:pt x="19799" y="7499"/>
                </a:cubicBezTo>
                <a:cubicBezTo>
                  <a:pt x="18112" y="5965"/>
                  <a:pt x="15914" y="5198"/>
                  <a:pt x="13206" y="5198"/>
                </a:cubicBezTo>
                <a:cubicBezTo>
                  <a:pt x="11286" y="5198"/>
                  <a:pt x="9260" y="5534"/>
                  <a:pt x="7127" y="6206"/>
                </a:cubicBezTo>
                <a:cubicBezTo>
                  <a:pt x="5000" y="6879"/>
                  <a:pt x="2725" y="7900"/>
                  <a:pt x="301" y="9270"/>
                </a:cubicBezTo>
                <a:lnTo>
                  <a:pt x="301" y="3025"/>
                </a:lnTo>
                <a:cubicBezTo>
                  <a:pt x="2763" y="2026"/>
                  <a:pt x="5065" y="1273"/>
                  <a:pt x="7204" y="764"/>
                </a:cubicBezTo>
                <a:cubicBezTo>
                  <a:pt x="9350" y="255"/>
                  <a:pt x="11312" y="0"/>
                  <a:pt x="13090" y="0"/>
                </a:cubicBezTo>
                <a:cubicBezTo>
                  <a:pt x="17776" y="0"/>
                  <a:pt x="21512" y="1185"/>
                  <a:pt x="24298" y="3553"/>
                </a:cubicBezTo>
                <a:cubicBezTo>
                  <a:pt x="27084" y="5916"/>
                  <a:pt x="28477" y="9075"/>
                  <a:pt x="28477" y="13029"/>
                </a:cubicBezTo>
                <a:cubicBezTo>
                  <a:pt x="28477" y="14909"/>
                  <a:pt x="28128" y="16690"/>
                  <a:pt x="27430" y="18374"/>
                </a:cubicBezTo>
                <a:cubicBezTo>
                  <a:pt x="26738" y="20051"/>
                  <a:pt x="25471" y="22032"/>
                  <a:pt x="23629" y="24316"/>
                </a:cubicBezTo>
                <a:cubicBezTo>
                  <a:pt x="23125" y="24910"/>
                  <a:pt x="21519" y="26620"/>
                  <a:pt x="18810" y="29446"/>
                </a:cubicBezTo>
                <a:cubicBezTo>
                  <a:pt x="16108" y="32272"/>
                  <a:pt x="12291" y="36223"/>
                  <a:pt x="7359" y="41301"/>
                </a:cubicBezTo>
                <a:close/>
                <a:moveTo>
                  <a:pt x="54655" y="4895"/>
                </a:moveTo>
                <a:cubicBezTo>
                  <a:pt x="51507" y="4895"/>
                  <a:pt x="49138" y="6461"/>
                  <a:pt x="47548" y="9593"/>
                </a:cubicBezTo>
                <a:cubicBezTo>
                  <a:pt x="45964" y="12719"/>
                  <a:pt x="45172" y="17425"/>
                  <a:pt x="45172" y="23710"/>
                </a:cubicBezTo>
                <a:cubicBezTo>
                  <a:pt x="45172" y="29968"/>
                  <a:pt x="45964" y="34664"/>
                  <a:pt x="47548" y="37796"/>
                </a:cubicBezTo>
                <a:cubicBezTo>
                  <a:pt x="49138" y="40929"/>
                  <a:pt x="51507" y="42495"/>
                  <a:pt x="54655" y="42495"/>
                </a:cubicBezTo>
                <a:cubicBezTo>
                  <a:pt x="57829" y="42495"/>
                  <a:pt x="60208" y="40929"/>
                  <a:pt x="61791" y="37796"/>
                </a:cubicBezTo>
                <a:cubicBezTo>
                  <a:pt x="63381" y="34663"/>
                  <a:pt x="64176" y="29968"/>
                  <a:pt x="64176" y="23710"/>
                </a:cubicBezTo>
                <a:cubicBezTo>
                  <a:pt x="64176" y="17425"/>
                  <a:pt x="63381" y="12719"/>
                  <a:pt x="61791" y="9593"/>
                </a:cubicBezTo>
                <a:cubicBezTo>
                  <a:pt x="60208" y="6461"/>
                  <a:pt x="57829" y="4895"/>
                  <a:pt x="54655" y="4895"/>
                </a:cubicBezTo>
                <a:close/>
                <a:moveTo>
                  <a:pt x="54655" y="0"/>
                </a:moveTo>
                <a:cubicBezTo>
                  <a:pt x="59729" y="0"/>
                  <a:pt x="63604" y="2026"/>
                  <a:pt x="66280" y="6079"/>
                </a:cubicBezTo>
                <a:cubicBezTo>
                  <a:pt x="68957" y="10125"/>
                  <a:pt x="70295" y="16002"/>
                  <a:pt x="70295" y="23710"/>
                </a:cubicBezTo>
                <a:cubicBezTo>
                  <a:pt x="70295" y="31397"/>
                  <a:pt x="68957" y="37267"/>
                  <a:pt x="66280" y="41320"/>
                </a:cubicBezTo>
                <a:cubicBezTo>
                  <a:pt x="63604" y="45366"/>
                  <a:pt x="59729" y="47390"/>
                  <a:pt x="54655" y="47390"/>
                </a:cubicBezTo>
                <a:cubicBezTo>
                  <a:pt x="49587" y="47390"/>
                  <a:pt x="45715" y="45366"/>
                  <a:pt x="43039" y="41320"/>
                </a:cubicBezTo>
                <a:cubicBezTo>
                  <a:pt x="40363" y="37267"/>
                  <a:pt x="39025" y="31397"/>
                  <a:pt x="39025" y="23710"/>
                </a:cubicBezTo>
                <a:cubicBezTo>
                  <a:pt x="39025" y="16002"/>
                  <a:pt x="40363" y="10125"/>
                  <a:pt x="43039" y="6079"/>
                </a:cubicBezTo>
                <a:cubicBezTo>
                  <a:pt x="45715" y="2026"/>
                  <a:pt x="49587" y="0"/>
                  <a:pt x="54655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C1067BE7-A044-8B7A-68F2-3E3E334000ED}"/>
              </a:ext>
            </a:extLst>
          </p:cNvPr>
          <p:cNvSpPr>
            <a:spLocks noGrp="1"/>
          </p:cNvSpPr>
          <p:nvPr/>
        </p:nvSpPr>
        <p:spPr>
          <a:xfrm>
            <a:off x="2331728" y="536419"/>
            <a:ext cx="8864" cy="1818248"/>
          </a:xfrm>
          <a:custGeom>
            <a:avLst/>
            <a:gdLst/>
            <a:ahLst/>
            <a:cxnLst/>
            <a:rect l="l" t="t" r="r" b="b"/>
            <a:pathLst>
              <a:path w="8864" h="1818248">
                <a:moveTo>
                  <a:pt x="0" y="1818249"/>
                </a:moveTo>
                <a:lnTo>
                  <a:pt x="0" y="0"/>
                </a:lnTo>
              </a:path>
            </a:pathLst>
          </a:custGeom>
          <a:noFill/>
          <a:ln w="4872">
            <a:solidFill>
              <a:srgbClr val="E6E6E6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83E4E68-DDB3-156F-5C5C-5BE923E3DCF3}"/>
              </a:ext>
            </a:extLst>
          </p:cNvPr>
          <p:cNvSpPr>
            <a:spLocks noGrp="1"/>
          </p:cNvSpPr>
          <p:nvPr/>
        </p:nvSpPr>
        <p:spPr>
          <a:xfrm>
            <a:off x="2331728" y="2354668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239" y="255"/>
                </a:moveTo>
                <a:lnTo>
                  <a:pt x="239" y="31580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65DB715-F356-9A3D-029F-40F5D5F3AA53}"/>
              </a:ext>
            </a:extLst>
          </p:cNvPr>
          <p:cNvSpPr>
            <a:spLocks noGrp="1"/>
          </p:cNvSpPr>
          <p:nvPr/>
        </p:nvSpPr>
        <p:spPr>
          <a:xfrm>
            <a:off x="2295824" y="2415664"/>
            <a:ext cx="71807" cy="47389"/>
          </a:xfrm>
          <a:custGeom>
            <a:avLst/>
            <a:gdLst/>
            <a:ahLst/>
            <a:cxnLst/>
            <a:rect l="l" t="t" r="r" b="b"/>
            <a:pathLst>
              <a:path w="71807" h="47389">
                <a:moveTo>
                  <a:pt x="20420" y="6206"/>
                </a:moveTo>
                <a:lnTo>
                  <a:pt x="4964" y="30591"/>
                </a:lnTo>
                <a:lnTo>
                  <a:pt x="20420" y="30591"/>
                </a:lnTo>
                <a:lnTo>
                  <a:pt x="20420" y="6206"/>
                </a:lnTo>
                <a:close/>
                <a:moveTo>
                  <a:pt x="18810" y="822"/>
                </a:moveTo>
                <a:lnTo>
                  <a:pt x="26509" y="822"/>
                </a:lnTo>
                <a:lnTo>
                  <a:pt x="26509" y="30591"/>
                </a:lnTo>
                <a:lnTo>
                  <a:pt x="32966" y="30591"/>
                </a:lnTo>
                <a:lnTo>
                  <a:pt x="32966" y="35731"/>
                </a:lnTo>
                <a:lnTo>
                  <a:pt x="26509" y="35731"/>
                </a:lnTo>
                <a:lnTo>
                  <a:pt x="26509" y="46499"/>
                </a:lnTo>
                <a:lnTo>
                  <a:pt x="20420" y="46499"/>
                </a:lnTo>
                <a:lnTo>
                  <a:pt x="20420" y="35731"/>
                </a:lnTo>
                <a:lnTo>
                  <a:pt x="0" y="35731"/>
                </a:lnTo>
                <a:lnTo>
                  <a:pt x="0" y="29769"/>
                </a:lnTo>
                <a:lnTo>
                  <a:pt x="18810" y="822"/>
                </a:lnTo>
                <a:close/>
                <a:moveTo>
                  <a:pt x="56168" y="4895"/>
                </a:moveTo>
                <a:cubicBezTo>
                  <a:pt x="53020" y="4895"/>
                  <a:pt x="50650" y="6461"/>
                  <a:pt x="49060" y="9593"/>
                </a:cubicBezTo>
                <a:cubicBezTo>
                  <a:pt x="47477" y="12719"/>
                  <a:pt x="46685" y="17425"/>
                  <a:pt x="46685" y="23710"/>
                </a:cubicBezTo>
                <a:cubicBezTo>
                  <a:pt x="46685" y="29968"/>
                  <a:pt x="47477" y="34664"/>
                  <a:pt x="49060" y="37796"/>
                </a:cubicBezTo>
                <a:cubicBezTo>
                  <a:pt x="50650" y="40929"/>
                  <a:pt x="53020" y="42495"/>
                  <a:pt x="56168" y="42495"/>
                </a:cubicBezTo>
                <a:cubicBezTo>
                  <a:pt x="59341" y="42495"/>
                  <a:pt x="61720" y="40929"/>
                  <a:pt x="63304" y="37796"/>
                </a:cubicBezTo>
                <a:cubicBezTo>
                  <a:pt x="64894" y="34663"/>
                  <a:pt x="65689" y="29968"/>
                  <a:pt x="65689" y="23710"/>
                </a:cubicBezTo>
                <a:cubicBezTo>
                  <a:pt x="65689" y="17425"/>
                  <a:pt x="64894" y="12719"/>
                  <a:pt x="63304" y="9593"/>
                </a:cubicBezTo>
                <a:cubicBezTo>
                  <a:pt x="61720" y="6461"/>
                  <a:pt x="59341" y="4895"/>
                  <a:pt x="56168" y="4895"/>
                </a:cubicBezTo>
                <a:close/>
                <a:moveTo>
                  <a:pt x="56168" y="0"/>
                </a:moveTo>
                <a:cubicBezTo>
                  <a:pt x="61242" y="0"/>
                  <a:pt x="65117" y="2026"/>
                  <a:pt x="67793" y="6079"/>
                </a:cubicBezTo>
                <a:cubicBezTo>
                  <a:pt x="70469" y="10125"/>
                  <a:pt x="71807" y="16002"/>
                  <a:pt x="71807" y="23710"/>
                </a:cubicBezTo>
                <a:cubicBezTo>
                  <a:pt x="71807" y="31397"/>
                  <a:pt x="70469" y="37267"/>
                  <a:pt x="67793" y="41320"/>
                </a:cubicBezTo>
                <a:cubicBezTo>
                  <a:pt x="65117" y="45366"/>
                  <a:pt x="61242" y="47390"/>
                  <a:pt x="56168" y="47390"/>
                </a:cubicBezTo>
                <a:cubicBezTo>
                  <a:pt x="51100" y="47390"/>
                  <a:pt x="47228" y="45366"/>
                  <a:pt x="44552" y="41320"/>
                </a:cubicBezTo>
                <a:cubicBezTo>
                  <a:pt x="41876" y="37267"/>
                  <a:pt x="40538" y="31397"/>
                  <a:pt x="40538" y="23710"/>
                </a:cubicBezTo>
                <a:cubicBezTo>
                  <a:pt x="40538" y="16002"/>
                  <a:pt x="41876" y="10125"/>
                  <a:pt x="44552" y="6079"/>
                </a:cubicBezTo>
                <a:cubicBezTo>
                  <a:pt x="47228" y="2026"/>
                  <a:pt x="51100" y="0"/>
                  <a:pt x="56168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FCDD619-3B3C-1B78-4888-BA10908F99E4}"/>
              </a:ext>
            </a:extLst>
          </p:cNvPr>
          <p:cNvSpPr>
            <a:spLocks noGrp="1"/>
          </p:cNvSpPr>
          <p:nvPr/>
        </p:nvSpPr>
        <p:spPr>
          <a:xfrm>
            <a:off x="3213210" y="536419"/>
            <a:ext cx="8864" cy="1818248"/>
          </a:xfrm>
          <a:custGeom>
            <a:avLst/>
            <a:gdLst/>
            <a:ahLst/>
            <a:cxnLst/>
            <a:rect l="l" t="t" r="r" b="b"/>
            <a:pathLst>
              <a:path w="8864" h="1818248">
                <a:moveTo>
                  <a:pt x="0" y="1818249"/>
                </a:moveTo>
                <a:lnTo>
                  <a:pt x="0" y="0"/>
                </a:lnTo>
              </a:path>
            </a:pathLst>
          </a:custGeom>
          <a:noFill/>
          <a:ln w="4872">
            <a:solidFill>
              <a:srgbClr val="E6E6E6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64D312CF-1B66-FD88-CF9D-05640A0C8009}"/>
              </a:ext>
            </a:extLst>
          </p:cNvPr>
          <p:cNvSpPr>
            <a:spLocks noGrp="1"/>
          </p:cNvSpPr>
          <p:nvPr/>
        </p:nvSpPr>
        <p:spPr>
          <a:xfrm>
            <a:off x="3213210" y="2354668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338" y="255"/>
                </a:moveTo>
                <a:lnTo>
                  <a:pt x="338" y="31580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E8685C6-5C9D-E9F5-2840-8A242DED324E}"/>
              </a:ext>
            </a:extLst>
          </p:cNvPr>
          <p:cNvSpPr>
            <a:spLocks noGrp="1"/>
          </p:cNvSpPr>
          <p:nvPr/>
        </p:nvSpPr>
        <p:spPr>
          <a:xfrm>
            <a:off x="3177956" y="2415664"/>
            <a:ext cx="70507" cy="47389"/>
          </a:xfrm>
          <a:custGeom>
            <a:avLst/>
            <a:gdLst/>
            <a:ahLst/>
            <a:cxnLst/>
            <a:rect l="l" t="t" r="r" b="b"/>
            <a:pathLst>
              <a:path w="70507" h="47389">
                <a:moveTo>
                  <a:pt x="16153" y="21204"/>
                </a:moveTo>
                <a:cubicBezTo>
                  <a:pt x="13406" y="21204"/>
                  <a:pt x="11228" y="22153"/>
                  <a:pt x="9618" y="24052"/>
                </a:cubicBezTo>
                <a:cubicBezTo>
                  <a:pt x="8015" y="25945"/>
                  <a:pt x="7214" y="28542"/>
                  <a:pt x="7214" y="31844"/>
                </a:cubicBezTo>
                <a:cubicBezTo>
                  <a:pt x="7214" y="35127"/>
                  <a:pt x="8015" y="37724"/>
                  <a:pt x="9618" y="39636"/>
                </a:cubicBezTo>
                <a:cubicBezTo>
                  <a:pt x="11228" y="41542"/>
                  <a:pt x="13406" y="42495"/>
                  <a:pt x="16153" y="42495"/>
                </a:cubicBezTo>
                <a:cubicBezTo>
                  <a:pt x="18901" y="42495"/>
                  <a:pt x="21076" y="41542"/>
                  <a:pt x="22679" y="39636"/>
                </a:cubicBezTo>
                <a:cubicBezTo>
                  <a:pt x="24282" y="37724"/>
                  <a:pt x="25083" y="35127"/>
                  <a:pt x="25083" y="31844"/>
                </a:cubicBezTo>
                <a:cubicBezTo>
                  <a:pt x="25083" y="28542"/>
                  <a:pt x="24282" y="25945"/>
                  <a:pt x="22679" y="24052"/>
                </a:cubicBezTo>
                <a:cubicBezTo>
                  <a:pt x="21076" y="22153"/>
                  <a:pt x="18901" y="21204"/>
                  <a:pt x="16153" y="21204"/>
                </a:cubicBezTo>
                <a:close/>
                <a:moveTo>
                  <a:pt x="28303" y="1831"/>
                </a:moveTo>
                <a:lnTo>
                  <a:pt x="28303" y="7459"/>
                </a:lnTo>
                <a:cubicBezTo>
                  <a:pt x="26764" y="6728"/>
                  <a:pt x="25213" y="6170"/>
                  <a:pt x="23648" y="5786"/>
                </a:cubicBezTo>
                <a:cubicBezTo>
                  <a:pt x="22084" y="5394"/>
                  <a:pt x="20533" y="5198"/>
                  <a:pt x="18994" y="5198"/>
                </a:cubicBezTo>
                <a:cubicBezTo>
                  <a:pt x="14954" y="5198"/>
                  <a:pt x="11868" y="6575"/>
                  <a:pt x="9735" y="9329"/>
                </a:cubicBezTo>
                <a:cubicBezTo>
                  <a:pt x="7608" y="12083"/>
                  <a:pt x="6393" y="16244"/>
                  <a:pt x="6089" y="21810"/>
                </a:cubicBezTo>
                <a:cubicBezTo>
                  <a:pt x="7278" y="20035"/>
                  <a:pt x="8772" y="18675"/>
                  <a:pt x="10568" y="17728"/>
                </a:cubicBezTo>
                <a:cubicBezTo>
                  <a:pt x="12372" y="16782"/>
                  <a:pt x="14353" y="16309"/>
                  <a:pt x="16512" y="16309"/>
                </a:cubicBezTo>
                <a:cubicBezTo>
                  <a:pt x="21056" y="16309"/>
                  <a:pt x="24647" y="17702"/>
                  <a:pt x="27284" y="20489"/>
                </a:cubicBezTo>
                <a:cubicBezTo>
                  <a:pt x="29922" y="23269"/>
                  <a:pt x="31240" y="27054"/>
                  <a:pt x="31240" y="31844"/>
                </a:cubicBezTo>
                <a:cubicBezTo>
                  <a:pt x="31240" y="36537"/>
                  <a:pt x="29867" y="40302"/>
                  <a:pt x="27120" y="43141"/>
                </a:cubicBezTo>
                <a:cubicBezTo>
                  <a:pt x="24372" y="45973"/>
                  <a:pt x="20717" y="47390"/>
                  <a:pt x="16153" y="47390"/>
                </a:cubicBezTo>
                <a:cubicBezTo>
                  <a:pt x="10917" y="47390"/>
                  <a:pt x="6916" y="45366"/>
                  <a:pt x="4150" y="41320"/>
                </a:cubicBezTo>
                <a:cubicBezTo>
                  <a:pt x="1383" y="37267"/>
                  <a:pt x="0" y="31397"/>
                  <a:pt x="0" y="23710"/>
                </a:cubicBezTo>
                <a:cubicBezTo>
                  <a:pt x="0" y="16492"/>
                  <a:pt x="1697" y="10736"/>
                  <a:pt x="5090" y="6441"/>
                </a:cubicBezTo>
                <a:cubicBezTo>
                  <a:pt x="8484" y="2147"/>
                  <a:pt x="13038" y="0"/>
                  <a:pt x="18752" y="0"/>
                </a:cubicBezTo>
                <a:cubicBezTo>
                  <a:pt x="20290" y="0"/>
                  <a:pt x="21842" y="154"/>
                  <a:pt x="23406" y="460"/>
                </a:cubicBezTo>
                <a:cubicBezTo>
                  <a:pt x="24970" y="767"/>
                  <a:pt x="26603" y="1224"/>
                  <a:pt x="28303" y="1831"/>
                </a:cubicBezTo>
                <a:close/>
                <a:moveTo>
                  <a:pt x="54868" y="4895"/>
                </a:moveTo>
                <a:cubicBezTo>
                  <a:pt x="51720" y="4895"/>
                  <a:pt x="49351" y="6461"/>
                  <a:pt x="47761" y="9593"/>
                </a:cubicBezTo>
                <a:cubicBezTo>
                  <a:pt x="46177" y="12719"/>
                  <a:pt x="45385" y="17425"/>
                  <a:pt x="45385" y="23710"/>
                </a:cubicBezTo>
                <a:cubicBezTo>
                  <a:pt x="45385" y="29968"/>
                  <a:pt x="46177" y="34664"/>
                  <a:pt x="47761" y="37796"/>
                </a:cubicBezTo>
                <a:cubicBezTo>
                  <a:pt x="49351" y="40929"/>
                  <a:pt x="51720" y="42495"/>
                  <a:pt x="54868" y="42495"/>
                </a:cubicBezTo>
                <a:cubicBezTo>
                  <a:pt x="58042" y="42495"/>
                  <a:pt x="60421" y="40929"/>
                  <a:pt x="62004" y="37796"/>
                </a:cubicBezTo>
                <a:cubicBezTo>
                  <a:pt x="63595" y="34663"/>
                  <a:pt x="64390" y="29968"/>
                  <a:pt x="64390" y="23710"/>
                </a:cubicBezTo>
                <a:cubicBezTo>
                  <a:pt x="64390" y="17425"/>
                  <a:pt x="63595" y="12719"/>
                  <a:pt x="62004" y="9593"/>
                </a:cubicBezTo>
                <a:cubicBezTo>
                  <a:pt x="60421" y="6461"/>
                  <a:pt x="58042" y="4895"/>
                  <a:pt x="54868" y="4895"/>
                </a:cubicBezTo>
                <a:close/>
                <a:moveTo>
                  <a:pt x="54868" y="0"/>
                </a:moveTo>
                <a:cubicBezTo>
                  <a:pt x="59942" y="0"/>
                  <a:pt x="63818" y="2026"/>
                  <a:pt x="66494" y="6079"/>
                </a:cubicBezTo>
                <a:cubicBezTo>
                  <a:pt x="69170" y="10125"/>
                  <a:pt x="70508" y="16002"/>
                  <a:pt x="70508" y="23710"/>
                </a:cubicBezTo>
                <a:cubicBezTo>
                  <a:pt x="70508" y="31397"/>
                  <a:pt x="69170" y="37267"/>
                  <a:pt x="66494" y="41320"/>
                </a:cubicBezTo>
                <a:cubicBezTo>
                  <a:pt x="63818" y="45366"/>
                  <a:pt x="59942" y="47390"/>
                  <a:pt x="54868" y="47390"/>
                </a:cubicBezTo>
                <a:cubicBezTo>
                  <a:pt x="49800" y="47390"/>
                  <a:pt x="45928" y="45366"/>
                  <a:pt x="43252" y="41320"/>
                </a:cubicBezTo>
                <a:cubicBezTo>
                  <a:pt x="40576" y="37267"/>
                  <a:pt x="39238" y="31397"/>
                  <a:pt x="39238" y="23710"/>
                </a:cubicBezTo>
                <a:cubicBezTo>
                  <a:pt x="39238" y="16002"/>
                  <a:pt x="40576" y="10125"/>
                  <a:pt x="43252" y="6079"/>
                </a:cubicBezTo>
                <a:cubicBezTo>
                  <a:pt x="45928" y="2026"/>
                  <a:pt x="49800" y="0"/>
                  <a:pt x="54868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2A0D4F92-9BB1-AF3F-4CC2-746DBBE26345}"/>
              </a:ext>
            </a:extLst>
          </p:cNvPr>
          <p:cNvSpPr>
            <a:spLocks noGrp="1"/>
          </p:cNvSpPr>
          <p:nvPr/>
        </p:nvSpPr>
        <p:spPr>
          <a:xfrm>
            <a:off x="568754" y="436415"/>
            <a:ext cx="82506" cy="8950"/>
          </a:xfrm>
          <a:custGeom>
            <a:avLst/>
            <a:gdLst/>
            <a:ahLst/>
            <a:cxnLst/>
            <a:rect l="l" t="t" r="r" b="b"/>
            <a:pathLst>
              <a:path w="82506" h="8950">
                <a:moveTo>
                  <a:pt x="0" y="0"/>
                </a:moveTo>
                <a:lnTo>
                  <a:pt x="82507" y="0"/>
                </a:lnTo>
              </a:path>
            </a:pathLst>
          </a:custGeom>
          <a:noFill/>
          <a:ln w="35429">
            <a:solidFill>
              <a:srgbClr val="D9D9D9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5B13FFE4-3D43-F9A6-1877-81EC6B593ED7}"/>
              </a:ext>
            </a:extLst>
          </p:cNvPr>
          <p:cNvSpPr>
            <a:spLocks noGrp="1"/>
          </p:cNvSpPr>
          <p:nvPr/>
        </p:nvSpPr>
        <p:spPr>
          <a:xfrm>
            <a:off x="1254455" y="436415"/>
            <a:ext cx="82506" cy="8950"/>
          </a:xfrm>
          <a:custGeom>
            <a:avLst/>
            <a:gdLst/>
            <a:ahLst/>
            <a:cxnLst/>
            <a:rect l="l" t="t" r="r" b="b"/>
            <a:pathLst>
              <a:path w="82506" h="8950">
                <a:moveTo>
                  <a:pt x="0" y="0"/>
                </a:moveTo>
                <a:lnTo>
                  <a:pt x="82507" y="0"/>
                </a:lnTo>
              </a:path>
            </a:pathLst>
          </a:custGeom>
          <a:noFill/>
          <a:ln w="35429">
            <a:solidFill>
              <a:srgbClr val="2F6F9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25DAF4B4-1B31-9969-FA2B-106799B279B7}"/>
              </a:ext>
            </a:extLst>
          </p:cNvPr>
          <p:cNvSpPr>
            <a:spLocks noGrp="1"/>
          </p:cNvSpPr>
          <p:nvPr/>
        </p:nvSpPr>
        <p:spPr>
          <a:xfrm>
            <a:off x="568754" y="536419"/>
            <a:ext cx="8864" cy="1818248"/>
          </a:xfrm>
          <a:custGeom>
            <a:avLst/>
            <a:gdLst/>
            <a:ahLst/>
            <a:cxnLst/>
            <a:rect l="l" t="t" r="r" b="b"/>
            <a:pathLst>
              <a:path w="8864" h="1818248">
                <a:moveTo>
                  <a:pt x="0" y="1818249"/>
                </a:moveTo>
                <a:lnTo>
                  <a:pt x="0" y="0"/>
                </a:lnTo>
              </a:path>
            </a:pathLst>
          </a:custGeom>
          <a:noFill/>
          <a:ln w="5757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EB0DC307-B69E-B026-8CC3-829B533B7805}"/>
              </a:ext>
            </a:extLst>
          </p:cNvPr>
          <p:cNvSpPr>
            <a:spLocks noGrp="1"/>
          </p:cNvSpPr>
          <p:nvPr/>
        </p:nvSpPr>
        <p:spPr>
          <a:xfrm>
            <a:off x="568754" y="2354678"/>
            <a:ext cx="2636236" cy="45719"/>
          </a:xfrm>
          <a:custGeom>
            <a:avLst/>
            <a:gdLst/>
            <a:ahLst/>
            <a:cxnLst/>
            <a:rect l="l" t="t" r="r" b="b"/>
            <a:pathLst>
              <a:path w="3437778" h="8950">
                <a:moveTo>
                  <a:pt x="0" y="0"/>
                </a:moveTo>
                <a:lnTo>
                  <a:pt x="3437778" y="0"/>
                </a:lnTo>
              </a:path>
            </a:pathLst>
          </a:custGeom>
          <a:noFill/>
          <a:ln w="5757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3083E54C-F5AF-FAF8-E1C2-F39F62E9D892}"/>
              </a:ext>
            </a:extLst>
          </p:cNvPr>
          <p:cNvSpPr>
            <a:spLocks noGrp="1"/>
          </p:cNvSpPr>
          <p:nvPr/>
        </p:nvSpPr>
        <p:spPr>
          <a:xfrm>
            <a:off x="568738" y="619125"/>
            <a:ext cx="1272474" cy="77057"/>
          </a:xfrm>
          <a:custGeom>
            <a:avLst/>
            <a:gdLst/>
            <a:ahLst/>
            <a:cxnLst/>
            <a:rect l="l" t="t" r="r" b="b"/>
            <a:pathLst>
              <a:path w="1306738" h="77019">
                <a:moveTo>
                  <a:pt x="0" y="77019"/>
                </a:moveTo>
                <a:lnTo>
                  <a:pt x="1306739" y="77019"/>
                </a:lnTo>
                <a:lnTo>
                  <a:pt x="1306739" y="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5E845027-3D91-FF35-745A-95A6CB9D21EB}"/>
              </a:ext>
            </a:extLst>
          </p:cNvPr>
          <p:cNvSpPr>
            <a:spLocks noGrp="1"/>
          </p:cNvSpPr>
          <p:nvPr/>
        </p:nvSpPr>
        <p:spPr>
          <a:xfrm>
            <a:off x="568738" y="713899"/>
            <a:ext cx="1754225" cy="77057"/>
          </a:xfrm>
          <a:custGeom>
            <a:avLst/>
            <a:gdLst/>
            <a:ahLst/>
            <a:cxnLst/>
            <a:rect l="l" t="t" r="r" b="b"/>
            <a:pathLst>
              <a:path w="1846303" h="77019">
                <a:moveTo>
                  <a:pt x="0" y="77019"/>
                </a:moveTo>
                <a:lnTo>
                  <a:pt x="1846303" y="77019"/>
                </a:lnTo>
                <a:lnTo>
                  <a:pt x="184630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6F9F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7935B131-E4BD-D5CF-BC42-40255B45A04A}"/>
              </a:ext>
            </a:extLst>
          </p:cNvPr>
          <p:cNvSpPr>
            <a:spLocks noGrp="1"/>
          </p:cNvSpPr>
          <p:nvPr/>
        </p:nvSpPr>
        <p:spPr>
          <a:xfrm>
            <a:off x="568738" y="915353"/>
            <a:ext cx="1263218" cy="77057"/>
          </a:xfrm>
          <a:custGeom>
            <a:avLst/>
            <a:gdLst/>
            <a:ahLst/>
            <a:cxnLst/>
            <a:rect l="l" t="t" r="r" b="b"/>
            <a:pathLst>
              <a:path w="1251550" h="77019">
                <a:moveTo>
                  <a:pt x="0" y="77019"/>
                </a:moveTo>
                <a:lnTo>
                  <a:pt x="1251551" y="77019"/>
                </a:lnTo>
                <a:lnTo>
                  <a:pt x="1251551" y="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3083C07F-9343-16C5-69C2-3514802FFAB5}"/>
              </a:ext>
            </a:extLst>
          </p:cNvPr>
          <p:cNvSpPr>
            <a:spLocks noGrp="1"/>
          </p:cNvSpPr>
          <p:nvPr/>
        </p:nvSpPr>
        <p:spPr>
          <a:xfrm>
            <a:off x="568738" y="1010126"/>
            <a:ext cx="1681940" cy="77057"/>
          </a:xfrm>
          <a:custGeom>
            <a:avLst/>
            <a:gdLst/>
            <a:ahLst/>
            <a:cxnLst/>
            <a:rect l="l" t="t" r="r" b="b"/>
            <a:pathLst>
              <a:path w="1736280" h="77019">
                <a:moveTo>
                  <a:pt x="0" y="77019"/>
                </a:moveTo>
                <a:lnTo>
                  <a:pt x="1736280" y="77019"/>
                </a:lnTo>
                <a:lnTo>
                  <a:pt x="1736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2F6F9F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3922BBCC-73FE-B90A-8439-91D69F5554D3}"/>
              </a:ext>
            </a:extLst>
          </p:cNvPr>
          <p:cNvSpPr>
            <a:spLocks noGrp="1"/>
          </p:cNvSpPr>
          <p:nvPr/>
        </p:nvSpPr>
        <p:spPr>
          <a:xfrm>
            <a:off x="568738" y="1211580"/>
            <a:ext cx="1276882" cy="77057"/>
          </a:xfrm>
          <a:custGeom>
            <a:avLst/>
            <a:gdLst/>
            <a:ahLst/>
            <a:cxnLst/>
            <a:rect l="l" t="t" r="r" b="b"/>
            <a:pathLst>
              <a:path w="1320445" h="77019">
                <a:moveTo>
                  <a:pt x="0" y="77019"/>
                </a:moveTo>
                <a:lnTo>
                  <a:pt x="1320445" y="77019"/>
                </a:lnTo>
                <a:lnTo>
                  <a:pt x="1320445" y="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296B222B-866D-1E52-89D1-18D9E0D23D74}"/>
              </a:ext>
            </a:extLst>
          </p:cNvPr>
          <p:cNvSpPr>
            <a:spLocks noGrp="1"/>
          </p:cNvSpPr>
          <p:nvPr/>
        </p:nvSpPr>
        <p:spPr>
          <a:xfrm>
            <a:off x="568738" y="1306354"/>
            <a:ext cx="1863093" cy="77057"/>
          </a:xfrm>
          <a:custGeom>
            <a:avLst/>
            <a:gdLst/>
            <a:ahLst/>
            <a:cxnLst/>
            <a:rect l="l" t="t" r="r" b="b"/>
            <a:pathLst>
              <a:path w="1953388" h="77019">
                <a:moveTo>
                  <a:pt x="0" y="77019"/>
                </a:moveTo>
                <a:lnTo>
                  <a:pt x="1953388" y="77019"/>
                </a:lnTo>
                <a:lnTo>
                  <a:pt x="1953388" y="0"/>
                </a:lnTo>
                <a:lnTo>
                  <a:pt x="0" y="0"/>
                </a:lnTo>
                <a:close/>
              </a:path>
            </a:pathLst>
          </a:custGeom>
          <a:solidFill>
            <a:srgbClr val="2F6F9F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484C8DDC-7B7C-DA70-23C3-DF2EB04881E4}"/>
              </a:ext>
            </a:extLst>
          </p:cNvPr>
          <p:cNvSpPr>
            <a:spLocks noGrp="1"/>
          </p:cNvSpPr>
          <p:nvPr/>
        </p:nvSpPr>
        <p:spPr>
          <a:xfrm>
            <a:off x="568738" y="1507808"/>
            <a:ext cx="1195782" cy="77057"/>
          </a:xfrm>
          <a:custGeom>
            <a:avLst/>
            <a:gdLst/>
            <a:ahLst/>
            <a:cxnLst/>
            <a:rect l="l" t="t" r="r" b="b"/>
            <a:pathLst>
              <a:path w="1414362" h="77019">
                <a:moveTo>
                  <a:pt x="0" y="77019"/>
                </a:moveTo>
                <a:lnTo>
                  <a:pt x="1414362" y="77019"/>
                </a:lnTo>
                <a:lnTo>
                  <a:pt x="141436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4AA62A2C-3A87-D01C-B0C1-B9B477929183}"/>
              </a:ext>
            </a:extLst>
          </p:cNvPr>
          <p:cNvSpPr>
            <a:spLocks noGrp="1"/>
          </p:cNvSpPr>
          <p:nvPr/>
        </p:nvSpPr>
        <p:spPr>
          <a:xfrm>
            <a:off x="568738" y="1602581"/>
            <a:ext cx="1855600" cy="77057"/>
          </a:xfrm>
          <a:custGeom>
            <a:avLst/>
            <a:gdLst/>
            <a:ahLst/>
            <a:cxnLst/>
            <a:rect l="l" t="t" r="r" b="b"/>
            <a:pathLst>
              <a:path w="1969529" h="77019">
                <a:moveTo>
                  <a:pt x="0" y="77019"/>
                </a:moveTo>
                <a:lnTo>
                  <a:pt x="1969529" y="77019"/>
                </a:lnTo>
                <a:lnTo>
                  <a:pt x="1969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2F6F9F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63B4A6C0-C25B-824A-C922-A4BE237D78BE}"/>
              </a:ext>
            </a:extLst>
          </p:cNvPr>
          <p:cNvSpPr>
            <a:spLocks noGrp="1"/>
          </p:cNvSpPr>
          <p:nvPr/>
        </p:nvSpPr>
        <p:spPr>
          <a:xfrm>
            <a:off x="568738" y="1804035"/>
            <a:ext cx="1445252" cy="77057"/>
          </a:xfrm>
          <a:custGeom>
            <a:avLst/>
            <a:gdLst/>
            <a:ahLst/>
            <a:cxnLst/>
            <a:rect l="l" t="t" r="r" b="b"/>
            <a:pathLst>
              <a:path w="1333620" h="77019">
                <a:moveTo>
                  <a:pt x="0" y="77019"/>
                </a:moveTo>
                <a:lnTo>
                  <a:pt x="1333621" y="77019"/>
                </a:lnTo>
                <a:lnTo>
                  <a:pt x="1333621" y="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0A6C50FF-0FDE-6D27-9C48-67ACC9136BA5}"/>
              </a:ext>
            </a:extLst>
          </p:cNvPr>
          <p:cNvSpPr>
            <a:spLocks noGrp="1"/>
          </p:cNvSpPr>
          <p:nvPr/>
        </p:nvSpPr>
        <p:spPr>
          <a:xfrm>
            <a:off x="568738" y="1898809"/>
            <a:ext cx="1608774" cy="77057"/>
          </a:xfrm>
          <a:custGeom>
            <a:avLst/>
            <a:gdLst/>
            <a:ahLst/>
            <a:cxnLst/>
            <a:rect l="l" t="t" r="r" b="b"/>
            <a:pathLst>
              <a:path w="1573531" h="77019">
                <a:moveTo>
                  <a:pt x="0" y="77019"/>
                </a:moveTo>
                <a:lnTo>
                  <a:pt x="1573532" y="77019"/>
                </a:lnTo>
                <a:lnTo>
                  <a:pt x="1573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2F6F9F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768FBB17-D11F-2D86-71D4-79B10D510A34}"/>
              </a:ext>
            </a:extLst>
          </p:cNvPr>
          <p:cNvSpPr>
            <a:spLocks noGrp="1"/>
          </p:cNvSpPr>
          <p:nvPr/>
        </p:nvSpPr>
        <p:spPr>
          <a:xfrm>
            <a:off x="568738" y="2100263"/>
            <a:ext cx="1181237" cy="77057"/>
          </a:xfrm>
          <a:custGeom>
            <a:avLst/>
            <a:gdLst/>
            <a:ahLst/>
            <a:cxnLst/>
            <a:rect l="l" t="t" r="r" b="b"/>
            <a:pathLst>
              <a:path w="1197985" h="77019">
                <a:moveTo>
                  <a:pt x="0" y="77019"/>
                </a:moveTo>
                <a:lnTo>
                  <a:pt x="1197985" y="77019"/>
                </a:lnTo>
                <a:lnTo>
                  <a:pt x="1197985" y="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28ACD4B4-8F31-BF85-2163-F798A02EF7B7}"/>
              </a:ext>
            </a:extLst>
          </p:cNvPr>
          <p:cNvSpPr>
            <a:spLocks noGrp="1"/>
          </p:cNvSpPr>
          <p:nvPr/>
        </p:nvSpPr>
        <p:spPr>
          <a:xfrm>
            <a:off x="568738" y="2195036"/>
            <a:ext cx="1760395" cy="77057"/>
          </a:xfrm>
          <a:custGeom>
            <a:avLst/>
            <a:gdLst/>
            <a:ahLst/>
            <a:cxnLst/>
            <a:rect l="l" t="t" r="r" b="b"/>
            <a:pathLst>
              <a:path w="1962074" h="77019">
                <a:moveTo>
                  <a:pt x="0" y="77019"/>
                </a:moveTo>
                <a:lnTo>
                  <a:pt x="1962075" y="77019"/>
                </a:lnTo>
                <a:lnTo>
                  <a:pt x="1962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2F6F9F"/>
          </a:solidFill>
          <a:ln w="5314">
            <a:solidFill>
              <a:srgbClr val="FFFF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48" name="Freeform 1147">
            <a:extLst>
              <a:ext uri="{FF2B5EF4-FFF2-40B4-BE49-F238E27FC236}">
                <a16:creationId xmlns:a16="http://schemas.microsoft.com/office/drawing/2014/main" id="{7D763BDD-E4A2-563E-60AD-25D5E861454B}"/>
              </a:ext>
            </a:extLst>
          </p:cNvPr>
          <p:cNvSpPr>
            <a:spLocks noGrp="1"/>
          </p:cNvSpPr>
          <p:nvPr/>
        </p:nvSpPr>
        <p:spPr>
          <a:xfrm>
            <a:off x="3906111" y="241111"/>
            <a:ext cx="2094966" cy="2115105"/>
          </a:xfrm>
          <a:custGeom>
            <a:avLst/>
            <a:gdLst/>
            <a:ahLst/>
            <a:cxnLst/>
            <a:rect l="l" t="t" r="r" b="b"/>
            <a:pathLst>
              <a:path w="2094966" h="2115105">
                <a:moveTo>
                  <a:pt x="0" y="2115106"/>
                </a:moveTo>
                <a:lnTo>
                  <a:pt x="2094967" y="2115106"/>
                </a:lnTo>
                <a:lnTo>
                  <a:pt x="2094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49" name="Freeform 1148">
            <a:extLst>
              <a:ext uri="{FF2B5EF4-FFF2-40B4-BE49-F238E27FC236}">
                <a16:creationId xmlns:a16="http://schemas.microsoft.com/office/drawing/2014/main" id="{9D21FB91-B910-073E-AB94-4B40642B7E76}"/>
              </a:ext>
            </a:extLst>
          </p:cNvPr>
          <p:cNvSpPr>
            <a:spLocks noGrp="1"/>
          </p:cNvSpPr>
          <p:nvPr/>
        </p:nvSpPr>
        <p:spPr>
          <a:xfrm>
            <a:off x="3906111" y="241111"/>
            <a:ext cx="2094966" cy="2115106"/>
          </a:xfrm>
          <a:custGeom>
            <a:avLst/>
            <a:gdLst/>
            <a:ahLst/>
            <a:cxnLst/>
            <a:rect l="l" t="t" r="r" b="b"/>
            <a:pathLst>
              <a:path w="2094966" h="2115106">
                <a:moveTo>
                  <a:pt x="0" y="628"/>
                </a:moveTo>
                <a:lnTo>
                  <a:pt x="0" y="2115734"/>
                </a:lnTo>
                <a:lnTo>
                  <a:pt x="2094967" y="628"/>
                </a:lnTo>
                <a:lnTo>
                  <a:pt x="2094967" y="628"/>
                </a:lnTo>
                <a:lnTo>
                  <a:pt x="2094967" y="628"/>
                </a:lnTo>
                <a:lnTo>
                  <a:pt x="0" y="628"/>
                </a:lnTo>
                <a:close/>
              </a:path>
            </a:pathLst>
          </a:custGeom>
          <a:solidFill>
            <a:srgbClr val="2E7D32">
              <a:alpha val="5000"/>
            </a:srgbClr>
          </a:solidFill>
          <a:ln w="8857">
            <a:solidFill>
              <a:srgbClr val="2E7D32">
                <a:alpha val="5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52" name="Freeform 1151">
            <a:extLst>
              <a:ext uri="{FF2B5EF4-FFF2-40B4-BE49-F238E27FC236}">
                <a16:creationId xmlns:a16="http://schemas.microsoft.com/office/drawing/2014/main" id="{3B29933C-1DDF-6AD4-B2EC-0B14D06C4176}"/>
              </a:ext>
            </a:extLst>
          </p:cNvPr>
          <p:cNvSpPr>
            <a:spLocks noGrp="1"/>
          </p:cNvSpPr>
          <p:nvPr/>
        </p:nvSpPr>
        <p:spPr>
          <a:xfrm>
            <a:off x="3906111" y="241111"/>
            <a:ext cx="8864" cy="2115105"/>
          </a:xfrm>
          <a:custGeom>
            <a:avLst/>
            <a:gdLst/>
            <a:ahLst/>
            <a:cxnLst/>
            <a:rect l="l" t="t" r="r" b="b"/>
            <a:pathLst>
              <a:path w="8864" h="2115105">
                <a:moveTo>
                  <a:pt x="0" y="2115106"/>
                </a:moveTo>
                <a:lnTo>
                  <a:pt x="0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53" name="Freeform 1152">
            <a:extLst>
              <a:ext uri="{FF2B5EF4-FFF2-40B4-BE49-F238E27FC236}">
                <a16:creationId xmlns:a16="http://schemas.microsoft.com/office/drawing/2014/main" id="{518593F8-CBD3-330A-9320-260DCBA0B897}"/>
              </a:ext>
            </a:extLst>
          </p:cNvPr>
          <p:cNvSpPr>
            <a:spLocks noGrp="1"/>
          </p:cNvSpPr>
          <p:nvPr/>
        </p:nvSpPr>
        <p:spPr>
          <a:xfrm>
            <a:off x="3906111" y="2356217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116" y="568"/>
                </a:moveTo>
                <a:lnTo>
                  <a:pt x="116" y="31893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54" name="Freeform 1153">
            <a:extLst>
              <a:ext uri="{FF2B5EF4-FFF2-40B4-BE49-F238E27FC236}">
                <a16:creationId xmlns:a16="http://schemas.microsoft.com/office/drawing/2014/main" id="{34CE54AD-DBC7-245C-D77D-9C8947FF1330}"/>
              </a:ext>
            </a:extLst>
          </p:cNvPr>
          <p:cNvSpPr>
            <a:spLocks noGrp="1"/>
          </p:cNvSpPr>
          <p:nvPr/>
        </p:nvSpPr>
        <p:spPr>
          <a:xfrm>
            <a:off x="3887350" y="2416883"/>
            <a:ext cx="37523" cy="56866"/>
          </a:xfrm>
          <a:custGeom>
            <a:avLst/>
            <a:gdLst/>
            <a:ahLst/>
            <a:cxnLst/>
            <a:rect l="l" t="t" r="r" b="b"/>
            <a:pathLst>
              <a:path w="37523" h="56866">
                <a:moveTo>
                  <a:pt x="18756" y="5874"/>
                </a:moveTo>
                <a:cubicBezTo>
                  <a:pt x="14978" y="5874"/>
                  <a:pt x="12135" y="7753"/>
                  <a:pt x="10227" y="11512"/>
                </a:cubicBezTo>
                <a:cubicBezTo>
                  <a:pt x="8327" y="15263"/>
                  <a:pt x="7377" y="20910"/>
                  <a:pt x="7377" y="28451"/>
                </a:cubicBezTo>
                <a:cubicBezTo>
                  <a:pt x="7377" y="35961"/>
                  <a:pt x="8327" y="41596"/>
                  <a:pt x="10227" y="45355"/>
                </a:cubicBezTo>
                <a:cubicBezTo>
                  <a:pt x="12135" y="49114"/>
                  <a:pt x="14978" y="50993"/>
                  <a:pt x="18756" y="50993"/>
                </a:cubicBezTo>
                <a:cubicBezTo>
                  <a:pt x="22564" y="50993"/>
                  <a:pt x="25419" y="49114"/>
                  <a:pt x="27319" y="45355"/>
                </a:cubicBezTo>
                <a:cubicBezTo>
                  <a:pt x="29228" y="41596"/>
                  <a:pt x="30182" y="35962"/>
                  <a:pt x="30182" y="28451"/>
                </a:cubicBezTo>
                <a:cubicBezTo>
                  <a:pt x="30182" y="20910"/>
                  <a:pt x="29228" y="15263"/>
                  <a:pt x="27319" y="11512"/>
                </a:cubicBezTo>
                <a:cubicBezTo>
                  <a:pt x="25419" y="7753"/>
                  <a:pt x="22564" y="5874"/>
                  <a:pt x="18756" y="5874"/>
                </a:cubicBezTo>
                <a:close/>
                <a:moveTo>
                  <a:pt x="18756" y="0"/>
                </a:moveTo>
                <a:cubicBezTo>
                  <a:pt x="24845" y="0"/>
                  <a:pt x="29495" y="2431"/>
                  <a:pt x="32706" y="7295"/>
                </a:cubicBezTo>
                <a:cubicBezTo>
                  <a:pt x="35918" y="12150"/>
                  <a:pt x="37523" y="19202"/>
                  <a:pt x="37523" y="28451"/>
                </a:cubicBezTo>
                <a:cubicBezTo>
                  <a:pt x="37523" y="37676"/>
                  <a:pt x="35918" y="44720"/>
                  <a:pt x="32706" y="49584"/>
                </a:cubicBezTo>
                <a:cubicBezTo>
                  <a:pt x="29495" y="54439"/>
                  <a:pt x="24845" y="56867"/>
                  <a:pt x="18756" y="56867"/>
                </a:cubicBezTo>
                <a:cubicBezTo>
                  <a:pt x="12675" y="56867"/>
                  <a:pt x="8028" y="54439"/>
                  <a:pt x="4817" y="49584"/>
                </a:cubicBezTo>
                <a:cubicBezTo>
                  <a:pt x="1606" y="44720"/>
                  <a:pt x="0" y="37676"/>
                  <a:pt x="0" y="28451"/>
                </a:cubicBezTo>
                <a:cubicBezTo>
                  <a:pt x="0" y="19202"/>
                  <a:pt x="1606" y="12150"/>
                  <a:pt x="4817" y="7295"/>
                </a:cubicBezTo>
                <a:cubicBezTo>
                  <a:pt x="8028" y="2431"/>
                  <a:pt x="12675" y="0"/>
                  <a:pt x="18756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56" name="Freeform 1155">
            <a:extLst>
              <a:ext uri="{FF2B5EF4-FFF2-40B4-BE49-F238E27FC236}">
                <a16:creationId xmlns:a16="http://schemas.microsoft.com/office/drawing/2014/main" id="{B3D6C022-9D55-F45E-D560-79155C618C59}"/>
              </a:ext>
            </a:extLst>
          </p:cNvPr>
          <p:cNvSpPr>
            <a:spLocks noGrp="1"/>
          </p:cNvSpPr>
          <p:nvPr/>
        </p:nvSpPr>
        <p:spPr>
          <a:xfrm>
            <a:off x="4191716" y="241111"/>
            <a:ext cx="8864" cy="2115105"/>
          </a:xfrm>
          <a:custGeom>
            <a:avLst/>
            <a:gdLst/>
            <a:ahLst/>
            <a:cxnLst/>
            <a:rect l="l" t="t" r="r" b="b"/>
            <a:pathLst>
              <a:path w="8864" h="2115105">
                <a:moveTo>
                  <a:pt x="0" y="2115106"/>
                </a:moveTo>
                <a:lnTo>
                  <a:pt x="0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57" name="Freeform 1156">
            <a:extLst>
              <a:ext uri="{FF2B5EF4-FFF2-40B4-BE49-F238E27FC236}">
                <a16:creationId xmlns:a16="http://schemas.microsoft.com/office/drawing/2014/main" id="{19EDC4F3-4C7F-AFE7-DD80-8BCB7A56DC45}"/>
              </a:ext>
            </a:extLst>
          </p:cNvPr>
          <p:cNvSpPr>
            <a:spLocks noGrp="1"/>
          </p:cNvSpPr>
          <p:nvPr/>
        </p:nvSpPr>
        <p:spPr>
          <a:xfrm>
            <a:off x="4191716" y="2356217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148" y="568"/>
                </a:moveTo>
                <a:lnTo>
                  <a:pt x="148" y="31893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58" name="Freeform 1157">
            <a:extLst>
              <a:ext uri="{FF2B5EF4-FFF2-40B4-BE49-F238E27FC236}">
                <a16:creationId xmlns:a16="http://schemas.microsoft.com/office/drawing/2014/main" id="{8321752C-0C66-A49D-B574-79FC700E248C}"/>
              </a:ext>
            </a:extLst>
          </p:cNvPr>
          <p:cNvSpPr>
            <a:spLocks noGrp="1"/>
          </p:cNvSpPr>
          <p:nvPr/>
        </p:nvSpPr>
        <p:spPr>
          <a:xfrm>
            <a:off x="4150901" y="2416883"/>
            <a:ext cx="81630" cy="56866"/>
          </a:xfrm>
          <a:custGeom>
            <a:avLst/>
            <a:gdLst/>
            <a:ahLst/>
            <a:cxnLst/>
            <a:rect l="l" t="t" r="r" b="b"/>
            <a:pathLst>
              <a:path w="81630" h="56866">
                <a:moveTo>
                  <a:pt x="1059" y="49560"/>
                </a:moveTo>
                <a:lnTo>
                  <a:pt x="13055" y="49560"/>
                </a:lnTo>
                <a:lnTo>
                  <a:pt x="13055" y="7741"/>
                </a:lnTo>
                <a:lnTo>
                  <a:pt x="0" y="10384"/>
                </a:lnTo>
                <a:lnTo>
                  <a:pt x="0" y="3629"/>
                </a:lnTo>
                <a:lnTo>
                  <a:pt x="12985" y="987"/>
                </a:lnTo>
                <a:lnTo>
                  <a:pt x="20327" y="987"/>
                </a:lnTo>
                <a:lnTo>
                  <a:pt x="20327" y="49560"/>
                </a:lnTo>
                <a:lnTo>
                  <a:pt x="32323" y="49560"/>
                </a:lnTo>
                <a:lnTo>
                  <a:pt x="32323" y="55798"/>
                </a:lnTo>
                <a:lnTo>
                  <a:pt x="1059" y="55798"/>
                </a:lnTo>
                <a:lnTo>
                  <a:pt x="1059" y="49560"/>
                </a:lnTo>
                <a:close/>
                <a:moveTo>
                  <a:pt x="62863" y="5874"/>
                </a:moveTo>
                <a:cubicBezTo>
                  <a:pt x="59086" y="5874"/>
                  <a:pt x="56243" y="7753"/>
                  <a:pt x="54335" y="11512"/>
                </a:cubicBezTo>
                <a:cubicBezTo>
                  <a:pt x="52434" y="15263"/>
                  <a:pt x="51484" y="20910"/>
                  <a:pt x="51484" y="28451"/>
                </a:cubicBezTo>
                <a:cubicBezTo>
                  <a:pt x="51484" y="35961"/>
                  <a:pt x="52434" y="41596"/>
                  <a:pt x="54335" y="45355"/>
                </a:cubicBezTo>
                <a:cubicBezTo>
                  <a:pt x="56243" y="49114"/>
                  <a:pt x="59086" y="50993"/>
                  <a:pt x="62863" y="50993"/>
                </a:cubicBezTo>
                <a:cubicBezTo>
                  <a:pt x="66672" y="50993"/>
                  <a:pt x="69526" y="49114"/>
                  <a:pt x="71427" y="45355"/>
                </a:cubicBezTo>
                <a:cubicBezTo>
                  <a:pt x="73335" y="41596"/>
                  <a:pt x="74289" y="35962"/>
                  <a:pt x="74289" y="28451"/>
                </a:cubicBezTo>
                <a:cubicBezTo>
                  <a:pt x="74289" y="20910"/>
                  <a:pt x="73335" y="15263"/>
                  <a:pt x="71427" y="11512"/>
                </a:cubicBezTo>
                <a:cubicBezTo>
                  <a:pt x="69526" y="7753"/>
                  <a:pt x="66672" y="5874"/>
                  <a:pt x="62863" y="5874"/>
                </a:cubicBezTo>
                <a:close/>
                <a:moveTo>
                  <a:pt x="62863" y="0"/>
                </a:moveTo>
                <a:cubicBezTo>
                  <a:pt x="68952" y="0"/>
                  <a:pt x="73603" y="2431"/>
                  <a:pt x="76814" y="7295"/>
                </a:cubicBezTo>
                <a:cubicBezTo>
                  <a:pt x="80025" y="12150"/>
                  <a:pt x="81631" y="19202"/>
                  <a:pt x="81631" y="28451"/>
                </a:cubicBezTo>
                <a:cubicBezTo>
                  <a:pt x="81631" y="37676"/>
                  <a:pt x="80025" y="44720"/>
                  <a:pt x="76814" y="49584"/>
                </a:cubicBezTo>
                <a:cubicBezTo>
                  <a:pt x="73603" y="54439"/>
                  <a:pt x="68952" y="56867"/>
                  <a:pt x="62863" y="56867"/>
                </a:cubicBezTo>
                <a:cubicBezTo>
                  <a:pt x="56782" y="56867"/>
                  <a:pt x="52136" y="54439"/>
                  <a:pt x="48924" y="49584"/>
                </a:cubicBezTo>
                <a:cubicBezTo>
                  <a:pt x="45713" y="44720"/>
                  <a:pt x="44107" y="37676"/>
                  <a:pt x="44107" y="28451"/>
                </a:cubicBezTo>
                <a:cubicBezTo>
                  <a:pt x="44107" y="19202"/>
                  <a:pt x="45713" y="12150"/>
                  <a:pt x="48924" y="7295"/>
                </a:cubicBezTo>
                <a:cubicBezTo>
                  <a:pt x="52136" y="2431"/>
                  <a:pt x="56782" y="0"/>
                  <a:pt x="62863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60" name="Freeform 1159">
            <a:extLst>
              <a:ext uri="{FF2B5EF4-FFF2-40B4-BE49-F238E27FC236}">
                <a16:creationId xmlns:a16="http://schemas.microsoft.com/office/drawing/2014/main" id="{E8A7988A-D688-7D12-F9CA-A628138C5144}"/>
              </a:ext>
            </a:extLst>
          </p:cNvPr>
          <p:cNvSpPr>
            <a:spLocks noGrp="1"/>
          </p:cNvSpPr>
          <p:nvPr/>
        </p:nvSpPr>
        <p:spPr>
          <a:xfrm>
            <a:off x="4477321" y="241111"/>
            <a:ext cx="8864" cy="2115105"/>
          </a:xfrm>
          <a:custGeom>
            <a:avLst/>
            <a:gdLst/>
            <a:ahLst/>
            <a:cxnLst/>
            <a:rect l="l" t="t" r="r" b="b"/>
            <a:pathLst>
              <a:path w="8864" h="2115105">
                <a:moveTo>
                  <a:pt x="0" y="2115106"/>
                </a:moveTo>
                <a:lnTo>
                  <a:pt x="0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61" name="Freeform 1160">
            <a:extLst>
              <a:ext uri="{FF2B5EF4-FFF2-40B4-BE49-F238E27FC236}">
                <a16:creationId xmlns:a16="http://schemas.microsoft.com/office/drawing/2014/main" id="{3E6C82BB-A08F-698C-3875-D258A5D95678}"/>
              </a:ext>
            </a:extLst>
          </p:cNvPr>
          <p:cNvSpPr>
            <a:spLocks noGrp="1"/>
          </p:cNvSpPr>
          <p:nvPr/>
        </p:nvSpPr>
        <p:spPr>
          <a:xfrm>
            <a:off x="4477321" y="2356217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180" y="568"/>
                </a:moveTo>
                <a:lnTo>
                  <a:pt x="180" y="31893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62" name="Freeform 1161">
            <a:extLst>
              <a:ext uri="{FF2B5EF4-FFF2-40B4-BE49-F238E27FC236}">
                <a16:creationId xmlns:a16="http://schemas.microsoft.com/office/drawing/2014/main" id="{C406A6DC-9297-D51A-3271-10F598ECBD56}"/>
              </a:ext>
            </a:extLst>
          </p:cNvPr>
          <p:cNvSpPr>
            <a:spLocks noGrp="1"/>
          </p:cNvSpPr>
          <p:nvPr/>
        </p:nvSpPr>
        <p:spPr>
          <a:xfrm>
            <a:off x="4435144" y="2416883"/>
            <a:ext cx="84353" cy="56866"/>
          </a:xfrm>
          <a:custGeom>
            <a:avLst/>
            <a:gdLst/>
            <a:ahLst/>
            <a:cxnLst/>
            <a:rect l="l" t="t" r="r" b="b"/>
            <a:pathLst>
              <a:path w="84353" h="56866">
                <a:moveTo>
                  <a:pt x="8831" y="49560"/>
                </a:moveTo>
                <a:lnTo>
                  <a:pt x="34463" y="49560"/>
                </a:lnTo>
                <a:lnTo>
                  <a:pt x="34463" y="55798"/>
                </a:lnTo>
                <a:lnTo>
                  <a:pt x="0" y="55798"/>
                </a:lnTo>
                <a:lnTo>
                  <a:pt x="0" y="49560"/>
                </a:lnTo>
                <a:cubicBezTo>
                  <a:pt x="2785" y="46647"/>
                  <a:pt x="6582" y="42739"/>
                  <a:pt x="11391" y="37837"/>
                </a:cubicBezTo>
                <a:cubicBezTo>
                  <a:pt x="16208" y="32926"/>
                  <a:pt x="19233" y="29759"/>
                  <a:pt x="20466" y="28333"/>
                </a:cubicBezTo>
                <a:cubicBezTo>
                  <a:pt x="22817" y="25671"/>
                  <a:pt x="24457" y="23415"/>
                  <a:pt x="25388" y="21567"/>
                </a:cubicBezTo>
                <a:cubicBezTo>
                  <a:pt x="26326" y="19719"/>
                  <a:pt x="26796" y="17902"/>
                  <a:pt x="26796" y="16117"/>
                </a:cubicBezTo>
                <a:cubicBezTo>
                  <a:pt x="26796" y="13203"/>
                  <a:pt x="25783" y="10830"/>
                  <a:pt x="23759" y="8998"/>
                </a:cubicBezTo>
                <a:cubicBezTo>
                  <a:pt x="21735" y="7158"/>
                  <a:pt x="19097" y="6237"/>
                  <a:pt x="15847" y="6237"/>
                </a:cubicBezTo>
                <a:cubicBezTo>
                  <a:pt x="13543" y="6237"/>
                  <a:pt x="11112" y="6641"/>
                  <a:pt x="8552" y="7447"/>
                </a:cubicBezTo>
                <a:cubicBezTo>
                  <a:pt x="6000" y="8254"/>
                  <a:pt x="3269" y="9479"/>
                  <a:pt x="361" y="11124"/>
                </a:cubicBezTo>
                <a:lnTo>
                  <a:pt x="361" y="3629"/>
                </a:lnTo>
                <a:cubicBezTo>
                  <a:pt x="3316" y="2431"/>
                  <a:pt x="6077" y="1527"/>
                  <a:pt x="8645" y="916"/>
                </a:cubicBezTo>
                <a:cubicBezTo>
                  <a:pt x="11220" y="305"/>
                  <a:pt x="13574" y="0"/>
                  <a:pt x="15707" y="0"/>
                </a:cubicBezTo>
                <a:cubicBezTo>
                  <a:pt x="21331" y="0"/>
                  <a:pt x="25815" y="1421"/>
                  <a:pt x="29158" y="4264"/>
                </a:cubicBezTo>
                <a:cubicBezTo>
                  <a:pt x="32501" y="7099"/>
                  <a:pt x="34172" y="10889"/>
                  <a:pt x="34172" y="15635"/>
                </a:cubicBezTo>
                <a:cubicBezTo>
                  <a:pt x="34172" y="17890"/>
                  <a:pt x="33754" y="20028"/>
                  <a:pt x="32916" y="22049"/>
                </a:cubicBezTo>
                <a:cubicBezTo>
                  <a:pt x="32086" y="24062"/>
                  <a:pt x="30566" y="26438"/>
                  <a:pt x="28355" y="29180"/>
                </a:cubicBezTo>
                <a:cubicBezTo>
                  <a:pt x="27750" y="29892"/>
                  <a:pt x="25822" y="31944"/>
                  <a:pt x="22572" y="35335"/>
                </a:cubicBezTo>
                <a:cubicBezTo>
                  <a:pt x="19330" y="38726"/>
                  <a:pt x="14750" y="43468"/>
                  <a:pt x="8831" y="49560"/>
                </a:cubicBezTo>
                <a:close/>
                <a:moveTo>
                  <a:pt x="65586" y="5874"/>
                </a:moveTo>
                <a:cubicBezTo>
                  <a:pt x="61808" y="5874"/>
                  <a:pt x="58966" y="7753"/>
                  <a:pt x="57057" y="11512"/>
                </a:cubicBezTo>
                <a:cubicBezTo>
                  <a:pt x="55157" y="15263"/>
                  <a:pt x="54207" y="20910"/>
                  <a:pt x="54207" y="28451"/>
                </a:cubicBezTo>
                <a:cubicBezTo>
                  <a:pt x="54207" y="35961"/>
                  <a:pt x="55157" y="41596"/>
                  <a:pt x="57057" y="45355"/>
                </a:cubicBezTo>
                <a:cubicBezTo>
                  <a:pt x="58966" y="49114"/>
                  <a:pt x="61808" y="50993"/>
                  <a:pt x="65586" y="50993"/>
                </a:cubicBezTo>
                <a:cubicBezTo>
                  <a:pt x="69395" y="50993"/>
                  <a:pt x="72249" y="49114"/>
                  <a:pt x="74149" y="45355"/>
                </a:cubicBezTo>
                <a:cubicBezTo>
                  <a:pt x="76058" y="41596"/>
                  <a:pt x="77012" y="35962"/>
                  <a:pt x="77012" y="28451"/>
                </a:cubicBezTo>
                <a:cubicBezTo>
                  <a:pt x="77012" y="20910"/>
                  <a:pt x="76058" y="15263"/>
                  <a:pt x="74149" y="11512"/>
                </a:cubicBezTo>
                <a:cubicBezTo>
                  <a:pt x="72249" y="7753"/>
                  <a:pt x="69395" y="5874"/>
                  <a:pt x="65586" y="5874"/>
                </a:cubicBezTo>
                <a:close/>
                <a:moveTo>
                  <a:pt x="65586" y="0"/>
                </a:moveTo>
                <a:cubicBezTo>
                  <a:pt x="71675" y="0"/>
                  <a:pt x="76325" y="2431"/>
                  <a:pt x="79536" y="7295"/>
                </a:cubicBezTo>
                <a:cubicBezTo>
                  <a:pt x="82748" y="12150"/>
                  <a:pt x="84353" y="19202"/>
                  <a:pt x="84353" y="28451"/>
                </a:cubicBezTo>
                <a:cubicBezTo>
                  <a:pt x="84353" y="37676"/>
                  <a:pt x="82748" y="44720"/>
                  <a:pt x="79536" y="49584"/>
                </a:cubicBezTo>
                <a:cubicBezTo>
                  <a:pt x="76325" y="54439"/>
                  <a:pt x="71675" y="56867"/>
                  <a:pt x="65586" y="56867"/>
                </a:cubicBezTo>
                <a:cubicBezTo>
                  <a:pt x="59505" y="56867"/>
                  <a:pt x="54858" y="54439"/>
                  <a:pt x="51647" y="49584"/>
                </a:cubicBezTo>
                <a:cubicBezTo>
                  <a:pt x="48436" y="44720"/>
                  <a:pt x="46830" y="37676"/>
                  <a:pt x="46830" y="28451"/>
                </a:cubicBezTo>
                <a:cubicBezTo>
                  <a:pt x="46830" y="19202"/>
                  <a:pt x="48436" y="12150"/>
                  <a:pt x="51647" y="7295"/>
                </a:cubicBezTo>
                <a:cubicBezTo>
                  <a:pt x="54858" y="2431"/>
                  <a:pt x="59505" y="0"/>
                  <a:pt x="65586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64" name="Freeform 1163">
            <a:extLst>
              <a:ext uri="{FF2B5EF4-FFF2-40B4-BE49-F238E27FC236}">
                <a16:creationId xmlns:a16="http://schemas.microsoft.com/office/drawing/2014/main" id="{9910360D-08D6-FBA2-45EB-67EB722E8E8B}"/>
              </a:ext>
            </a:extLst>
          </p:cNvPr>
          <p:cNvSpPr>
            <a:spLocks noGrp="1"/>
          </p:cNvSpPr>
          <p:nvPr/>
        </p:nvSpPr>
        <p:spPr>
          <a:xfrm>
            <a:off x="4762925" y="241111"/>
            <a:ext cx="8864" cy="2115105"/>
          </a:xfrm>
          <a:custGeom>
            <a:avLst/>
            <a:gdLst/>
            <a:ahLst/>
            <a:cxnLst/>
            <a:rect l="l" t="t" r="r" b="b"/>
            <a:pathLst>
              <a:path w="8864" h="2115105">
                <a:moveTo>
                  <a:pt x="0" y="2115106"/>
                </a:moveTo>
                <a:lnTo>
                  <a:pt x="0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65" name="Freeform 1164">
            <a:extLst>
              <a:ext uri="{FF2B5EF4-FFF2-40B4-BE49-F238E27FC236}">
                <a16:creationId xmlns:a16="http://schemas.microsoft.com/office/drawing/2014/main" id="{BC1F212C-4265-C425-9625-23F61448FAAA}"/>
              </a:ext>
            </a:extLst>
          </p:cNvPr>
          <p:cNvSpPr>
            <a:spLocks noGrp="1"/>
          </p:cNvSpPr>
          <p:nvPr/>
        </p:nvSpPr>
        <p:spPr>
          <a:xfrm>
            <a:off x="4762925" y="2356217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212" y="568"/>
                </a:moveTo>
                <a:lnTo>
                  <a:pt x="212" y="31893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66" name="Freeform 1165">
            <a:extLst>
              <a:ext uri="{FF2B5EF4-FFF2-40B4-BE49-F238E27FC236}">
                <a16:creationId xmlns:a16="http://schemas.microsoft.com/office/drawing/2014/main" id="{E7D97867-9421-7BAB-F6CD-6401F22A2053}"/>
              </a:ext>
            </a:extLst>
          </p:cNvPr>
          <p:cNvSpPr>
            <a:spLocks noGrp="1"/>
          </p:cNvSpPr>
          <p:nvPr/>
        </p:nvSpPr>
        <p:spPr>
          <a:xfrm>
            <a:off x="4720859" y="2416883"/>
            <a:ext cx="84132" cy="56866"/>
          </a:xfrm>
          <a:custGeom>
            <a:avLst/>
            <a:gdLst/>
            <a:ahLst/>
            <a:cxnLst/>
            <a:rect l="l" t="t" r="r" b="b"/>
            <a:pathLst>
              <a:path w="84132" h="56866">
                <a:moveTo>
                  <a:pt x="24538" y="26243"/>
                </a:moveTo>
                <a:cubicBezTo>
                  <a:pt x="28052" y="27002"/>
                  <a:pt x="30794" y="28584"/>
                  <a:pt x="32765" y="30988"/>
                </a:cubicBezTo>
                <a:cubicBezTo>
                  <a:pt x="34743" y="33385"/>
                  <a:pt x="35732" y="36345"/>
                  <a:pt x="35732" y="39869"/>
                </a:cubicBezTo>
                <a:cubicBezTo>
                  <a:pt x="35732" y="45273"/>
                  <a:pt x="33889" y="49459"/>
                  <a:pt x="30205" y="52427"/>
                </a:cubicBezTo>
                <a:cubicBezTo>
                  <a:pt x="26520" y="55387"/>
                  <a:pt x="21284" y="56867"/>
                  <a:pt x="14497" y="56867"/>
                </a:cubicBezTo>
                <a:cubicBezTo>
                  <a:pt x="12225" y="56867"/>
                  <a:pt x="9882" y="56640"/>
                  <a:pt x="7470" y="56186"/>
                </a:cubicBezTo>
                <a:cubicBezTo>
                  <a:pt x="5057" y="55732"/>
                  <a:pt x="2567" y="55050"/>
                  <a:pt x="0" y="54142"/>
                </a:cubicBezTo>
                <a:lnTo>
                  <a:pt x="0" y="46988"/>
                </a:lnTo>
                <a:cubicBezTo>
                  <a:pt x="2032" y="48186"/>
                  <a:pt x="4258" y="49091"/>
                  <a:pt x="6679" y="49701"/>
                </a:cubicBezTo>
                <a:cubicBezTo>
                  <a:pt x="9106" y="50312"/>
                  <a:pt x="11643" y="50617"/>
                  <a:pt x="14288" y="50617"/>
                </a:cubicBezTo>
                <a:cubicBezTo>
                  <a:pt x="18888" y="50617"/>
                  <a:pt x="22394" y="49701"/>
                  <a:pt x="24806" y="47869"/>
                </a:cubicBezTo>
                <a:cubicBezTo>
                  <a:pt x="27219" y="46036"/>
                  <a:pt x="28425" y="43370"/>
                  <a:pt x="28425" y="39869"/>
                </a:cubicBezTo>
                <a:cubicBezTo>
                  <a:pt x="28425" y="36635"/>
                  <a:pt x="27304" y="34109"/>
                  <a:pt x="25062" y="32292"/>
                </a:cubicBezTo>
                <a:cubicBezTo>
                  <a:pt x="22820" y="30468"/>
                  <a:pt x="19702" y="29555"/>
                  <a:pt x="15707" y="29555"/>
                </a:cubicBezTo>
                <a:lnTo>
                  <a:pt x="9378" y="29555"/>
                </a:lnTo>
                <a:lnTo>
                  <a:pt x="9378" y="23459"/>
                </a:lnTo>
                <a:lnTo>
                  <a:pt x="15998" y="23459"/>
                </a:lnTo>
                <a:cubicBezTo>
                  <a:pt x="19605" y="23459"/>
                  <a:pt x="22367" y="22730"/>
                  <a:pt x="24283" y="21273"/>
                </a:cubicBezTo>
                <a:cubicBezTo>
                  <a:pt x="26198" y="19817"/>
                  <a:pt x="27156" y="17718"/>
                  <a:pt x="27156" y="14977"/>
                </a:cubicBezTo>
                <a:cubicBezTo>
                  <a:pt x="27156" y="12166"/>
                  <a:pt x="26167" y="10008"/>
                  <a:pt x="24189" y="8504"/>
                </a:cubicBezTo>
                <a:cubicBezTo>
                  <a:pt x="22219" y="6993"/>
                  <a:pt x="19392" y="6237"/>
                  <a:pt x="15707" y="6237"/>
                </a:cubicBezTo>
                <a:cubicBezTo>
                  <a:pt x="13691" y="6237"/>
                  <a:pt x="11530" y="6461"/>
                  <a:pt x="9227" y="6907"/>
                </a:cubicBezTo>
                <a:cubicBezTo>
                  <a:pt x="6923" y="7346"/>
                  <a:pt x="4390" y="8027"/>
                  <a:pt x="1629" y="8951"/>
                </a:cubicBezTo>
                <a:lnTo>
                  <a:pt x="1629" y="2349"/>
                </a:lnTo>
                <a:cubicBezTo>
                  <a:pt x="4421" y="1566"/>
                  <a:pt x="7035" y="979"/>
                  <a:pt x="9471" y="587"/>
                </a:cubicBezTo>
                <a:cubicBezTo>
                  <a:pt x="11907" y="196"/>
                  <a:pt x="14203" y="0"/>
                  <a:pt x="16359" y="0"/>
                </a:cubicBezTo>
                <a:cubicBezTo>
                  <a:pt x="21936" y="0"/>
                  <a:pt x="26346" y="1280"/>
                  <a:pt x="29588" y="3841"/>
                </a:cubicBezTo>
                <a:cubicBezTo>
                  <a:pt x="32838" y="6394"/>
                  <a:pt x="34463" y="9848"/>
                  <a:pt x="34463" y="14202"/>
                </a:cubicBezTo>
                <a:cubicBezTo>
                  <a:pt x="34463" y="17240"/>
                  <a:pt x="33602" y="19805"/>
                  <a:pt x="31880" y="21896"/>
                </a:cubicBezTo>
                <a:cubicBezTo>
                  <a:pt x="30158" y="23987"/>
                  <a:pt x="27711" y="25436"/>
                  <a:pt x="24538" y="26243"/>
                </a:cubicBezTo>
                <a:close/>
                <a:moveTo>
                  <a:pt x="65365" y="5874"/>
                </a:moveTo>
                <a:cubicBezTo>
                  <a:pt x="61587" y="5874"/>
                  <a:pt x="58744" y="7753"/>
                  <a:pt x="56836" y="11512"/>
                </a:cubicBezTo>
                <a:cubicBezTo>
                  <a:pt x="54936" y="15263"/>
                  <a:pt x="53986" y="20910"/>
                  <a:pt x="53986" y="28451"/>
                </a:cubicBezTo>
                <a:cubicBezTo>
                  <a:pt x="53986" y="35961"/>
                  <a:pt x="54936" y="41596"/>
                  <a:pt x="56836" y="45355"/>
                </a:cubicBezTo>
                <a:cubicBezTo>
                  <a:pt x="58744" y="49114"/>
                  <a:pt x="61587" y="50993"/>
                  <a:pt x="65365" y="50993"/>
                </a:cubicBezTo>
                <a:cubicBezTo>
                  <a:pt x="69173" y="50993"/>
                  <a:pt x="72028" y="49114"/>
                  <a:pt x="73928" y="45355"/>
                </a:cubicBezTo>
                <a:cubicBezTo>
                  <a:pt x="75836" y="41596"/>
                  <a:pt x="76791" y="35962"/>
                  <a:pt x="76791" y="28451"/>
                </a:cubicBezTo>
                <a:cubicBezTo>
                  <a:pt x="76791" y="20910"/>
                  <a:pt x="75836" y="15263"/>
                  <a:pt x="73928" y="11512"/>
                </a:cubicBezTo>
                <a:cubicBezTo>
                  <a:pt x="72028" y="7753"/>
                  <a:pt x="69173" y="5874"/>
                  <a:pt x="65365" y="5874"/>
                </a:cubicBezTo>
                <a:close/>
                <a:moveTo>
                  <a:pt x="65365" y="0"/>
                </a:moveTo>
                <a:cubicBezTo>
                  <a:pt x="71454" y="0"/>
                  <a:pt x="76104" y="2431"/>
                  <a:pt x="79315" y="7295"/>
                </a:cubicBezTo>
                <a:cubicBezTo>
                  <a:pt x="82527" y="12150"/>
                  <a:pt x="84132" y="19202"/>
                  <a:pt x="84132" y="28451"/>
                </a:cubicBezTo>
                <a:cubicBezTo>
                  <a:pt x="84132" y="37676"/>
                  <a:pt x="82527" y="44720"/>
                  <a:pt x="79315" y="49584"/>
                </a:cubicBezTo>
                <a:cubicBezTo>
                  <a:pt x="76104" y="54439"/>
                  <a:pt x="71454" y="56867"/>
                  <a:pt x="65365" y="56867"/>
                </a:cubicBezTo>
                <a:cubicBezTo>
                  <a:pt x="59284" y="56867"/>
                  <a:pt x="54637" y="54439"/>
                  <a:pt x="51426" y="49584"/>
                </a:cubicBezTo>
                <a:cubicBezTo>
                  <a:pt x="48215" y="44720"/>
                  <a:pt x="46609" y="37676"/>
                  <a:pt x="46609" y="28451"/>
                </a:cubicBezTo>
                <a:cubicBezTo>
                  <a:pt x="46609" y="19202"/>
                  <a:pt x="48215" y="12150"/>
                  <a:pt x="51426" y="7295"/>
                </a:cubicBezTo>
                <a:cubicBezTo>
                  <a:pt x="54637" y="2431"/>
                  <a:pt x="59284" y="0"/>
                  <a:pt x="65365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68" name="Freeform 1167">
            <a:extLst>
              <a:ext uri="{FF2B5EF4-FFF2-40B4-BE49-F238E27FC236}">
                <a16:creationId xmlns:a16="http://schemas.microsoft.com/office/drawing/2014/main" id="{5EA91225-0B2C-5903-EDC2-1C33F4604276}"/>
              </a:ext>
            </a:extLst>
          </p:cNvPr>
          <p:cNvSpPr>
            <a:spLocks noGrp="1"/>
          </p:cNvSpPr>
          <p:nvPr/>
        </p:nvSpPr>
        <p:spPr>
          <a:xfrm>
            <a:off x="5048530" y="241111"/>
            <a:ext cx="8864" cy="2115105"/>
          </a:xfrm>
          <a:custGeom>
            <a:avLst/>
            <a:gdLst/>
            <a:ahLst/>
            <a:cxnLst/>
            <a:rect l="l" t="t" r="r" b="b"/>
            <a:pathLst>
              <a:path w="8864" h="2115105">
                <a:moveTo>
                  <a:pt x="0" y="2115106"/>
                </a:moveTo>
                <a:lnTo>
                  <a:pt x="0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69" name="Freeform 1168">
            <a:extLst>
              <a:ext uri="{FF2B5EF4-FFF2-40B4-BE49-F238E27FC236}">
                <a16:creationId xmlns:a16="http://schemas.microsoft.com/office/drawing/2014/main" id="{ACFB160E-4C99-0E50-B216-3283F2FAF71C}"/>
              </a:ext>
            </a:extLst>
          </p:cNvPr>
          <p:cNvSpPr>
            <a:spLocks noGrp="1"/>
          </p:cNvSpPr>
          <p:nvPr/>
        </p:nvSpPr>
        <p:spPr>
          <a:xfrm>
            <a:off x="5048530" y="2356217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245" y="568"/>
                </a:moveTo>
                <a:lnTo>
                  <a:pt x="245" y="31893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70" name="Freeform 1169">
            <a:extLst>
              <a:ext uri="{FF2B5EF4-FFF2-40B4-BE49-F238E27FC236}">
                <a16:creationId xmlns:a16="http://schemas.microsoft.com/office/drawing/2014/main" id="{F24BCF86-9663-340F-BE5E-93894302D234}"/>
              </a:ext>
            </a:extLst>
          </p:cNvPr>
          <p:cNvSpPr>
            <a:spLocks noGrp="1"/>
          </p:cNvSpPr>
          <p:nvPr/>
        </p:nvSpPr>
        <p:spPr>
          <a:xfrm>
            <a:off x="5005446" y="2416883"/>
            <a:ext cx="86168" cy="56866"/>
          </a:xfrm>
          <a:custGeom>
            <a:avLst/>
            <a:gdLst/>
            <a:ahLst/>
            <a:cxnLst/>
            <a:rect l="l" t="t" r="r" b="b"/>
            <a:pathLst>
              <a:path w="86168" h="56866">
                <a:moveTo>
                  <a:pt x="24504" y="7447"/>
                </a:moveTo>
                <a:lnTo>
                  <a:pt x="5957" y="36709"/>
                </a:lnTo>
                <a:lnTo>
                  <a:pt x="24504" y="36709"/>
                </a:lnTo>
                <a:lnTo>
                  <a:pt x="24504" y="7447"/>
                </a:lnTo>
                <a:close/>
                <a:moveTo>
                  <a:pt x="22572" y="987"/>
                </a:moveTo>
                <a:lnTo>
                  <a:pt x="31811" y="987"/>
                </a:lnTo>
                <a:lnTo>
                  <a:pt x="31811" y="36709"/>
                </a:lnTo>
                <a:lnTo>
                  <a:pt x="39560" y="36709"/>
                </a:lnTo>
                <a:lnTo>
                  <a:pt x="39560" y="42876"/>
                </a:lnTo>
                <a:lnTo>
                  <a:pt x="31811" y="42876"/>
                </a:lnTo>
                <a:lnTo>
                  <a:pt x="31811" y="55798"/>
                </a:lnTo>
                <a:lnTo>
                  <a:pt x="24504" y="55798"/>
                </a:lnTo>
                <a:lnTo>
                  <a:pt x="24504" y="42876"/>
                </a:lnTo>
                <a:lnTo>
                  <a:pt x="0" y="42876"/>
                </a:lnTo>
                <a:lnTo>
                  <a:pt x="0" y="35722"/>
                </a:lnTo>
                <a:lnTo>
                  <a:pt x="22572" y="987"/>
                </a:lnTo>
                <a:close/>
                <a:moveTo>
                  <a:pt x="67401" y="5874"/>
                </a:moveTo>
                <a:cubicBezTo>
                  <a:pt x="63623" y="5874"/>
                  <a:pt x="60781" y="7753"/>
                  <a:pt x="58872" y="11512"/>
                </a:cubicBezTo>
                <a:cubicBezTo>
                  <a:pt x="56972" y="15263"/>
                  <a:pt x="56022" y="20910"/>
                  <a:pt x="56022" y="28451"/>
                </a:cubicBezTo>
                <a:cubicBezTo>
                  <a:pt x="56022" y="35961"/>
                  <a:pt x="56972" y="41596"/>
                  <a:pt x="58872" y="45355"/>
                </a:cubicBezTo>
                <a:cubicBezTo>
                  <a:pt x="60781" y="49114"/>
                  <a:pt x="63623" y="50993"/>
                  <a:pt x="67401" y="50993"/>
                </a:cubicBezTo>
                <a:cubicBezTo>
                  <a:pt x="71210" y="50993"/>
                  <a:pt x="74064" y="49114"/>
                  <a:pt x="75964" y="45355"/>
                </a:cubicBezTo>
                <a:cubicBezTo>
                  <a:pt x="77873" y="41596"/>
                  <a:pt x="78827" y="35962"/>
                  <a:pt x="78827" y="28451"/>
                </a:cubicBezTo>
                <a:cubicBezTo>
                  <a:pt x="78827" y="20910"/>
                  <a:pt x="77873" y="15263"/>
                  <a:pt x="75964" y="11512"/>
                </a:cubicBezTo>
                <a:cubicBezTo>
                  <a:pt x="74064" y="7753"/>
                  <a:pt x="71210" y="5874"/>
                  <a:pt x="67401" y="5874"/>
                </a:cubicBezTo>
                <a:close/>
                <a:moveTo>
                  <a:pt x="67401" y="0"/>
                </a:moveTo>
                <a:cubicBezTo>
                  <a:pt x="73490" y="0"/>
                  <a:pt x="78140" y="2431"/>
                  <a:pt x="81352" y="7295"/>
                </a:cubicBezTo>
                <a:cubicBezTo>
                  <a:pt x="84563" y="12150"/>
                  <a:pt x="86168" y="19202"/>
                  <a:pt x="86168" y="28451"/>
                </a:cubicBezTo>
                <a:cubicBezTo>
                  <a:pt x="86168" y="37676"/>
                  <a:pt x="84563" y="44720"/>
                  <a:pt x="81352" y="49584"/>
                </a:cubicBezTo>
                <a:cubicBezTo>
                  <a:pt x="78140" y="54439"/>
                  <a:pt x="73490" y="56867"/>
                  <a:pt x="67401" y="56867"/>
                </a:cubicBezTo>
                <a:cubicBezTo>
                  <a:pt x="61320" y="56867"/>
                  <a:pt x="56673" y="54439"/>
                  <a:pt x="53462" y="49584"/>
                </a:cubicBezTo>
                <a:cubicBezTo>
                  <a:pt x="50251" y="44720"/>
                  <a:pt x="48645" y="37676"/>
                  <a:pt x="48645" y="28451"/>
                </a:cubicBezTo>
                <a:cubicBezTo>
                  <a:pt x="48645" y="19202"/>
                  <a:pt x="50251" y="12150"/>
                  <a:pt x="53462" y="7295"/>
                </a:cubicBezTo>
                <a:cubicBezTo>
                  <a:pt x="56673" y="2431"/>
                  <a:pt x="61320" y="0"/>
                  <a:pt x="67401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72" name="Freeform 1171">
            <a:extLst>
              <a:ext uri="{FF2B5EF4-FFF2-40B4-BE49-F238E27FC236}">
                <a16:creationId xmlns:a16="http://schemas.microsoft.com/office/drawing/2014/main" id="{4CFDB737-FD99-A042-B38F-8A9B470902E5}"/>
              </a:ext>
            </a:extLst>
          </p:cNvPr>
          <p:cNvSpPr>
            <a:spLocks noGrp="1"/>
          </p:cNvSpPr>
          <p:nvPr/>
        </p:nvSpPr>
        <p:spPr>
          <a:xfrm>
            <a:off x="5334135" y="241111"/>
            <a:ext cx="8864" cy="2115105"/>
          </a:xfrm>
          <a:custGeom>
            <a:avLst/>
            <a:gdLst/>
            <a:ahLst/>
            <a:cxnLst/>
            <a:rect l="l" t="t" r="r" b="b"/>
            <a:pathLst>
              <a:path w="8864" h="2115105">
                <a:moveTo>
                  <a:pt x="0" y="2115106"/>
                </a:moveTo>
                <a:lnTo>
                  <a:pt x="0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73" name="Freeform 1172">
            <a:extLst>
              <a:ext uri="{FF2B5EF4-FFF2-40B4-BE49-F238E27FC236}">
                <a16:creationId xmlns:a16="http://schemas.microsoft.com/office/drawing/2014/main" id="{86675D4F-4301-45A2-A653-3315AD91F943}"/>
              </a:ext>
            </a:extLst>
          </p:cNvPr>
          <p:cNvSpPr>
            <a:spLocks noGrp="1"/>
          </p:cNvSpPr>
          <p:nvPr/>
        </p:nvSpPr>
        <p:spPr>
          <a:xfrm>
            <a:off x="5334134" y="2356217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277" y="568"/>
                </a:moveTo>
                <a:lnTo>
                  <a:pt x="277" y="31893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74" name="Freeform 1173">
            <a:extLst>
              <a:ext uri="{FF2B5EF4-FFF2-40B4-BE49-F238E27FC236}">
                <a16:creationId xmlns:a16="http://schemas.microsoft.com/office/drawing/2014/main" id="{1982D003-E628-F9A6-FFE1-9FEFDA0446AB}"/>
              </a:ext>
            </a:extLst>
          </p:cNvPr>
          <p:cNvSpPr>
            <a:spLocks noGrp="1"/>
          </p:cNvSpPr>
          <p:nvPr/>
        </p:nvSpPr>
        <p:spPr>
          <a:xfrm>
            <a:off x="5292103" y="2416883"/>
            <a:ext cx="84062" cy="56866"/>
          </a:xfrm>
          <a:custGeom>
            <a:avLst/>
            <a:gdLst/>
            <a:ahLst/>
            <a:cxnLst/>
            <a:rect l="l" t="t" r="r" b="b"/>
            <a:pathLst>
              <a:path w="84062" h="56866">
                <a:moveTo>
                  <a:pt x="2292" y="987"/>
                </a:moveTo>
                <a:lnTo>
                  <a:pt x="31124" y="987"/>
                </a:lnTo>
                <a:lnTo>
                  <a:pt x="31124" y="7236"/>
                </a:lnTo>
                <a:lnTo>
                  <a:pt x="9017" y="7236"/>
                </a:lnTo>
                <a:lnTo>
                  <a:pt x="9017" y="20663"/>
                </a:lnTo>
                <a:cubicBezTo>
                  <a:pt x="10080" y="20295"/>
                  <a:pt x="11143" y="20021"/>
                  <a:pt x="12205" y="19841"/>
                </a:cubicBezTo>
                <a:cubicBezTo>
                  <a:pt x="13276" y="19660"/>
                  <a:pt x="14346" y="19570"/>
                  <a:pt x="15416" y="19570"/>
                </a:cubicBezTo>
                <a:cubicBezTo>
                  <a:pt x="21475" y="19570"/>
                  <a:pt x="26272" y="21246"/>
                  <a:pt x="29809" y="24598"/>
                </a:cubicBezTo>
                <a:cubicBezTo>
                  <a:pt x="33354" y="27950"/>
                  <a:pt x="35127" y="32488"/>
                  <a:pt x="35127" y="38213"/>
                </a:cubicBezTo>
                <a:cubicBezTo>
                  <a:pt x="35127" y="44110"/>
                  <a:pt x="33307" y="48695"/>
                  <a:pt x="29670" y="51968"/>
                </a:cubicBezTo>
                <a:cubicBezTo>
                  <a:pt x="26032" y="55234"/>
                  <a:pt x="20905" y="56867"/>
                  <a:pt x="14288" y="56867"/>
                </a:cubicBezTo>
                <a:cubicBezTo>
                  <a:pt x="12007" y="56867"/>
                  <a:pt x="9684" y="56671"/>
                  <a:pt x="7319" y="56280"/>
                </a:cubicBezTo>
                <a:cubicBezTo>
                  <a:pt x="4961" y="55888"/>
                  <a:pt x="2521" y="55301"/>
                  <a:pt x="0" y="54518"/>
                </a:cubicBezTo>
                <a:lnTo>
                  <a:pt x="0" y="47059"/>
                </a:lnTo>
                <a:cubicBezTo>
                  <a:pt x="2180" y="48257"/>
                  <a:pt x="4433" y="49149"/>
                  <a:pt x="6760" y="49737"/>
                </a:cubicBezTo>
                <a:cubicBezTo>
                  <a:pt x="9087" y="50324"/>
                  <a:pt x="11546" y="50617"/>
                  <a:pt x="14137" y="50617"/>
                </a:cubicBezTo>
                <a:cubicBezTo>
                  <a:pt x="18333" y="50617"/>
                  <a:pt x="21653" y="49506"/>
                  <a:pt x="24096" y="47281"/>
                </a:cubicBezTo>
                <a:cubicBezTo>
                  <a:pt x="26548" y="45058"/>
                  <a:pt x="27773" y="42034"/>
                  <a:pt x="27773" y="38213"/>
                </a:cubicBezTo>
                <a:cubicBezTo>
                  <a:pt x="27773" y="34399"/>
                  <a:pt x="26548" y="31380"/>
                  <a:pt x="24096" y="29156"/>
                </a:cubicBezTo>
                <a:cubicBezTo>
                  <a:pt x="21653" y="26924"/>
                  <a:pt x="18333" y="25808"/>
                  <a:pt x="14137" y="25808"/>
                </a:cubicBezTo>
                <a:cubicBezTo>
                  <a:pt x="12174" y="25808"/>
                  <a:pt x="10216" y="26027"/>
                  <a:pt x="8261" y="26466"/>
                </a:cubicBezTo>
                <a:cubicBezTo>
                  <a:pt x="6314" y="26904"/>
                  <a:pt x="4325" y="27589"/>
                  <a:pt x="2292" y="28521"/>
                </a:cubicBezTo>
                <a:lnTo>
                  <a:pt x="2292" y="987"/>
                </a:lnTo>
                <a:close/>
                <a:moveTo>
                  <a:pt x="65295" y="5874"/>
                </a:moveTo>
                <a:cubicBezTo>
                  <a:pt x="61517" y="5874"/>
                  <a:pt x="58675" y="7753"/>
                  <a:pt x="56767" y="11512"/>
                </a:cubicBezTo>
                <a:cubicBezTo>
                  <a:pt x="54866" y="15263"/>
                  <a:pt x="53916" y="20910"/>
                  <a:pt x="53916" y="28451"/>
                </a:cubicBezTo>
                <a:cubicBezTo>
                  <a:pt x="53916" y="35961"/>
                  <a:pt x="54866" y="41596"/>
                  <a:pt x="56767" y="45355"/>
                </a:cubicBezTo>
                <a:cubicBezTo>
                  <a:pt x="58675" y="49114"/>
                  <a:pt x="61517" y="50993"/>
                  <a:pt x="65295" y="50993"/>
                </a:cubicBezTo>
                <a:cubicBezTo>
                  <a:pt x="69104" y="50993"/>
                  <a:pt x="71958" y="49114"/>
                  <a:pt x="73858" y="45355"/>
                </a:cubicBezTo>
                <a:cubicBezTo>
                  <a:pt x="75767" y="41596"/>
                  <a:pt x="76721" y="35962"/>
                  <a:pt x="76721" y="28451"/>
                </a:cubicBezTo>
                <a:cubicBezTo>
                  <a:pt x="76721" y="20910"/>
                  <a:pt x="75767" y="15263"/>
                  <a:pt x="73858" y="11512"/>
                </a:cubicBezTo>
                <a:cubicBezTo>
                  <a:pt x="71958" y="7753"/>
                  <a:pt x="69104" y="5874"/>
                  <a:pt x="65295" y="5874"/>
                </a:cubicBezTo>
                <a:close/>
                <a:moveTo>
                  <a:pt x="65295" y="0"/>
                </a:moveTo>
                <a:cubicBezTo>
                  <a:pt x="71384" y="0"/>
                  <a:pt x="76034" y="2431"/>
                  <a:pt x="79246" y="7295"/>
                </a:cubicBezTo>
                <a:cubicBezTo>
                  <a:pt x="82457" y="12150"/>
                  <a:pt x="84063" y="19202"/>
                  <a:pt x="84063" y="28451"/>
                </a:cubicBezTo>
                <a:cubicBezTo>
                  <a:pt x="84063" y="37676"/>
                  <a:pt x="82457" y="44720"/>
                  <a:pt x="79246" y="49584"/>
                </a:cubicBezTo>
                <a:cubicBezTo>
                  <a:pt x="76034" y="54439"/>
                  <a:pt x="71384" y="56867"/>
                  <a:pt x="65295" y="56867"/>
                </a:cubicBezTo>
                <a:cubicBezTo>
                  <a:pt x="59214" y="56867"/>
                  <a:pt x="54567" y="54439"/>
                  <a:pt x="51356" y="49584"/>
                </a:cubicBezTo>
                <a:cubicBezTo>
                  <a:pt x="48145" y="44720"/>
                  <a:pt x="46539" y="37676"/>
                  <a:pt x="46539" y="28451"/>
                </a:cubicBezTo>
                <a:cubicBezTo>
                  <a:pt x="46539" y="19202"/>
                  <a:pt x="48145" y="12150"/>
                  <a:pt x="51356" y="7295"/>
                </a:cubicBezTo>
                <a:cubicBezTo>
                  <a:pt x="54567" y="2431"/>
                  <a:pt x="59214" y="0"/>
                  <a:pt x="65295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76" name="Freeform 1175">
            <a:extLst>
              <a:ext uri="{FF2B5EF4-FFF2-40B4-BE49-F238E27FC236}">
                <a16:creationId xmlns:a16="http://schemas.microsoft.com/office/drawing/2014/main" id="{58FE6A30-E815-B477-3766-C81C250D06F2}"/>
              </a:ext>
            </a:extLst>
          </p:cNvPr>
          <p:cNvSpPr>
            <a:spLocks noGrp="1"/>
          </p:cNvSpPr>
          <p:nvPr/>
        </p:nvSpPr>
        <p:spPr>
          <a:xfrm>
            <a:off x="5619739" y="241111"/>
            <a:ext cx="8864" cy="2115105"/>
          </a:xfrm>
          <a:custGeom>
            <a:avLst/>
            <a:gdLst/>
            <a:ahLst/>
            <a:cxnLst/>
            <a:rect l="l" t="t" r="r" b="b"/>
            <a:pathLst>
              <a:path w="8864" h="2115105">
                <a:moveTo>
                  <a:pt x="0" y="2115106"/>
                </a:moveTo>
                <a:lnTo>
                  <a:pt x="0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77" name="Freeform 1176">
            <a:extLst>
              <a:ext uri="{FF2B5EF4-FFF2-40B4-BE49-F238E27FC236}">
                <a16:creationId xmlns:a16="http://schemas.microsoft.com/office/drawing/2014/main" id="{6BE9B958-7AE5-3E59-7486-37F1B56047EB}"/>
              </a:ext>
            </a:extLst>
          </p:cNvPr>
          <p:cNvSpPr>
            <a:spLocks noGrp="1"/>
          </p:cNvSpPr>
          <p:nvPr/>
        </p:nvSpPr>
        <p:spPr>
          <a:xfrm>
            <a:off x="5619739" y="2356217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309" y="568"/>
                </a:moveTo>
                <a:lnTo>
                  <a:pt x="309" y="31893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78" name="Freeform 1177">
            <a:extLst>
              <a:ext uri="{FF2B5EF4-FFF2-40B4-BE49-F238E27FC236}">
                <a16:creationId xmlns:a16="http://schemas.microsoft.com/office/drawing/2014/main" id="{C460E362-FC54-213E-64E5-0F2CEB9BFF71}"/>
              </a:ext>
            </a:extLst>
          </p:cNvPr>
          <p:cNvSpPr>
            <a:spLocks noGrp="1"/>
          </p:cNvSpPr>
          <p:nvPr/>
        </p:nvSpPr>
        <p:spPr>
          <a:xfrm>
            <a:off x="5577434" y="2416883"/>
            <a:ext cx="84609" cy="56866"/>
          </a:xfrm>
          <a:custGeom>
            <a:avLst/>
            <a:gdLst/>
            <a:ahLst/>
            <a:cxnLst/>
            <a:rect l="l" t="t" r="r" b="b"/>
            <a:pathLst>
              <a:path w="84609" h="56866">
                <a:moveTo>
                  <a:pt x="19384" y="25444"/>
                </a:moveTo>
                <a:cubicBezTo>
                  <a:pt x="16088" y="25444"/>
                  <a:pt x="13474" y="26583"/>
                  <a:pt x="11542" y="28862"/>
                </a:cubicBezTo>
                <a:cubicBezTo>
                  <a:pt x="9619" y="31133"/>
                  <a:pt x="8657" y="34250"/>
                  <a:pt x="8657" y="38213"/>
                </a:cubicBezTo>
                <a:cubicBezTo>
                  <a:pt x="8657" y="42152"/>
                  <a:pt x="9619" y="45269"/>
                  <a:pt x="11542" y="47563"/>
                </a:cubicBezTo>
                <a:cubicBezTo>
                  <a:pt x="13474" y="49850"/>
                  <a:pt x="16088" y="50993"/>
                  <a:pt x="19384" y="50993"/>
                </a:cubicBezTo>
                <a:cubicBezTo>
                  <a:pt x="22681" y="50993"/>
                  <a:pt x="25291" y="49850"/>
                  <a:pt x="27215" y="47563"/>
                </a:cubicBezTo>
                <a:cubicBezTo>
                  <a:pt x="29139" y="45269"/>
                  <a:pt x="30100" y="42152"/>
                  <a:pt x="30100" y="38213"/>
                </a:cubicBezTo>
                <a:cubicBezTo>
                  <a:pt x="30100" y="34250"/>
                  <a:pt x="29139" y="31133"/>
                  <a:pt x="27215" y="28862"/>
                </a:cubicBezTo>
                <a:cubicBezTo>
                  <a:pt x="25291" y="26583"/>
                  <a:pt x="22681" y="25444"/>
                  <a:pt x="19384" y="25444"/>
                </a:cubicBezTo>
                <a:close/>
                <a:moveTo>
                  <a:pt x="33963" y="2197"/>
                </a:moveTo>
                <a:lnTo>
                  <a:pt x="33963" y="8951"/>
                </a:lnTo>
                <a:cubicBezTo>
                  <a:pt x="32117" y="8074"/>
                  <a:pt x="30256" y="7404"/>
                  <a:pt x="28378" y="6942"/>
                </a:cubicBezTo>
                <a:cubicBezTo>
                  <a:pt x="26501" y="6472"/>
                  <a:pt x="24640" y="6237"/>
                  <a:pt x="22793" y="6237"/>
                </a:cubicBezTo>
                <a:cubicBezTo>
                  <a:pt x="17945" y="6237"/>
                  <a:pt x="14241" y="7890"/>
                  <a:pt x="11682" y="11195"/>
                </a:cubicBezTo>
                <a:cubicBezTo>
                  <a:pt x="9130" y="14500"/>
                  <a:pt x="7672" y="19492"/>
                  <a:pt x="7307" y="26172"/>
                </a:cubicBezTo>
                <a:cubicBezTo>
                  <a:pt x="8734" y="24042"/>
                  <a:pt x="10526" y="22409"/>
                  <a:pt x="12682" y="21273"/>
                </a:cubicBezTo>
                <a:cubicBezTo>
                  <a:pt x="14847" y="20138"/>
                  <a:pt x="17224" y="19570"/>
                  <a:pt x="19815" y="19570"/>
                </a:cubicBezTo>
                <a:cubicBezTo>
                  <a:pt x="25268" y="19570"/>
                  <a:pt x="29577" y="21242"/>
                  <a:pt x="32741" y="24586"/>
                </a:cubicBezTo>
                <a:cubicBezTo>
                  <a:pt x="35906" y="27922"/>
                  <a:pt x="37489" y="32464"/>
                  <a:pt x="37489" y="38213"/>
                </a:cubicBezTo>
                <a:cubicBezTo>
                  <a:pt x="37489" y="43844"/>
                  <a:pt x="35840" y="48362"/>
                  <a:pt x="32544" y="51769"/>
                </a:cubicBezTo>
                <a:cubicBezTo>
                  <a:pt x="29247" y="55168"/>
                  <a:pt x="24861" y="56867"/>
                  <a:pt x="19384" y="56867"/>
                </a:cubicBezTo>
                <a:cubicBezTo>
                  <a:pt x="13101" y="56867"/>
                  <a:pt x="8300" y="54439"/>
                  <a:pt x="4980" y="49584"/>
                </a:cubicBezTo>
                <a:cubicBezTo>
                  <a:pt x="1660" y="44720"/>
                  <a:pt x="0" y="37676"/>
                  <a:pt x="0" y="28451"/>
                </a:cubicBezTo>
                <a:cubicBezTo>
                  <a:pt x="0" y="19790"/>
                  <a:pt x="2036" y="12882"/>
                  <a:pt x="6109" y="7729"/>
                </a:cubicBezTo>
                <a:cubicBezTo>
                  <a:pt x="10181" y="2576"/>
                  <a:pt x="15646" y="0"/>
                  <a:pt x="22503" y="0"/>
                </a:cubicBezTo>
                <a:cubicBezTo>
                  <a:pt x="24349" y="0"/>
                  <a:pt x="26210" y="184"/>
                  <a:pt x="28087" y="552"/>
                </a:cubicBezTo>
                <a:cubicBezTo>
                  <a:pt x="29964" y="920"/>
                  <a:pt x="31923" y="1468"/>
                  <a:pt x="33963" y="2197"/>
                </a:cubicBezTo>
                <a:close/>
                <a:moveTo>
                  <a:pt x="65842" y="5874"/>
                </a:moveTo>
                <a:cubicBezTo>
                  <a:pt x="62065" y="5874"/>
                  <a:pt x="59222" y="7753"/>
                  <a:pt x="57314" y="11512"/>
                </a:cubicBezTo>
                <a:cubicBezTo>
                  <a:pt x="55413" y="15263"/>
                  <a:pt x="54463" y="20910"/>
                  <a:pt x="54463" y="28451"/>
                </a:cubicBezTo>
                <a:cubicBezTo>
                  <a:pt x="54463" y="35961"/>
                  <a:pt x="55413" y="41596"/>
                  <a:pt x="57314" y="45355"/>
                </a:cubicBezTo>
                <a:cubicBezTo>
                  <a:pt x="59222" y="49114"/>
                  <a:pt x="62065" y="50993"/>
                  <a:pt x="65842" y="50993"/>
                </a:cubicBezTo>
                <a:cubicBezTo>
                  <a:pt x="69651" y="50993"/>
                  <a:pt x="72505" y="49114"/>
                  <a:pt x="74405" y="45355"/>
                </a:cubicBezTo>
                <a:cubicBezTo>
                  <a:pt x="76314" y="41596"/>
                  <a:pt x="77268" y="35962"/>
                  <a:pt x="77268" y="28451"/>
                </a:cubicBezTo>
                <a:cubicBezTo>
                  <a:pt x="77268" y="20910"/>
                  <a:pt x="76314" y="15263"/>
                  <a:pt x="74405" y="11512"/>
                </a:cubicBezTo>
                <a:cubicBezTo>
                  <a:pt x="72505" y="7753"/>
                  <a:pt x="69651" y="5874"/>
                  <a:pt x="65842" y="5874"/>
                </a:cubicBezTo>
                <a:close/>
                <a:moveTo>
                  <a:pt x="65842" y="0"/>
                </a:moveTo>
                <a:cubicBezTo>
                  <a:pt x="71931" y="0"/>
                  <a:pt x="76581" y="2431"/>
                  <a:pt x="79793" y="7295"/>
                </a:cubicBezTo>
                <a:cubicBezTo>
                  <a:pt x="83004" y="12150"/>
                  <a:pt x="84610" y="19202"/>
                  <a:pt x="84610" y="28451"/>
                </a:cubicBezTo>
                <a:cubicBezTo>
                  <a:pt x="84610" y="37676"/>
                  <a:pt x="83004" y="44720"/>
                  <a:pt x="79793" y="49584"/>
                </a:cubicBezTo>
                <a:cubicBezTo>
                  <a:pt x="76581" y="54439"/>
                  <a:pt x="71931" y="56867"/>
                  <a:pt x="65842" y="56867"/>
                </a:cubicBezTo>
                <a:cubicBezTo>
                  <a:pt x="59761" y="56867"/>
                  <a:pt x="55114" y="54439"/>
                  <a:pt x="51903" y="49584"/>
                </a:cubicBezTo>
                <a:cubicBezTo>
                  <a:pt x="48692" y="44720"/>
                  <a:pt x="47086" y="37676"/>
                  <a:pt x="47086" y="28451"/>
                </a:cubicBezTo>
                <a:cubicBezTo>
                  <a:pt x="47086" y="19202"/>
                  <a:pt x="48692" y="12150"/>
                  <a:pt x="51903" y="7295"/>
                </a:cubicBezTo>
                <a:cubicBezTo>
                  <a:pt x="55114" y="2431"/>
                  <a:pt x="59761" y="0"/>
                  <a:pt x="65842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80" name="Freeform 1179">
            <a:extLst>
              <a:ext uri="{FF2B5EF4-FFF2-40B4-BE49-F238E27FC236}">
                <a16:creationId xmlns:a16="http://schemas.microsoft.com/office/drawing/2014/main" id="{2F79B7F5-9407-DCDE-2127-CEE634C9399E}"/>
              </a:ext>
            </a:extLst>
          </p:cNvPr>
          <p:cNvSpPr>
            <a:spLocks noGrp="1"/>
          </p:cNvSpPr>
          <p:nvPr/>
        </p:nvSpPr>
        <p:spPr>
          <a:xfrm>
            <a:off x="5905344" y="241111"/>
            <a:ext cx="8864" cy="2115105"/>
          </a:xfrm>
          <a:custGeom>
            <a:avLst/>
            <a:gdLst/>
            <a:ahLst/>
            <a:cxnLst/>
            <a:rect l="l" t="t" r="r" b="b"/>
            <a:pathLst>
              <a:path w="8864" h="2115105">
                <a:moveTo>
                  <a:pt x="0" y="2115106"/>
                </a:moveTo>
                <a:lnTo>
                  <a:pt x="0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81" name="Freeform 1180">
            <a:extLst>
              <a:ext uri="{FF2B5EF4-FFF2-40B4-BE49-F238E27FC236}">
                <a16:creationId xmlns:a16="http://schemas.microsoft.com/office/drawing/2014/main" id="{7FA6F37C-01E3-8004-C858-AD4514B1925B}"/>
              </a:ext>
            </a:extLst>
          </p:cNvPr>
          <p:cNvSpPr>
            <a:spLocks noGrp="1"/>
          </p:cNvSpPr>
          <p:nvPr/>
        </p:nvSpPr>
        <p:spPr>
          <a:xfrm>
            <a:off x="5905344" y="2356217"/>
            <a:ext cx="8864" cy="31325"/>
          </a:xfrm>
          <a:custGeom>
            <a:avLst/>
            <a:gdLst/>
            <a:ahLst/>
            <a:cxnLst/>
            <a:rect l="l" t="t" r="r" b="b"/>
            <a:pathLst>
              <a:path w="8864" h="31325">
                <a:moveTo>
                  <a:pt x="341" y="568"/>
                </a:moveTo>
                <a:lnTo>
                  <a:pt x="341" y="31893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82" name="Freeform 1181">
            <a:extLst>
              <a:ext uri="{FF2B5EF4-FFF2-40B4-BE49-F238E27FC236}">
                <a16:creationId xmlns:a16="http://schemas.microsoft.com/office/drawing/2014/main" id="{6D9AB5B7-2627-21D1-D524-71CD172A3F61}"/>
              </a:ext>
            </a:extLst>
          </p:cNvPr>
          <p:cNvSpPr>
            <a:spLocks noGrp="1"/>
          </p:cNvSpPr>
          <p:nvPr/>
        </p:nvSpPr>
        <p:spPr>
          <a:xfrm>
            <a:off x="5863493" y="2416883"/>
            <a:ext cx="83701" cy="56866"/>
          </a:xfrm>
          <a:custGeom>
            <a:avLst/>
            <a:gdLst/>
            <a:ahLst/>
            <a:cxnLst/>
            <a:rect l="l" t="t" r="r" b="b"/>
            <a:pathLst>
              <a:path w="83701" h="56866">
                <a:moveTo>
                  <a:pt x="0" y="987"/>
                </a:moveTo>
                <a:lnTo>
                  <a:pt x="34905" y="987"/>
                </a:lnTo>
                <a:lnTo>
                  <a:pt x="34905" y="4147"/>
                </a:lnTo>
                <a:lnTo>
                  <a:pt x="15196" y="55798"/>
                </a:lnTo>
                <a:lnTo>
                  <a:pt x="7528" y="55798"/>
                </a:lnTo>
                <a:lnTo>
                  <a:pt x="26074" y="7236"/>
                </a:lnTo>
                <a:lnTo>
                  <a:pt x="0" y="7236"/>
                </a:lnTo>
                <a:lnTo>
                  <a:pt x="0" y="987"/>
                </a:lnTo>
                <a:close/>
                <a:moveTo>
                  <a:pt x="64934" y="5874"/>
                </a:moveTo>
                <a:cubicBezTo>
                  <a:pt x="61157" y="5874"/>
                  <a:pt x="58314" y="7753"/>
                  <a:pt x="56406" y="11512"/>
                </a:cubicBezTo>
                <a:cubicBezTo>
                  <a:pt x="54505" y="15263"/>
                  <a:pt x="53555" y="20910"/>
                  <a:pt x="53555" y="28451"/>
                </a:cubicBezTo>
                <a:cubicBezTo>
                  <a:pt x="53555" y="35961"/>
                  <a:pt x="54505" y="41596"/>
                  <a:pt x="56406" y="45355"/>
                </a:cubicBezTo>
                <a:cubicBezTo>
                  <a:pt x="58314" y="49114"/>
                  <a:pt x="61157" y="50993"/>
                  <a:pt x="64934" y="50993"/>
                </a:cubicBezTo>
                <a:cubicBezTo>
                  <a:pt x="68743" y="50993"/>
                  <a:pt x="71598" y="49114"/>
                  <a:pt x="73498" y="45355"/>
                </a:cubicBezTo>
                <a:cubicBezTo>
                  <a:pt x="75406" y="41596"/>
                  <a:pt x="76360" y="35962"/>
                  <a:pt x="76360" y="28451"/>
                </a:cubicBezTo>
                <a:cubicBezTo>
                  <a:pt x="76360" y="20910"/>
                  <a:pt x="75406" y="15263"/>
                  <a:pt x="73498" y="11512"/>
                </a:cubicBezTo>
                <a:cubicBezTo>
                  <a:pt x="71598" y="7753"/>
                  <a:pt x="68743" y="5874"/>
                  <a:pt x="64934" y="5874"/>
                </a:cubicBezTo>
                <a:close/>
                <a:moveTo>
                  <a:pt x="64934" y="0"/>
                </a:moveTo>
                <a:cubicBezTo>
                  <a:pt x="71024" y="0"/>
                  <a:pt x="75674" y="2431"/>
                  <a:pt x="78885" y="7295"/>
                </a:cubicBezTo>
                <a:cubicBezTo>
                  <a:pt x="82096" y="12150"/>
                  <a:pt x="83702" y="19202"/>
                  <a:pt x="83702" y="28451"/>
                </a:cubicBezTo>
                <a:cubicBezTo>
                  <a:pt x="83702" y="37676"/>
                  <a:pt x="82096" y="44720"/>
                  <a:pt x="78885" y="49584"/>
                </a:cubicBezTo>
                <a:cubicBezTo>
                  <a:pt x="75674" y="54439"/>
                  <a:pt x="71024" y="56867"/>
                  <a:pt x="64934" y="56867"/>
                </a:cubicBezTo>
                <a:cubicBezTo>
                  <a:pt x="58853" y="56867"/>
                  <a:pt x="54207" y="54439"/>
                  <a:pt x="50996" y="49584"/>
                </a:cubicBezTo>
                <a:cubicBezTo>
                  <a:pt x="47784" y="44720"/>
                  <a:pt x="46178" y="37676"/>
                  <a:pt x="46178" y="28451"/>
                </a:cubicBezTo>
                <a:cubicBezTo>
                  <a:pt x="46178" y="19202"/>
                  <a:pt x="47784" y="12150"/>
                  <a:pt x="50996" y="7295"/>
                </a:cubicBezTo>
                <a:cubicBezTo>
                  <a:pt x="54207" y="2431"/>
                  <a:pt x="58853" y="0"/>
                  <a:pt x="64934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86" name="Freeform 1185">
            <a:extLst>
              <a:ext uri="{FF2B5EF4-FFF2-40B4-BE49-F238E27FC236}">
                <a16:creationId xmlns:a16="http://schemas.microsoft.com/office/drawing/2014/main" id="{6C5FA32B-1F87-62C3-D11D-DE8CC94B4E46}"/>
              </a:ext>
            </a:extLst>
          </p:cNvPr>
          <p:cNvSpPr>
            <a:spLocks noGrp="1"/>
          </p:cNvSpPr>
          <p:nvPr/>
        </p:nvSpPr>
        <p:spPr>
          <a:xfrm>
            <a:off x="3906111" y="2356217"/>
            <a:ext cx="2094966" cy="8950"/>
          </a:xfrm>
          <a:custGeom>
            <a:avLst/>
            <a:gdLst/>
            <a:ahLst/>
            <a:cxnLst/>
            <a:rect l="l" t="t" r="r" b="b"/>
            <a:pathLst>
              <a:path w="2094966" h="8950">
                <a:moveTo>
                  <a:pt x="0" y="0"/>
                </a:moveTo>
                <a:lnTo>
                  <a:pt x="2094967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87" name="Freeform 1186">
            <a:extLst>
              <a:ext uri="{FF2B5EF4-FFF2-40B4-BE49-F238E27FC236}">
                <a16:creationId xmlns:a16="http://schemas.microsoft.com/office/drawing/2014/main" id="{FB5D55C7-EF47-4798-E8EC-5B339C3A5C45}"/>
              </a:ext>
            </a:extLst>
          </p:cNvPr>
          <p:cNvSpPr>
            <a:spLocks noGrp="1"/>
          </p:cNvSpPr>
          <p:nvPr/>
        </p:nvSpPr>
        <p:spPr>
          <a:xfrm>
            <a:off x="3875084" y="2356217"/>
            <a:ext cx="31027" cy="8950"/>
          </a:xfrm>
          <a:custGeom>
            <a:avLst/>
            <a:gdLst/>
            <a:ahLst/>
            <a:cxnLst/>
            <a:rect l="l" t="t" r="r" b="b"/>
            <a:pathLst>
              <a:path w="31027" h="8950">
                <a:moveTo>
                  <a:pt x="31143" y="568"/>
                </a:moveTo>
                <a:lnTo>
                  <a:pt x="116" y="568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88" name="Freeform 1187">
            <a:extLst>
              <a:ext uri="{FF2B5EF4-FFF2-40B4-BE49-F238E27FC236}">
                <a16:creationId xmlns:a16="http://schemas.microsoft.com/office/drawing/2014/main" id="{70C0AE54-8D2A-E4BF-B0A6-1823DBA00841}"/>
              </a:ext>
            </a:extLst>
          </p:cNvPr>
          <p:cNvSpPr>
            <a:spLocks noGrp="1"/>
          </p:cNvSpPr>
          <p:nvPr/>
        </p:nvSpPr>
        <p:spPr>
          <a:xfrm>
            <a:off x="3806534" y="2327325"/>
            <a:ext cx="37523" cy="56867"/>
          </a:xfrm>
          <a:custGeom>
            <a:avLst/>
            <a:gdLst/>
            <a:ahLst/>
            <a:cxnLst/>
            <a:rect l="l" t="t" r="r" b="b"/>
            <a:pathLst>
              <a:path w="37523" h="56867">
                <a:moveTo>
                  <a:pt x="18756" y="5874"/>
                </a:moveTo>
                <a:cubicBezTo>
                  <a:pt x="14978" y="5874"/>
                  <a:pt x="12136" y="7753"/>
                  <a:pt x="10227" y="11512"/>
                </a:cubicBezTo>
                <a:cubicBezTo>
                  <a:pt x="8327" y="15263"/>
                  <a:pt x="7377" y="20910"/>
                  <a:pt x="7377" y="28451"/>
                </a:cubicBezTo>
                <a:cubicBezTo>
                  <a:pt x="7377" y="35961"/>
                  <a:pt x="8327" y="41596"/>
                  <a:pt x="10227" y="45355"/>
                </a:cubicBezTo>
                <a:cubicBezTo>
                  <a:pt x="12136" y="49114"/>
                  <a:pt x="14978" y="50994"/>
                  <a:pt x="18756" y="50994"/>
                </a:cubicBezTo>
                <a:cubicBezTo>
                  <a:pt x="22565" y="50994"/>
                  <a:pt x="25419" y="49114"/>
                  <a:pt x="27319" y="45355"/>
                </a:cubicBezTo>
                <a:cubicBezTo>
                  <a:pt x="29228" y="41596"/>
                  <a:pt x="30182" y="35962"/>
                  <a:pt x="30182" y="28451"/>
                </a:cubicBezTo>
                <a:cubicBezTo>
                  <a:pt x="30182" y="20910"/>
                  <a:pt x="29228" y="15263"/>
                  <a:pt x="27319" y="11512"/>
                </a:cubicBezTo>
                <a:cubicBezTo>
                  <a:pt x="25419" y="7753"/>
                  <a:pt x="22565" y="5874"/>
                  <a:pt x="18756" y="5874"/>
                </a:cubicBezTo>
                <a:close/>
                <a:moveTo>
                  <a:pt x="18756" y="0"/>
                </a:moveTo>
                <a:cubicBezTo>
                  <a:pt x="24845" y="0"/>
                  <a:pt x="29495" y="2431"/>
                  <a:pt x="32706" y="7295"/>
                </a:cubicBezTo>
                <a:cubicBezTo>
                  <a:pt x="35918" y="12150"/>
                  <a:pt x="37523" y="19203"/>
                  <a:pt x="37523" y="28451"/>
                </a:cubicBezTo>
                <a:cubicBezTo>
                  <a:pt x="37523" y="37676"/>
                  <a:pt x="35918" y="44720"/>
                  <a:pt x="32706" y="49584"/>
                </a:cubicBezTo>
                <a:cubicBezTo>
                  <a:pt x="29495" y="54439"/>
                  <a:pt x="24845" y="56867"/>
                  <a:pt x="18756" y="56867"/>
                </a:cubicBezTo>
                <a:cubicBezTo>
                  <a:pt x="12675" y="56867"/>
                  <a:pt x="8028" y="54439"/>
                  <a:pt x="4817" y="49584"/>
                </a:cubicBezTo>
                <a:cubicBezTo>
                  <a:pt x="1606" y="44720"/>
                  <a:pt x="0" y="37676"/>
                  <a:pt x="0" y="28451"/>
                </a:cubicBezTo>
                <a:cubicBezTo>
                  <a:pt x="0" y="19202"/>
                  <a:pt x="1606" y="12150"/>
                  <a:pt x="4817" y="7295"/>
                </a:cubicBezTo>
                <a:cubicBezTo>
                  <a:pt x="8028" y="2431"/>
                  <a:pt x="12675" y="0"/>
                  <a:pt x="18756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90" name="Freeform 1189">
            <a:extLst>
              <a:ext uri="{FF2B5EF4-FFF2-40B4-BE49-F238E27FC236}">
                <a16:creationId xmlns:a16="http://schemas.microsoft.com/office/drawing/2014/main" id="{EF343169-A4CE-F86A-5A3D-4C389DCE729C}"/>
              </a:ext>
            </a:extLst>
          </p:cNvPr>
          <p:cNvSpPr>
            <a:spLocks noGrp="1"/>
          </p:cNvSpPr>
          <p:nvPr/>
        </p:nvSpPr>
        <p:spPr>
          <a:xfrm>
            <a:off x="3906111" y="2067867"/>
            <a:ext cx="2094966" cy="8950"/>
          </a:xfrm>
          <a:custGeom>
            <a:avLst/>
            <a:gdLst/>
            <a:ahLst/>
            <a:cxnLst/>
            <a:rect l="l" t="t" r="r" b="b"/>
            <a:pathLst>
              <a:path w="2094966" h="8950">
                <a:moveTo>
                  <a:pt x="0" y="0"/>
                </a:moveTo>
                <a:lnTo>
                  <a:pt x="2094967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91" name="Freeform 1190">
            <a:extLst>
              <a:ext uri="{FF2B5EF4-FFF2-40B4-BE49-F238E27FC236}">
                <a16:creationId xmlns:a16="http://schemas.microsoft.com/office/drawing/2014/main" id="{5C2DFA9C-378F-442B-A299-A8A5AC5BC640}"/>
              </a:ext>
            </a:extLst>
          </p:cNvPr>
          <p:cNvSpPr>
            <a:spLocks noGrp="1"/>
          </p:cNvSpPr>
          <p:nvPr/>
        </p:nvSpPr>
        <p:spPr>
          <a:xfrm>
            <a:off x="3875084" y="2067867"/>
            <a:ext cx="31027" cy="8950"/>
          </a:xfrm>
          <a:custGeom>
            <a:avLst/>
            <a:gdLst/>
            <a:ahLst/>
            <a:cxnLst/>
            <a:rect l="l" t="t" r="r" b="b"/>
            <a:pathLst>
              <a:path w="31027" h="8950">
                <a:moveTo>
                  <a:pt x="31143" y="536"/>
                </a:moveTo>
                <a:lnTo>
                  <a:pt x="116" y="536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92" name="Freeform 1191">
            <a:extLst>
              <a:ext uri="{FF2B5EF4-FFF2-40B4-BE49-F238E27FC236}">
                <a16:creationId xmlns:a16="http://schemas.microsoft.com/office/drawing/2014/main" id="{023C3028-FE8E-BA59-96A7-F3A5C9DC3C89}"/>
              </a:ext>
            </a:extLst>
          </p:cNvPr>
          <p:cNvSpPr>
            <a:spLocks noGrp="1"/>
          </p:cNvSpPr>
          <p:nvPr/>
        </p:nvSpPr>
        <p:spPr>
          <a:xfrm>
            <a:off x="3762426" y="2038975"/>
            <a:ext cx="81630" cy="56867"/>
          </a:xfrm>
          <a:custGeom>
            <a:avLst/>
            <a:gdLst/>
            <a:ahLst/>
            <a:cxnLst/>
            <a:rect l="l" t="t" r="r" b="b"/>
            <a:pathLst>
              <a:path w="81630" h="56867">
                <a:moveTo>
                  <a:pt x="1059" y="49560"/>
                </a:moveTo>
                <a:lnTo>
                  <a:pt x="13055" y="49560"/>
                </a:lnTo>
                <a:lnTo>
                  <a:pt x="13055" y="7741"/>
                </a:lnTo>
                <a:lnTo>
                  <a:pt x="0" y="10385"/>
                </a:lnTo>
                <a:lnTo>
                  <a:pt x="0" y="3630"/>
                </a:lnTo>
                <a:lnTo>
                  <a:pt x="12985" y="987"/>
                </a:lnTo>
                <a:lnTo>
                  <a:pt x="20327" y="987"/>
                </a:lnTo>
                <a:lnTo>
                  <a:pt x="20327" y="49560"/>
                </a:lnTo>
                <a:lnTo>
                  <a:pt x="32322" y="49560"/>
                </a:lnTo>
                <a:lnTo>
                  <a:pt x="32322" y="55798"/>
                </a:lnTo>
                <a:lnTo>
                  <a:pt x="1059" y="55798"/>
                </a:lnTo>
                <a:lnTo>
                  <a:pt x="1059" y="49560"/>
                </a:lnTo>
                <a:close/>
                <a:moveTo>
                  <a:pt x="62863" y="5874"/>
                </a:moveTo>
                <a:cubicBezTo>
                  <a:pt x="59086" y="5874"/>
                  <a:pt x="56243" y="7753"/>
                  <a:pt x="54335" y="11512"/>
                </a:cubicBezTo>
                <a:cubicBezTo>
                  <a:pt x="52434" y="15263"/>
                  <a:pt x="51484" y="20910"/>
                  <a:pt x="51484" y="28451"/>
                </a:cubicBezTo>
                <a:cubicBezTo>
                  <a:pt x="51484" y="35962"/>
                  <a:pt x="52434" y="41596"/>
                  <a:pt x="54335" y="45355"/>
                </a:cubicBezTo>
                <a:cubicBezTo>
                  <a:pt x="56243" y="49114"/>
                  <a:pt x="59086" y="50994"/>
                  <a:pt x="62863" y="50994"/>
                </a:cubicBezTo>
                <a:cubicBezTo>
                  <a:pt x="66672" y="50994"/>
                  <a:pt x="69526" y="49114"/>
                  <a:pt x="71427" y="45355"/>
                </a:cubicBezTo>
                <a:cubicBezTo>
                  <a:pt x="73335" y="41596"/>
                  <a:pt x="74289" y="35962"/>
                  <a:pt x="74289" y="28451"/>
                </a:cubicBezTo>
                <a:cubicBezTo>
                  <a:pt x="74289" y="20910"/>
                  <a:pt x="73335" y="15263"/>
                  <a:pt x="71427" y="11512"/>
                </a:cubicBezTo>
                <a:cubicBezTo>
                  <a:pt x="69526" y="7753"/>
                  <a:pt x="66672" y="5874"/>
                  <a:pt x="62863" y="5874"/>
                </a:cubicBezTo>
                <a:close/>
                <a:moveTo>
                  <a:pt x="62863" y="0"/>
                </a:moveTo>
                <a:cubicBezTo>
                  <a:pt x="68952" y="0"/>
                  <a:pt x="73603" y="2431"/>
                  <a:pt x="76814" y="7295"/>
                </a:cubicBezTo>
                <a:cubicBezTo>
                  <a:pt x="80025" y="12150"/>
                  <a:pt x="81631" y="19203"/>
                  <a:pt x="81631" y="28451"/>
                </a:cubicBezTo>
                <a:cubicBezTo>
                  <a:pt x="81631" y="37677"/>
                  <a:pt x="80025" y="44721"/>
                  <a:pt x="76814" y="49584"/>
                </a:cubicBezTo>
                <a:cubicBezTo>
                  <a:pt x="73603" y="54440"/>
                  <a:pt x="68952" y="56867"/>
                  <a:pt x="62863" y="56867"/>
                </a:cubicBezTo>
                <a:cubicBezTo>
                  <a:pt x="56782" y="56867"/>
                  <a:pt x="52136" y="54440"/>
                  <a:pt x="48924" y="49584"/>
                </a:cubicBezTo>
                <a:cubicBezTo>
                  <a:pt x="45713" y="44721"/>
                  <a:pt x="44107" y="37677"/>
                  <a:pt x="44107" y="28451"/>
                </a:cubicBezTo>
                <a:cubicBezTo>
                  <a:pt x="44107" y="19203"/>
                  <a:pt x="45713" y="12150"/>
                  <a:pt x="48924" y="7295"/>
                </a:cubicBezTo>
                <a:cubicBezTo>
                  <a:pt x="52136" y="2431"/>
                  <a:pt x="56782" y="0"/>
                  <a:pt x="62863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94" name="Freeform 1193">
            <a:extLst>
              <a:ext uri="{FF2B5EF4-FFF2-40B4-BE49-F238E27FC236}">
                <a16:creationId xmlns:a16="http://schemas.microsoft.com/office/drawing/2014/main" id="{FB328F81-8449-FD41-EEB5-F0384C1BC335}"/>
              </a:ext>
            </a:extLst>
          </p:cNvPr>
          <p:cNvSpPr>
            <a:spLocks noGrp="1"/>
          </p:cNvSpPr>
          <p:nvPr/>
        </p:nvSpPr>
        <p:spPr>
          <a:xfrm>
            <a:off x="3906111" y="1779517"/>
            <a:ext cx="2094966" cy="8950"/>
          </a:xfrm>
          <a:custGeom>
            <a:avLst/>
            <a:gdLst/>
            <a:ahLst/>
            <a:cxnLst/>
            <a:rect l="l" t="t" r="r" b="b"/>
            <a:pathLst>
              <a:path w="2094966" h="8950">
                <a:moveTo>
                  <a:pt x="0" y="0"/>
                </a:moveTo>
                <a:lnTo>
                  <a:pt x="2094967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95" name="Freeform 1194">
            <a:extLst>
              <a:ext uri="{FF2B5EF4-FFF2-40B4-BE49-F238E27FC236}">
                <a16:creationId xmlns:a16="http://schemas.microsoft.com/office/drawing/2014/main" id="{948C23C5-F709-E577-83E5-F20F9560D227}"/>
              </a:ext>
            </a:extLst>
          </p:cNvPr>
          <p:cNvSpPr>
            <a:spLocks noGrp="1"/>
          </p:cNvSpPr>
          <p:nvPr/>
        </p:nvSpPr>
        <p:spPr>
          <a:xfrm>
            <a:off x="3875084" y="1779517"/>
            <a:ext cx="31027" cy="8950"/>
          </a:xfrm>
          <a:custGeom>
            <a:avLst/>
            <a:gdLst/>
            <a:ahLst/>
            <a:cxnLst/>
            <a:rect l="l" t="t" r="r" b="b"/>
            <a:pathLst>
              <a:path w="31027" h="8950">
                <a:moveTo>
                  <a:pt x="31143" y="503"/>
                </a:moveTo>
                <a:lnTo>
                  <a:pt x="116" y="503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96" name="Freeform 1195">
            <a:extLst>
              <a:ext uri="{FF2B5EF4-FFF2-40B4-BE49-F238E27FC236}">
                <a16:creationId xmlns:a16="http://schemas.microsoft.com/office/drawing/2014/main" id="{CE5957E1-DC20-B3CA-D5B3-E3A8BEC668E2}"/>
              </a:ext>
            </a:extLst>
          </p:cNvPr>
          <p:cNvSpPr>
            <a:spLocks noGrp="1"/>
          </p:cNvSpPr>
          <p:nvPr/>
        </p:nvSpPr>
        <p:spPr>
          <a:xfrm>
            <a:off x="3759704" y="1750625"/>
            <a:ext cx="84353" cy="56867"/>
          </a:xfrm>
          <a:custGeom>
            <a:avLst/>
            <a:gdLst/>
            <a:ahLst/>
            <a:cxnLst/>
            <a:rect l="l" t="t" r="r" b="b"/>
            <a:pathLst>
              <a:path w="84353" h="56867">
                <a:moveTo>
                  <a:pt x="8831" y="49561"/>
                </a:moveTo>
                <a:lnTo>
                  <a:pt x="34463" y="49561"/>
                </a:lnTo>
                <a:lnTo>
                  <a:pt x="34463" y="55798"/>
                </a:lnTo>
                <a:lnTo>
                  <a:pt x="0" y="55798"/>
                </a:lnTo>
                <a:lnTo>
                  <a:pt x="0" y="49561"/>
                </a:lnTo>
                <a:cubicBezTo>
                  <a:pt x="2785" y="46647"/>
                  <a:pt x="6582" y="42739"/>
                  <a:pt x="11391" y="37837"/>
                </a:cubicBezTo>
                <a:cubicBezTo>
                  <a:pt x="16208" y="32927"/>
                  <a:pt x="19233" y="29759"/>
                  <a:pt x="20466" y="28334"/>
                </a:cubicBezTo>
                <a:cubicBezTo>
                  <a:pt x="22817" y="25671"/>
                  <a:pt x="24457" y="23416"/>
                  <a:pt x="25388" y="21567"/>
                </a:cubicBezTo>
                <a:cubicBezTo>
                  <a:pt x="26326" y="19719"/>
                  <a:pt x="26796" y="17902"/>
                  <a:pt x="26796" y="16117"/>
                </a:cubicBezTo>
                <a:cubicBezTo>
                  <a:pt x="26796" y="13204"/>
                  <a:pt x="25784" y="10831"/>
                  <a:pt x="23759" y="8998"/>
                </a:cubicBezTo>
                <a:cubicBezTo>
                  <a:pt x="21735" y="7158"/>
                  <a:pt x="19097" y="6238"/>
                  <a:pt x="15847" y="6238"/>
                </a:cubicBezTo>
                <a:cubicBezTo>
                  <a:pt x="13543" y="6238"/>
                  <a:pt x="11112" y="6641"/>
                  <a:pt x="8552" y="7448"/>
                </a:cubicBezTo>
                <a:cubicBezTo>
                  <a:pt x="6000" y="8254"/>
                  <a:pt x="3269" y="9480"/>
                  <a:pt x="361" y="11124"/>
                </a:cubicBezTo>
                <a:lnTo>
                  <a:pt x="361" y="3630"/>
                </a:lnTo>
                <a:cubicBezTo>
                  <a:pt x="3316" y="2431"/>
                  <a:pt x="6077" y="1527"/>
                  <a:pt x="8645" y="916"/>
                </a:cubicBezTo>
                <a:cubicBezTo>
                  <a:pt x="11220" y="305"/>
                  <a:pt x="13574" y="0"/>
                  <a:pt x="15707" y="0"/>
                </a:cubicBezTo>
                <a:cubicBezTo>
                  <a:pt x="21331" y="0"/>
                  <a:pt x="25815" y="1421"/>
                  <a:pt x="29158" y="4264"/>
                </a:cubicBezTo>
                <a:cubicBezTo>
                  <a:pt x="32501" y="7099"/>
                  <a:pt x="34172" y="10889"/>
                  <a:pt x="34172" y="15635"/>
                </a:cubicBezTo>
                <a:cubicBezTo>
                  <a:pt x="34172" y="17891"/>
                  <a:pt x="33754" y="20028"/>
                  <a:pt x="32916" y="22049"/>
                </a:cubicBezTo>
                <a:cubicBezTo>
                  <a:pt x="32086" y="24062"/>
                  <a:pt x="30566" y="26438"/>
                  <a:pt x="28355" y="29180"/>
                </a:cubicBezTo>
                <a:cubicBezTo>
                  <a:pt x="27750" y="29892"/>
                  <a:pt x="25822" y="31944"/>
                  <a:pt x="22572" y="35335"/>
                </a:cubicBezTo>
                <a:cubicBezTo>
                  <a:pt x="19330" y="38726"/>
                  <a:pt x="14749" y="43468"/>
                  <a:pt x="8831" y="49561"/>
                </a:cubicBezTo>
                <a:close/>
                <a:moveTo>
                  <a:pt x="65586" y="5874"/>
                </a:moveTo>
                <a:cubicBezTo>
                  <a:pt x="61808" y="5874"/>
                  <a:pt x="58966" y="7753"/>
                  <a:pt x="57057" y="11512"/>
                </a:cubicBezTo>
                <a:cubicBezTo>
                  <a:pt x="55157" y="15263"/>
                  <a:pt x="54207" y="20910"/>
                  <a:pt x="54207" y="28451"/>
                </a:cubicBezTo>
                <a:cubicBezTo>
                  <a:pt x="54207" y="35962"/>
                  <a:pt x="55157" y="41596"/>
                  <a:pt x="57057" y="45355"/>
                </a:cubicBezTo>
                <a:cubicBezTo>
                  <a:pt x="58966" y="49114"/>
                  <a:pt x="61808" y="50994"/>
                  <a:pt x="65586" y="50994"/>
                </a:cubicBezTo>
                <a:cubicBezTo>
                  <a:pt x="69395" y="50994"/>
                  <a:pt x="72249" y="49114"/>
                  <a:pt x="74149" y="45355"/>
                </a:cubicBezTo>
                <a:cubicBezTo>
                  <a:pt x="76058" y="41596"/>
                  <a:pt x="77012" y="35962"/>
                  <a:pt x="77012" y="28451"/>
                </a:cubicBezTo>
                <a:cubicBezTo>
                  <a:pt x="77012" y="20910"/>
                  <a:pt x="76058" y="15263"/>
                  <a:pt x="74149" y="11512"/>
                </a:cubicBezTo>
                <a:cubicBezTo>
                  <a:pt x="72249" y="7753"/>
                  <a:pt x="69395" y="5874"/>
                  <a:pt x="65586" y="5874"/>
                </a:cubicBezTo>
                <a:close/>
                <a:moveTo>
                  <a:pt x="65586" y="0"/>
                </a:moveTo>
                <a:cubicBezTo>
                  <a:pt x="71675" y="0"/>
                  <a:pt x="76325" y="2431"/>
                  <a:pt x="79537" y="7295"/>
                </a:cubicBezTo>
                <a:cubicBezTo>
                  <a:pt x="82748" y="12150"/>
                  <a:pt x="84354" y="19203"/>
                  <a:pt x="84354" y="28451"/>
                </a:cubicBezTo>
                <a:cubicBezTo>
                  <a:pt x="84354" y="37677"/>
                  <a:pt x="82748" y="44721"/>
                  <a:pt x="79537" y="49584"/>
                </a:cubicBezTo>
                <a:cubicBezTo>
                  <a:pt x="76325" y="54439"/>
                  <a:pt x="71675" y="56867"/>
                  <a:pt x="65586" y="56867"/>
                </a:cubicBezTo>
                <a:cubicBezTo>
                  <a:pt x="59505" y="56867"/>
                  <a:pt x="54858" y="54439"/>
                  <a:pt x="51647" y="49584"/>
                </a:cubicBezTo>
                <a:cubicBezTo>
                  <a:pt x="48436" y="44721"/>
                  <a:pt x="46830" y="37677"/>
                  <a:pt x="46830" y="28451"/>
                </a:cubicBezTo>
                <a:cubicBezTo>
                  <a:pt x="46830" y="19202"/>
                  <a:pt x="48436" y="12150"/>
                  <a:pt x="51647" y="7295"/>
                </a:cubicBezTo>
                <a:cubicBezTo>
                  <a:pt x="54858" y="2432"/>
                  <a:pt x="59505" y="0"/>
                  <a:pt x="65586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98" name="Freeform 1197">
            <a:extLst>
              <a:ext uri="{FF2B5EF4-FFF2-40B4-BE49-F238E27FC236}">
                <a16:creationId xmlns:a16="http://schemas.microsoft.com/office/drawing/2014/main" id="{64C8DDC9-B45C-BD3B-283E-795B7AE90BCB}"/>
              </a:ext>
            </a:extLst>
          </p:cNvPr>
          <p:cNvSpPr>
            <a:spLocks noGrp="1"/>
          </p:cNvSpPr>
          <p:nvPr/>
        </p:nvSpPr>
        <p:spPr>
          <a:xfrm>
            <a:off x="3906111" y="1491167"/>
            <a:ext cx="2094966" cy="8950"/>
          </a:xfrm>
          <a:custGeom>
            <a:avLst/>
            <a:gdLst/>
            <a:ahLst/>
            <a:cxnLst/>
            <a:rect l="l" t="t" r="r" b="b"/>
            <a:pathLst>
              <a:path w="2094966" h="8950">
                <a:moveTo>
                  <a:pt x="0" y="0"/>
                </a:moveTo>
                <a:lnTo>
                  <a:pt x="2094967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99" name="Freeform 1198">
            <a:extLst>
              <a:ext uri="{FF2B5EF4-FFF2-40B4-BE49-F238E27FC236}">
                <a16:creationId xmlns:a16="http://schemas.microsoft.com/office/drawing/2014/main" id="{DE7F7510-179F-AD74-81FD-F26C64E8FE34}"/>
              </a:ext>
            </a:extLst>
          </p:cNvPr>
          <p:cNvSpPr>
            <a:spLocks noGrp="1"/>
          </p:cNvSpPr>
          <p:nvPr/>
        </p:nvSpPr>
        <p:spPr>
          <a:xfrm>
            <a:off x="3875084" y="1491166"/>
            <a:ext cx="31027" cy="8950"/>
          </a:xfrm>
          <a:custGeom>
            <a:avLst/>
            <a:gdLst/>
            <a:ahLst/>
            <a:cxnLst/>
            <a:rect l="l" t="t" r="r" b="b"/>
            <a:pathLst>
              <a:path w="31027" h="8950">
                <a:moveTo>
                  <a:pt x="31143" y="471"/>
                </a:moveTo>
                <a:lnTo>
                  <a:pt x="116" y="471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00" name="Freeform 1199">
            <a:extLst>
              <a:ext uri="{FF2B5EF4-FFF2-40B4-BE49-F238E27FC236}">
                <a16:creationId xmlns:a16="http://schemas.microsoft.com/office/drawing/2014/main" id="{D431E151-73E2-86D6-EAFE-02F8007EDD14}"/>
              </a:ext>
            </a:extLst>
          </p:cNvPr>
          <p:cNvSpPr>
            <a:spLocks noGrp="1"/>
          </p:cNvSpPr>
          <p:nvPr/>
        </p:nvSpPr>
        <p:spPr>
          <a:xfrm>
            <a:off x="3759925" y="1462275"/>
            <a:ext cx="84132" cy="56867"/>
          </a:xfrm>
          <a:custGeom>
            <a:avLst/>
            <a:gdLst/>
            <a:ahLst/>
            <a:cxnLst/>
            <a:rect l="l" t="t" r="r" b="b"/>
            <a:pathLst>
              <a:path w="84132" h="56867">
                <a:moveTo>
                  <a:pt x="24539" y="26243"/>
                </a:moveTo>
                <a:cubicBezTo>
                  <a:pt x="28052" y="27002"/>
                  <a:pt x="30794" y="28584"/>
                  <a:pt x="32765" y="30989"/>
                </a:cubicBezTo>
                <a:cubicBezTo>
                  <a:pt x="34743" y="33385"/>
                  <a:pt x="35732" y="36345"/>
                  <a:pt x="35732" y="39870"/>
                </a:cubicBezTo>
                <a:cubicBezTo>
                  <a:pt x="35732" y="45273"/>
                  <a:pt x="33889" y="49459"/>
                  <a:pt x="30205" y="52427"/>
                </a:cubicBezTo>
                <a:cubicBezTo>
                  <a:pt x="26520" y="55387"/>
                  <a:pt x="21285" y="56867"/>
                  <a:pt x="14497" y="56867"/>
                </a:cubicBezTo>
                <a:cubicBezTo>
                  <a:pt x="12225" y="56867"/>
                  <a:pt x="9882" y="56640"/>
                  <a:pt x="7470" y="56186"/>
                </a:cubicBezTo>
                <a:cubicBezTo>
                  <a:pt x="5057" y="55732"/>
                  <a:pt x="2567" y="55050"/>
                  <a:pt x="0" y="54142"/>
                </a:cubicBezTo>
                <a:lnTo>
                  <a:pt x="0" y="46988"/>
                </a:lnTo>
                <a:cubicBezTo>
                  <a:pt x="2032" y="48186"/>
                  <a:pt x="4258" y="49091"/>
                  <a:pt x="6679" y="49702"/>
                </a:cubicBezTo>
                <a:cubicBezTo>
                  <a:pt x="9106" y="50313"/>
                  <a:pt x="11643" y="50618"/>
                  <a:pt x="14288" y="50618"/>
                </a:cubicBezTo>
                <a:cubicBezTo>
                  <a:pt x="18888" y="50618"/>
                  <a:pt x="22394" y="49702"/>
                  <a:pt x="24806" y="47869"/>
                </a:cubicBezTo>
                <a:cubicBezTo>
                  <a:pt x="27219" y="46037"/>
                  <a:pt x="28425" y="43370"/>
                  <a:pt x="28425" y="39870"/>
                </a:cubicBezTo>
                <a:cubicBezTo>
                  <a:pt x="28425" y="36635"/>
                  <a:pt x="27304" y="34109"/>
                  <a:pt x="25062" y="32293"/>
                </a:cubicBezTo>
                <a:cubicBezTo>
                  <a:pt x="22820" y="30468"/>
                  <a:pt x="19702" y="29556"/>
                  <a:pt x="15707" y="29556"/>
                </a:cubicBezTo>
                <a:lnTo>
                  <a:pt x="9378" y="29556"/>
                </a:lnTo>
                <a:lnTo>
                  <a:pt x="9378" y="23459"/>
                </a:lnTo>
                <a:lnTo>
                  <a:pt x="15998" y="23459"/>
                </a:lnTo>
                <a:cubicBezTo>
                  <a:pt x="19605" y="23459"/>
                  <a:pt x="22367" y="22731"/>
                  <a:pt x="24283" y="21274"/>
                </a:cubicBezTo>
                <a:cubicBezTo>
                  <a:pt x="26198" y="19817"/>
                  <a:pt x="27156" y="17719"/>
                  <a:pt x="27156" y="14978"/>
                </a:cubicBezTo>
                <a:cubicBezTo>
                  <a:pt x="27156" y="12166"/>
                  <a:pt x="26167" y="10009"/>
                  <a:pt x="24189" y="8505"/>
                </a:cubicBezTo>
                <a:cubicBezTo>
                  <a:pt x="22219" y="6993"/>
                  <a:pt x="19392" y="6238"/>
                  <a:pt x="15707" y="6238"/>
                </a:cubicBezTo>
                <a:cubicBezTo>
                  <a:pt x="13691" y="6238"/>
                  <a:pt x="11530" y="6461"/>
                  <a:pt x="9227" y="6907"/>
                </a:cubicBezTo>
                <a:cubicBezTo>
                  <a:pt x="6923" y="7346"/>
                  <a:pt x="4390" y="8027"/>
                  <a:pt x="1629" y="8951"/>
                </a:cubicBezTo>
                <a:lnTo>
                  <a:pt x="1629" y="2350"/>
                </a:lnTo>
                <a:cubicBezTo>
                  <a:pt x="4421" y="1566"/>
                  <a:pt x="7035" y="979"/>
                  <a:pt x="9471" y="588"/>
                </a:cubicBezTo>
                <a:cubicBezTo>
                  <a:pt x="11907" y="196"/>
                  <a:pt x="14203" y="0"/>
                  <a:pt x="16359" y="0"/>
                </a:cubicBezTo>
                <a:cubicBezTo>
                  <a:pt x="21936" y="0"/>
                  <a:pt x="26346" y="1280"/>
                  <a:pt x="29588" y="3841"/>
                </a:cubicBezTo>
                <a:cubicBezTo>
                  <a:pt x="32838" y="6394"/>
                  <a:pt x="34463" y="9848"/>
                  <a:pt x="34463" y="14202"/>
                </a:cubicBezTo>
                <a:cubicBezTo>
                  <a:pt x="34463" y="17241"/>
                  <a:pt x="33602" y="19806"/>
                  <a:pt x="31880" y="21896"/>
                </a:cubicBezTo>
                <a:cubicBezTo>
                  <a:pt x="30158" y="23988"/>
                  <a:pt x="27711" y="25436"/>
                  <a:pt x="24539" y="26243"/>
                </a:cubicBezTo>
                <a:close/>
                <a:moveTo>
                  <a:pt x="65365" y="5874"/>
                </a:moveTo>
                <a:cubicBezTo>
                  <a:pt x="61587" y="5874"/>
                  <a:pt x="58744" y="7753"/>
                  <a:pt x="56836" y="11512"/>
                </a:cubicBezTo>
                <a:cubicBezTo>
                  <a:pt x="54936" y="15263"/>
                  <a:pt x="53986" y="20910"/>
                  <a:pt x="53986" y="28451"/>
                </a:cubicBezTo>
                <a:cubicBezTo>
                  <a:pt x="53986" y="35962"/>
                  <a:pt x="54936" y="41596"/>
                  <a:pt x="56836" y="45355"/>
                </a:cubicBezTo>
                <a:cubicBezTo>
                  <a:pt x="58744" y="49114"/>
                  <a:pt x="61587" y="50994"/>
                  <a:pt x="65365" y="50994"/>
                </a:cubicBezTo>
                <a:cubicBezTo>
                  <a:pt x="69173" y="50994"/>
                  <a:pt x="72028" y="49114"/>
                  <a:pt x="73928" y="45355"/>
                </a:cubicBezTo>
                <a:cubicBezTo>
                  <a:pt x="75837" y="41596"/>
                  <a:pt x="76791" y="35962"/>
                  <a:pt x="76791" y="28451"/>
                </a:cubicBezTo>
                <a:cubicBezTo>
                  <a:pt x="76791" y="20910"/>
                  <a:pt x="75837" y="15263"/>
                  <a:pt x="73928" y="11512"/>
                </a:cubicBezTo>
                <a:cubicBezTo>
                  <a:pt x="72028" y="7753"/>
                  <a:pt x="69173" y="5874"/>
                  <a:pt x="65365" y="5874"/>
                </a:cubicBezTo>
                <a:close/>
                <a:moveTo>
                  <a:pt x="65365" y="0"/>
                </a:moveTo>
                <a:cubicBezTo>
                  <a:pt x="71454" y="0"/>
                  <a:pt x="76104" y="2432"/>
                  <a:pt x="79315" y="7295"/>
                </a:cubicBezTo>
                <a:cubicBezTo>
                  <a:pt x="82527" y="12150"/>
                  <a:pt x="84132" y="19203"/>
                  <a:pt x="84132" y="28451"/>
                </a:cubicBezTo>
                <a:cubicBezTo>
                  <a:pt x="84132" y="37677"/>
                  <a:pt x="82527" y="44721"/>
                  <a:pt x="79315" y="49584"/>
                </a:cubicBezTo>
                <a:cubicBezTo>
                  <a:pt x="76104" y="54440"/>
                  <a:pt x="71454" y="56867"/>
                  <a:pt x="65365" y="56867"/>
                </a:cubicBezTo>
                <a:cubicBezTo>
                  <a:pt x="59284" y="56867"/>
                  <a:pt x="54637" y="54440"/>
                  <a:pt x="51426" y="49584"/>
                </a:cubicBezTo>
                <a:cubicBezTo>
                  <a:pt x="48215" y="44721"/>
                  <a:pt x="46609" y="37677"/>
                  <a:pt x="46609" y="28451"/>
                </a:cubicBezTo>
                <a:cubicBezTo>
                  <a:pt x="46609" y="19203"/>
                  <a:pt x="48215" y="12150"/>
                  <a:pt x="51426" y="7295"/>
                </a:cubicBezTo>
                <a:cubicBezTo>
                  <a:pt x="54637" y="2432"/>
                  <a:pt x="59284" y="0"/>
                  <a:pt x="65365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02" name="Freeform 1201">
            <a:extLst>
              <a:ext uri="{FF2B5EF4-FFF2-40B4-BE49-F238E27FC236}">
                <a16:creationId xmlns:a16="http://schemas.microsoft.com/office/drawing/2014/main" id="{545DF0D1-B001-477E-F0EF-B0645146321A}"/>
              </a:ext>
            </a:extLst>
          </p:cNvPr>
          <p:cNvSpPr>
            <a:spLocks noGrp="1"/>
          </p:cNvSpPr>
          <p:nvPr/>
        </p:nvSpPr>
        <p:spPr>
          <a:xfrm>
            <a:off x="3906111" y="1202816"/>
            <a:ext cx="2094966" cy="8950"/>
          </a:xfrm>
          <a:custGeom>
            <a:avLst/>
            <a:gdLst/>
            <a:ahLst/>
            <a:cxnLst/>
            <a:rect l="l" t="t" r="r" b="b"/>
            <a:pathLst>
              <a:path w="2094966" h="8950">
                <a:moveTo>
                  <a:pt x="0" y="0"/>
                </a:moveTo>
                <a:lnTo>
                  <a:pt x="2094967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03" name="Freeform 1202">
            <a:extLst>
              <a:ext uri="{FF2B5EF4-FFF2-40B4-BE49-F238E27FC236}">
                <a16:creationId xmlns:a16="http://schemas.microsoft.com/office/drawing/2014/main" id="{349BCA52-CF2C-DF72-74FD-ADDBBB20247E}"/>
              </a:ext>
            </a:extLst>
          </p:cNvPr>
          <p:cNvSpPr>
            <a:spLocks noGrp="1"/>
          </p:cNvSpPr>
          <p:nvPr/>
        </p:nvSpPr>
        <p:spPr>
          <a:xfrm>
            <a:off x="3875084" y="1202816"/>
            <a:ext cx="31027" cy="8950"/>
          </a:xfrm>
          <a:custGeom>
            <a:avLst/>
            <a:gdLst/>
            <a:ahLst/>
            <a:cxnLst/>
            <a:rect l="l" t="t" r="r" b="b"/>
            <a:pathLst>
              <a:path w="31027" h="8950">
                <a:moveTo>
                  <a:pt x="31143" y="439"/>
                </a:moveTo>
                <a:lnTo>
                  <a:pt x="116" y="439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04" name="Freeform 1203">
            <a:extLst>
              <a:ext uri="{FF2B5EF4-FFF2-40B4-BE49-F238E27FC236}">
                <a16:creationId xmlns:a16="http://schemas.microsoft.com/office/drawing/2014/main" id="{B2CCC7E7-C37C-D11F-6243-8217548E1699}"/>
              </a:ext>
            </a:extLst>
          </p:cNvPr>
          <p:cNvSpPr>
            <a:spLocks noGrp="1"/>
          </p:cNvSpPr>
          <p:nvPr/>
        </p:nvSpPr>
        <p:spPr>
          <a:xfrm>
            <a:off x="3757889" y="1173925"/>
            <a:ext cx="86168" cy="56867"/>
          </a:xfrm>
          <a:custGeom>
            <a:avLst/>
            <a:gdLst/>
            <a:ahLst/>
            <a:cxnLst/>
            <a:rect l="l" t="t" r="r" b="b"/>
            <a:pathLst>
              <a:path w="86168" h="56867">
                <a:moveTo>
                  <a:pt x="24504" y="7448"/>
                </a:moveTo>
                <a:lnTo>
                  <a:pt x="5957" y="36709"/>
                </a:lnTo>
                <a:lnTo>
                  <a:pt x="24504" y="36709"/>
                </a:lnTo>
                <a:lnTo>
                  <a:pt x="24504" y="7448"/>
                </a:lnTo>
                <a:close/>
                <a:moveTo>
                  <a:pt x="22572" y="987"/>
                </a:moveTo>
                <a:lnTo>
                  <a:pt x="31811" y="987"/>
                </a:lnTo>
                <a:lnTo>
                  <a:pt x="31811" y="36709"/>
                </a:lnTo>
                <a:lnTo>
                  <a:pt x="39560" y="36709"/>
                </a:lnTo>
                <a:lnTo>
                  <a:pt x="39560" y="42877"/>
                </a:lnTo>
                <a:lnTo>
                  <a:pt x="31811" y="42877"/>
                </a:lnTo>
                <a:lnTo>
                  <a:pt x="31811" y="55798"/>
                </a:lnTo>
                <a:lnTo>
                  <a:pt x="24504" y="55798"/>
                </a:lnTo>
                <a:lnTo>
                  <a:pt x="24504" y="42877"/>
                </a:lnTo>
                <a:lnTo>
                  <a:pt x="0" y="42877"/>
                </a:lnTo>
                <a:lnTo>
                  <a:pt x="0" y="35723"/>
                </a:lnTo>
                <a:lnTo>
                  <a:pt x="22572" y="987"/>
                </a:lnTo>
                <a:close/>
                <a:moveTo>
                  <a:pt x="67401" y="5874"/>
                </a:moveTo>
                <a:cubicBezTo>
                  <a:pt x="63624" y="5874"/>
                  <a:pt x="60781" y="7753"/>
                  <a:pt x="58872" y="11512"/>
                </a:cubicBezTo>
                <a:cubicBezTo>
                  <a:pt x="56972" y="15263"/>
                  <a:pt x="56022" y="20910"/>
                  <a:pt x="56022" y="28451"/>
                </a:cubicBezTo>
                <a:cubicBezTo>
                  <a:pt x="56022" y="35962"/>
                  <a:pt x="56972" y="41596"/>
                  <a:pt x="58872" y="45355"/>
                </a:cubicBezTo>
                <a:cubicBezTo>
                  <a:pt x="60781" y="49114"/>
                  <a:pt x="63624" y="50994"/>
                  <a:pt x="67401" y="50994"/>
                </a:cubicBezTo>
                <a:cubicBezTo>
                  <a:pt x="71210" y="50994"/>
                  <a:pt x="74064" y="49114"/>
                  <a:pt x="75965" y="45355"/>
                </a:cubicBezTo>
                <a:cubicBezTo>
                  <a:pt x="77873" y="41596"/>
                  <a:pt x="78827" y="35962"/>
                  <a:pt x="78827" y="28451"/>
                </a:cubicBezTo>
                <a:cubicBezTo>
                  <a:pt x="78827" y="20910"/>
                  <a:pt x="77873" y="15263"/>
                  <a:pt x="75965" y="11512"/>
                </a:cubicBezTo>
                <a:cubicBezTo>
                  <a:pt x="74064" y="7753"/>
                  <a:pt x="71210" y="5874"/>
                  <a:pt x="67401" y="5874"/>
                </a:cubicBezTo>
                <a:close/>
                <a:moveTo>
                  <a:pt x="67401" y="0"/>
                </a:moveTo>
                <a:cubicBezTo>
                  <a:pt x="73490" y="0"/>
                  <a:pt x="78140" y="2432"/>
                  <a:pt x="81352" y="7295"/>
                </a:cubicBezTo>
                <a:cubicBezTo>
                  <a:pt x="84563" y="12150"/>
                  <a:pt x="86169" y="19203"/>
                  <a:pt x="86169" y="28451"/>
                </a:cubicBezTo>
                <a:cubicBezTo>
                  <a:pt x="86169" y="37677"/>
                  <a:pt x="84563" y="44721"/>
                  <a:pt x="81352" y="49584"/>
                </a:cubicBezTo>
                <a:cubicBezTo>
                  <a:pt x="78140" y="54440"/>
                  <a:pt x="73490" y="56867"/>
                  <a:pt x="67401" y="56867"/>
                </a:cubicBezTo>
                <a:cubicBezTo>
                  <a:pt x="61320" y="56867"/>
                  <a:pt x="56673" y="54440"/>
                  <a:pt x="53462" y="49584"/>
                </a:cubicBezTo>
                <a:cubicBezTo>
                  <a:pt x="50251" y="44721"/>
                  <a:pt x="48645" y="37677"/>
                  <a:pt x="48645" y="28451"/>
                </a:cubicBezTo>
                <a:cubicBezTo>
                  <a:pt x="48645" y="19203"/>
                  <a:pt x="50251" y="12150"/>
                  <a:pt x="53462" y="7295"/>
                </a:cubicBezTo>
                <a:cubicBezTo>
                  <a:pt x="56673" y="2432"/>
                  <a:pt x="61320" y="0"/>
                  <a:pt x="67401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06" name="Freeform 1205">
            <a:extLst>
              <a:ext uri="{FF2B5EF4-FFF2-40B4-BE49-F238E27FC236}">
                <a16:creationId xmlns:a16="http://schemas.microsoft.com/office/drawing/2014/main" id="{846416F4-02D4-AC8D-33C3-8CC3DAD345B4}"/>
              </a:ext>
            </a:extLst>
          </p:cNvPr>
          <p:cNvSpPr>
            <a:spLocks noGrp="1"/>
          </p:cNvSpPr>
          <p:nvPr/>
        </p:nvSpPr>
        <p:spPr>
          <a:xfrm>
            <a:off x="3906111" y="914466"/>
            <a:ext cx="2094966" cy="8950"/>
          </a:xfrm>
          <a:custGeom>
            <a:avLst/>
            <a:gdLst/>
            <a:ahLst/>
            <a:cxnLst/>
            <a:rect l="l" t="t" r="r" b="b"/>
            <a:pathLst>
              <a:path w="2094966" h="8950">
                <a:moveTo>
                  <a:pt x="0" y="0"/>
                </a:moveTo>
                <a:lnTo>
                  <a:pt x="2094967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07" name="Freeform 1206">
            <a:extLst>
              <a:ext uri="{FF2B5EF4-FFF2-40B4-BE49-F238E27FC236}">
                <a16:creationId xmlns:a16="http://schemas.microsoft.com/office/drawing/2014/main" id="{AE5383B6-E978-5F6A-960B-45979EA1DFDF}"/>
              </a:ext>
            </a:extLst>
          </p:cNvPr>
          <p:cNvSpPr>
            <a:spLocks noGrp="1"/>
          </p:cNvSpPr>
          <p:nvPr/>
        </p:nvSpPr>
        <p:spPr>
          <a:xfrm>
            <a:off x="3875084" y="914466"/>
            <a:ext cx="31027" cy="8950"/>
          </a:xfrm>
          <a:custGeom>
            <a:avLst/>
            <a:gdLst/>
            <a:ahLst/>
            <a:cxnLst/>
            <a:rect l="l" t="t" r="r" b="b"/>
            <a:pathLst>
              <a:path w="31027" h="8950">
                <a:moveTo>
                  <a:pt x="31143" y="407"/>
                </a:moveTo>
                <a:lnTo>
                  <a:pt x="116" y="407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08" name="Freeform 1207">
            <a:extLst>
              <a:ext uri="{FF2B5EF4-FFF2-40B4-BE49-F238E27FC236}">
                <a16:creationId xmlns:a16="http://schemas.microsoft.com/office/drawing/2014/main" id="{6E89E9A4-5C18-10EC-F4B8-0C2A20FE98D1}"/>
              </a:ext>
            </a:extLst>
          </p:cNvPr>
          <p:cNvSpPr>
            <a:spLocks noGrp="1"/>
          </p:cNvSpPr>
          <p:nvPr/>
        </p:nvSpPr>
        <p:spPr>
          <a:xfrm>
            <a:off x="3759995" y="885574"/>
            <a:ext cx="84062" cy="56867"/>
          </a:xfrm>
          <a:custGeom>
            <a:avLst/>
            <a:gdLst/>
            <a:ahLst/>
            <a:cxnLst/>
            <a:rect l="l" t="t" r="r" b="b"/>
            <a:pathLst>
              <a:path w="84062" h="56867">
                <a:moveTo>
                  <a:pt x="2292" y="987"/>
                </a:moveTo>
                <a:lnTo>
                  <a:pt x="31124" y="987"/>
                </a:lnTo>
                <a:lnTo>
                  <a:pt x="31124" y="7236"/>
                </a:lnTo>
                <a:lnTo>
                  <a:pt x="9017" y="7236"/>
                </a:lnTo>
                <a:lnTo>
                  <a:pt x="9017" y="20663"/>
                </a:lnTo>
                <a:cubicBezTo>
                  <a:pt x="10080" y="20295"/>
                  <a:pt x="11143" y="20021"/>
                  <a:pt x="12205" y="19841"/>
                </a:cubicBezTo>
                <a:cubicBezTo>
                  <a:pt x="13276" y="19661"/>
                  <a:pt x="14346" y="19570"/>
                  <a:pt x="15417" y="19570"/>
                </a:cubicBezTo>
                <a:cubicBezTo>
                  <a:pt x="21475" y="19570"/>
                  <a:pt x="26272" y="21246"/>
                  <a:pt x="29809" y="24598"/>
                </a:cubicBezTo>
                <a:cubicBezTo>
                  <a:pt x="33354" y="27950"/>
                  <a:pt x="35127" y="32488"/>
                  <a:pt x="35127" y="38213"/>
                </a:cubicBezTo>
                <a:cubicBezTo>
                  <a:pt x="35127" y="44110"/>
                  <a:pt x="33308" y="48695"/>
                  <a:pt x="29670" y="51969"/>
                </a:cubicBezTo>
                <a:cubicBezTo>
                  <a:pt x="26032" y="55234"/>
                  <a:pt x="20905" y="56867"/>
                  <a:pt x="14288" y="56867"/>
                </a:cubicBezTo>
                <a:cubicBezTo>
                  <a:pt x="12007" y="56867"/>
                  <a:pt x="9684" y="56672"/>
                  <a:pt x="7319" y="56280"/>
                </a:cubicBezTo>
                <a:cubicBezTo>
                  <a:pt x="4960" y="55888"/>
                  <a:pt x="2521" y="55301"/>
                  <a:pt x="0" y="54518"/>
                </a:cubicBezTo>
                <a:lnTo>
                  <a:pt x="0" y="47059"/>
                </a:lnTo>
                <a:cubicBezTo>
                  <a:pt x="2180" y="48257"/>
                  <a:pt x="4433" y="49149"/>
                  <a:pt x="6760" y="49737"/>
                </a:cubicBezTo>
                <a:cubicBezTo>
                  <a:pt x="9087" y="50324"/>
                  <a:pt x="11546" y="50618"/>
                  <a:pt x="14137" y="50618"/>
                </a:cubicBezTo>
                <a:cubicBezTo>
                  <a:pt x="18333" y="50618"/>
                  <a:pt x="21653" y="49506"/>
                  <a:pt x="24096" y="47282"/>
                </a:cubicBezTo>
                <a:cubicBezTo>
                  <a:pt x="26548" y="45058"/>
                  <a:pt x="27773" y="42035"/>
                  <a:pt x="27773" y="38213"/>
                </a:cubicBezTo>
                <a:cubicBezTo>
                  <a:pt x="27773" y="34399"/>
                  <a:pt x="26548" y="31380"/>
                  <a:pt x="24096" y="29156"/>
                </a:cubicBezTo>
                <a:cubicBezTo>
                  <a:pt x="21653" y="26924"/>
                  <a:pt x="18333" y="25808"/>
                  <a:pt x="14137" y="25808"/>
                </a:cubicBezTo>
                <a:cubicBezTo>
                  <a:pt x="12174" y="25808"/>
                  <a:pt x="10216" y="26027"/>
                  <a:pt x="8261" y="26466"/>
                </a:cubicBezTo>
                <a:cubicBezTo>
                  <a:pt x="6314" y="26905"/>
                  <a:pt x="4324" y="27590"/>
                  <a:pt x="2292" y="28522"/>
                </a:cubicBezTo>
                <a:lnTo>
                  <a:pt x="2292" y="987"/>
                </a:lnTo>
                <a:close/>
                <a:moveTo>
                  <a:pt x="65295" y="5874"/>
                </a:moveTo>
                <a:cubicBezTo>
                  <a:pt x="61518" y="5874"/>
                  <a:pt x="58675" y="7753"/>
                  <a:pt x="56766" y="11512"/>
                </a:cubicBezTo>
                <a:cubicBezTo>
                  <a:pt x="54866" y="15263"/>
                  <a:pt x="53916" y="20910"/>
                  <a:pt x="53916" y="28451"/>
                </a:cubicBezTo>
                <a:cubicBezTo>
                  <a:pt x="53916" y="35962"/>
                  <a:pt x="54866" y="41596"/>
                  <a:pt x="56766" y="45355"/>
                </a:cubicBezTo>
                <a:cubicBezTo>
                  <a:pt x="58675" y="49114"/>
                  <a:pt x="61518" y="50994"/>
                  <a:pt x="65295" y="50994"/>
                </a:cubicBezTo>
                <a:cubicBezTo>
                  <a:pt x="69104" y="50994"/>
                  <a:pt x="71958" y="49114"/>
                  <a:pt x="73859" y="45355"/>
                </a:cubicBezTo>
                <a:cubicBezTo>
                  <a:pt x="75767" y="41596"/>
                  <a:pt x="76721" y="35962"/>
                  <a:pt x="76721" y="28451"/>
                </a:cubicBezTo>
                <a:cubicBezTo>
                  <a:pt x="76721" y="20910"/>
                  <a:pt x="75767" y="15263"/>
                  <a:pt x="73859" y="11512"/>
                </a:cubicBezTo>
                <a:cubicBezTo>
                  <a:pt x="71958" y="7753"/>
                  <a:pt x="69104" y="5874"/>
                  <a:pt x="65295" y="5874"/>
                </a:cubicBezTo>
                <a:close/>
                <a:moveTo>
                  <a:pt x="65295" y="0"/>
                </a:moveTo>
                <a:cubicBezTo>
                  <a:pt x="71384" y="0"/>
                  <a:pt x="76034" y="2432"/>
                  <a:pt x="79246" y="7295"/>
                </a:cubicBezTo>
                <a:cubicBezTo>
                  <a:pt x="82457" y="12150"/>
                  <a:pt x="84063" y="19203"/>
                  <a:pt x="84063" y="28451"/>
                </a:cubicBezTo>
                <a:cubicBezTo>
                  <a:pt x="84063" y="37677"/>
                  <a:pt x="82457" y="44721"/>
                  <a:pt x="79246" y="49584"/>
                </a:cubicBezTo>
                <a:cubicBezTo>
                  <a:pt x="76034" y="54439"/>
                  <a:pt x="71384" y="56867"/>
                  <a:pt x="65295" y="56867"/>
                </a:cubicBezTo>
                <a:cubicBezTo>
                  <a:pt x="59214" y="56867"/>
                  <a:pt x="54567" y="54439"/>
                  <a:pt x="51356" y="49584"/>
                </a:cubicBezTo>
                <a:cubicBezTo>
                  <a:pt x="48145" y="44721"/>
                  <a:pt x="46539" y="37677"/>
                  <a:pt x="46539" y="28451"/>
                </a:cubicBezTo>
                <a:cubicBezTo>
                  <a:pt x="46539" y="19203"/>
                  <a:pt x="48145" y="12150"/>
                  <a:pt x="51356" y="7295"/>
                </a:cubicBezTo>
                <a:cubicBezTo>
                  <a:pt x="54568" y="2432"/>
                  <a:pt x="59214" y="0"/>
                  <a:pt x="65295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10" name="Freeform 1209">
            <a:extLst>
              <a:ext uri="{FF2B5EF4-FFF2-40B4-BE49-F238E27FC236}">
                <a16:creationId xmlns:a16="http://schemas.microsoft.com/office/drawing/2014/main" id="{81E868E6-33BC-690A-9823-CF7EB3E307CE}"/>
              </a:ext>
            </a:extLst>
          </p:cNvPr>
          <p:cNvSpPr>
            <a:spLocks noGrp="1"/>
          </p:cNvSpPr>
          <p:nvPr/>
        </p:nvSpPr>
        <p:spPr>
          <a:xfrm>
            <a:off x="3906111" y="626116"/>
            <a:ext cx="2094966" cy="8950"/>
          </a:xfrm>
          <a:custGeom>
            <a:avLst/>
            <a:gdLst/>
            <a:ahLst/>
            <a:cxnLst/>
            <a:rect l="l" t="t" r="r" b="b"/>
            <a:pathLst>
              <a:path w="2094966" h="8950">
                <a:moveTo>
                  <a:pt x="0" y="0"/>
                </a:moveTo>
                <a:lnTo>
                  <a:pt x="2094967" y="0"/>
                </a:lnTo>
              </a:path>
            </a:pathLst>
          </a:custGeom>
          <a:noFill/>
          <a:ln w="4429">
            <a:solidFill>
              <a:srgbClr val="E2E2E2">
                <a:alpha val="70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11" name="Freeform 1210">
            <a:extLst>
              <a:ext uri="{FF2B5EF4-FFF2-40B4-BE49-F238E27FC236}">
                <a16:creationId xmlns:a16="http://schemas.microsoft.com/office/drawing/2014/main" id="{BE4A75D5-54BC-F475-E42D-FE5CF037C392}"/>
              </a:ext>
            </a:extLst>
          </p:cNvPr>
          <p:cNvSpPr>
            <a:spLocks noGrp="1"/>
          </p:cNvSpPr>
          <p:nvPr/>
        </p:nvSpPr>
        <p:spPr>
          <a:xfrm>
            <a:off x="3875084" y="626116"/>
            <a:ext cx="31027" cy="8950"/>
          </a:xfrm>
          <a:custGeom>
            <a:avLst/>
            <a:gdLst/>
            <a:ahLst/>
            <a:cxnLst/>
            <a:rect l="l" t="t" r="r" b="b"/>
            <a:pathLst>
              <a:path w="31027" h="8950">
                <a:moveTo>
                  <a:pt x="31143" y="375"/>
                </a:moveTo>
                <a:lnTo>
                  <a:pt x="116" y="375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12" name="Freeform 1211">
            <a:extLst>
              <a:ext uri="{FF2B5EF4-FFF2-40B4-BE49-F238E27FC236}">
                <a16:creationId xmlns:a16="http://schemas.microsoft.com/office/drawing/2014/main" id="{4805A8EE-540B-2032-5BDA-C0B53B6A4AA5}"/>
              </a:ext>
            </a:extLst>
          </p:cNvPr>
          <p:cNvSpPr>
            <a:spLocks noGrp="1"/>
          </p:cNvSpPr>
          <p:nvPr/>
        </p:nvSpPr>
        <p:spPr>
          <a:xfrm>
            <a:off x="3759448" y="597224"/>
            <a:ext cx="84609" cy="56867"/>
          </a:xfrm>
          <a:custGeom>
            <a:avLst/>
            <a:gdLst/>
            <a:ahLst/>
            <a:cxnLst/>
            <a:rect l="l" t="t" r="r" b="b"/>
            <a:pathLst>
              <a:path w="84609" h="56867">
                <a:moveTo>
                  <a:pt x="19384" y="25444"/>
                </a:moveTo>
                <a:cubicBezTo>
                  <a:pt x="16088" y="25444"/>
                  <a:pt x="13474" y="26583"/>
                  <a:pt x="11542" y="28862"/>
                </a:cubicBezTo>
                <a:cubicBezTo>
                  <a:pt x="9618" y="31133"/>
                  <a:pt x="8657" y="34250"/>
                  <a:pt x="8657" y="38213"/>
                </a:cubicBezTo>
                <a:cubicBezTo>
                  <a:pt x="8657" y="42152"/>
                  <a:pt x="9618" y="45269"/>
                  <a:pt x="11542" y="47564"/>
                </a:cubicBezTo>
                <a:cubicBezTo>
                  <a:pt x="13474" y="49850"/>
                  <a:pt x="16088" y="50994"/>
                  <a:pt x="19384" y="50994"/>
                </a:cubicBezTo>
                <a:cubicBezTo>
                  <a:pt x="22681" y="50994"/>
                  <a:pt x="25291" y="49850"/>
                  <a:pt x="27215" y="47564"/>
                </a:cubicBezTo>
                <a:cubicBezTo>
                  <a:pt x="29138" y="45269"/>
                  <a:pt x="30100" y="42152"/>
                  <a:pt x="30100" y="38213"/>
                </a:cubicBezTo>
                <a:cubicBezTo>
                  <a:pt x="30100" y="34250"/>
                  <a:pt x="29138" y="31133"/>
                  <a:pt x="27215" y="28862"/>
                </a:cubicBezTo>
                <a:cubicBezTo>
                  <a:pt x="25291" y="26583"/>
                  <a:pt x="22681" y="25444"/>
                  <a:pt x="19384" y="25444"/>
                </a:cubicBezTo>
                <a:close/>
                <a:moveTo>
                  <a:pt x="33963" y="2197"/>
                </a:moveTo>
                <a:lnTo>
                  <a:pt x="33963" y="8951"/>
                </a:lnTo>
                <a:cubicBezTo>
                  <a:pt x="32117" y="8074"/>
                  <a:pt x="30255" y="7404"/>
                  <a:pt x="28378" y="6942"/>
                </a:cubicBezTo>
                <a:cubicBezTo>
                  <a:pt x="26501" y="6472"/>
                  <a:pt x="24639" y="6238"/>
                  <a:pt x="22793" y="6238"/>
                </a:cubicBezTo>
                <a:cubicBezTo>
                  <a:pt x="17945" y="6238"/>
                  <a:pt x="14241" y="7890"/>
                  <a:pt x="11682" y="11195"/>
                </a:cubicBezTo>
                <a:cubicBezTo>
                  <a:pt x="9130" y="14500"/>
                  <a:pt x="7671" y="19492"/>
                  <a:pt x="7307" y="26172"/>
                </a:cubicBezTo>
                <a:cubicBezTo>
                  <a:pt x="8734" y="24042"/>
                  <a:pt x="10526" y="22409"/>
                  <a:pt x="12682" y="21274"/>
                </a:cubicBezTo>
                <a:cubicBezTo>
                  <a:pt x="14846" y="20138"/>
                  <a:pt x="17224" y="19570"/>
                  <a:pt x="19815" y="19570"/>
                </a:cubicBezTo>
                <a:cubicBezTo>
                  <a:pt x="25268" y="19570"/>
                  <a:pt x="29577" y="21242"/>
                  <a:pt x="32741" y="24586"/>
                </a:cubicBezTo>
                <a:cubicBezTo>
                  <a:pt x="35906" y="27923"/>
                  <a:pt x="37488" y="32465"/>
                  <a:pt x="37488" y="38213"/>
                </a:cubicBezTo>
                <a:cubicBezTo>
                  <a:pt x="37488" y="43844"/>
                  <a:pt x="35840" y="48362"/>
                  <a:pt x="32544" y="51769"/>
                </a:cubicBezTo>
                <a:cubicBezTo>
                  <a:pt x="29247" y="55168"/>
                  <a:pt x="24860" y="56867"/>
                  <a:pt x="19384" y="56867"/>
                </a:cubicBezTo>
                <a:cubicBezTo>
                  <a:pt x="13101" y="56867"/>
                  <a:pt x="8300" y="54439"/>
                  <a:pt x="4980" y="49584"/>
                </a:cubicBezTo>
                <a:cubicBezTo>
                  <a:pt x="1660" y="44721"/>
                  <a:pt x="0" y="37677"/>
                  <a:pt x="0" y="28451"/>
                </a:cubicBezTo>
                <a:cubicBezTo>
                  <a:pt x="0" y="19790"/>
                  <a:pt x="2036" y="12882"/>
                  <a:pt x="6108" y="7729"/>
                </a:cubicBezTo>
                <a:cubicBezTo>
                  <a:pt x="10181" y="2576"/>
                  <a:pt x="15645" y="0"/>
                  <a:pt x="22502" y="0"/>
                </a:cubicBezTo>
                <a:cubicBezTo>
                  <a:pt x="24349" y="0"/>
                  <a:pt x="26210" y="184"/>
                  <a:pt x="28087" y="552"/>
                </a:cubicBezTo>
                <a:cubicBezTo>
                  <a:pt x="29964" y="920"/>
                  <a:pt x="31923" y="1468"/>
                  <a:pt x="33963" y="2197"/>
                </a:cubicBezTo>
                <a:close/>
                <a:moveTo>
                  <a:pt x="65842" y="5874"/>
                </a:moveTo>
                <a:cubicBezTo>
                  <a:pt x="62064" y="5874"/>
                  <a:pt x="59222" y="7753"/>
                  <a:pt x="57313" y="11512"/>
                </a:cubicBezTo>
                <a:cubicBezTo>
                  <a:pt x="55413" y="15263"/>
                  <a:pt x="54463" y="20910"/>
                  <a:pt x="54463" y="28451"/>
                </a:cubicBezTo>
                <a:cubicBezTo>
                  <a:pt x="54463" y="35961"/>
                  <a:pt x="55413" y="41596"/>
                  <a:pt x="57313" y="45355"/>
                </a:cubicBezTo>
                <a:cubicBezTo>
                  <a:pt x="59222" y="49114"/>
                  <a:pt x="62064" y="50994"/>
                  <a:pt x="65842" y="50994"/>
                </a:cubicBezTo>
                <a:cubicBezTo>
                  <a:pt x="69651" y="50994"/>
                  <a:pt x="72505" y="49114"/>
                  <a:pt x="74405" y="45355"/>
                </a:cubicBezTo>
                <a:cubicBezTo>
                  <a:pt x="76314" y="41596"/>
                  <a:pt x="77268" y="35961"/>
                  <a:pt x="77268" y="28451"/>
                </a:cubicBezTo>
                <a:cubicBezTo>
                  <a:pt x="77268" y="20910"/>
                  <a:pt x="76314" y="15263"/>
                  <a:pt x="74405" y="11512"/>
                </a:cubicBezTo>
                <a:cubicBezTo>
                  <a:pt x="72505" y="7753"/>
                  <a:pt x="69651" y="5874"/>
                  <a:pt x="65842" y="5874"/>
                </a:cubicBezTo>
                <a:close/>
                <a:moveTo>
                  <a:pt x="65842" y="0"/>
                </a:moveTo>
                <a:cubicBezTo>
                  <a:pt x="71931" y="0"/>
                  <a:pt x="76581" y="2431"/>
                  <a:pt x="79793" y="7295"/>
                </a:cubicBezTo>
                <a:cubicBezTo>
                  <a:pt x="83004" y="12150"/>
                  <a:pt x="84610" y="19202"/>
                  <a:pt x="84610" y="28451"/>
                </a:cubicBezTo>
                <a:cubicBezTo>
                  <a:pt x="84610" y="37677"/>
                  <a:pt x="83004" y="44721"/>
                  <a:pt x="79793" y="49584"/>
                </a:cubicBezTo>
                <a:cubicBezTo>
                  <a:pt x="76581" y="54439"/>
                  <a:pt x="71931" y="56867"/>
                  <a:pt x="65842" y="56867"/>
                </a:cubicBezTo>
                <a:cubicBezTo>
                  <a:pt x="59761" y="56867"/>
                  <a:pt x="55114" y="54439"/>
                  <a:pt x="51903" y="49584"/>
                </a:cubicBezTo>
                <a:cubicBezTo>
                  <a:pt x="48692" y="44721"/>
                  <a:pt x="47086" y="37677"/>
                  <a:pt x="47086" y="28451"/>
                </a:cubicBezTo>
                <a:cubicBezTo>
                  <a:pt x="47086" y="19202"/>
                  <a:pt x="48692" y="12150"/>
                  <a:pt x="51903" y="7295"/>
                </a:cubicBezTo>
                <a:cubicBezTo>
                  <a:pt x="55114" y="2431"/>
                  <a:pt x="59761" y="0"/>
                  <a:pt x="65842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15" name="Freeform 1214">
            <a:extLst>
              <a:ext uri="{FF2B5EF4-FFF2-40B4-BE49-F238E27FC236}">
                <a16:creationId xmlns:a16="http://schemas.microsoft.com/office/drawing/2014/main" id="{AD16422E-9D78-58B4-760D-313065B84024}"/>
              </a:ext>
            </a:extLst>
          </p:cNvPr>
          <p:cNvSpPr>
            <a:spLocks noGrp="1"/>
          </p:cNvSpPr>
          <p:nvPr/>
        </p:nvSpPr>
        <p:spPr>
          <a:xfrm>
            <a:off x="3875084" y="337766"/>
            <a:ext cx="31027" cy="8950"/>
          </a:xfrm>
          <a:custGeom>
            <a:avLst/>
            <a:gdLst/>
            <a:ahLst/>
            <a:cxnLst/>
            <a:rect l="l" t="t" r="r" b="b"/>
            <a:pathLst>
              <a:path w="31027" h="8950">
                <a:moveTo>
                  <a:pt x="31143" y="342"/>
                </a:moveTo>
                <a:lnTo>
                  <a:pt x="116" y="342"/>
                </a:lnTo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16" name="Freeform 1215">
            <a:extLst>
              <a:ext uri="{FF2B5EF4-FFF2-40B4-BE49-F238E27FC236}">
                <a16:creationId xmlns:a16="http://schemas.microsoft.com/office/drawing/2014/main" id="{F91F7289-435A-14AE-B61C-7614CA72ED79}"/>
              </a:ext>
            </a:extLst>
          </p:cNvPr>
          <p:cNvSpPr>
            <a:spLocks noGrp="1"/>
          </p:cNvSpPr>
          <p:nvPr/>
        </p:nvSpPr>
        <p:spPr>
          <a:xfrm>
            <a:off x="3760355" y="308874"/>
            <a:ext cx="83701" cy="56867"/>
          </a:xfrm>
          <a:custGeom>
            <a:avLst/>
            <a:gdLst/>
            <a:ahLst/>
            <a:cxnLst/>
            <a:rect l="l" t="t" r="r" b="b"/>
            <a:pathLst>
              <a:path w="83701" h="56867">
                <a:moveTo>
                  <a:pt x="0" y="987"/>
                </a:moveTo>
                <a:lnTo>
                  <a:pt x="34905" y="987"/>
                </a:lnTo>
                <a:lnTo>
                  <a:pt x="34905" y="4147"/>
                </a:lnTo>
                <a:lnTo>
                  <a:pt x="15196" y="55798"/>
                </a:lnTo>
                <a:lnTo>
                  <a:pt x="7528" y="55798"/>
                </a:lnTo>
                <a:lnTo>
                  <a:pt x="26074" y="7236"/>
                </a:lnTo>
                <a:lnTo>
                  <a:pt x="0" y="7236"/>
                </a:lnTo>
                <a:lnTo>
                  <a:pt x="0" y="987"/>
                </a:lnTo>
                <a:close/>
                <a:moveTo>
                  <a:pt x="64934" y="5874"/>
                </a:moveTo>
                <a:cubicBezTo>
                  <a:pt x="61157" y="5874"/>
                  <a:pt x="58314" y="7753"/>
                  <a:pt x="56406" y="11512"/>
                </a:cubicBezTo>
                <a:cubicBezTo>
                  <a:pt x="54505" y="15263"/>
                  <a:pt x="53555" y="20910"/>
                  <a:pt x="53555" y="28451"/>
                </a:cubicBezTo>
                <a:cubicBezTo>
                  <a:pt x="53555" y="35962"/>
                  <a:pt x="54505" y="41596"/>
                  <a:pt x="56406" y="45355"/>
                </a:cubicBezTo>
                <a:cubicBezTo>
                  <a:pt x="58314" y="49114"/>
                  <a:pt x="61157" y="50994"/>
                  <a:pt x="64934" y="50994"/>
                </a:cubicBezTo>
                <a:cubicBezTo>
                  <a:pt x="68743" y="50994"/>
                  <a:pt x="71597" y="49114"/>
                  <a:pt x="73498" y="45355"/>
                </a:cubicBezTo>
                <a:cubicBezTo>
                  <a:pt x="75406" y="41596"/>
                  <a:pt x="76360" y="35962"/>
                  <a:pt x="76360" y="28451"/>
                </a:cubicBezTo>
                <a:cubicBezTo>
                  <a:pt x="76360" y="20910"/>
                  <a:pt x="75406" y="15263"/>
                  <a:pt x="73498" y="11512"/>
                </a:cubicBezTo>
                <a:cubicBezTo>
                  <a:pt x="71597" y="7753"/>
                  <a:pt x="68743" y="5874"/>
                  <a:pt x="64934" y="5874"/>
                </a:cubicBezTo>
                <a:close/>
                <a:moveTo>
                  <a:pt x="64934" y="0"/>
                </a:moveTo>
                <a:cubicBezTo>
                  <a:pt x="71023" y="0"/>
                  <a:pt x="75674" y="2432"/>
                  <a:pt x="78885" y="7295"/>
                </a:cubicBezTo>
                <a:cubicBezTo>
                  <a:pt x="82096" y="12150"/>
                  <a:pt x="83702" y="19203"/>
                  <a:pt x="83702" y="28451"/>
                </a:cubicBezTo>
                <a:cubicBezTo>
                  <a:pt x="83702" y="37677"/>
                  <a:pt x="82096" y="44721"/>
                  <a:pt x="78885" y="49584"/>
                </a:cubicBezTo>
                <a:cubicBezTo>
                  <a:pt x="75674" y="54440"/>
                  <a:pt x="71023" y="56867"/>
                  <a:pt x="64934" y="56867"/>
                </a:cubicBezTo>
                <a:cubicBezTo>
                  <a:pt x="58853" y="56867"/>
                  <a:pt x="54207" y="54440"/>
                  <a:pt x="50995" y="49584"/>
                </a:cubicBezTo>
                <a:cubicBezTo>
                  <a:pt x="47784" y="44721"/>
                  <a:pt x="46178" y="37677"/>
                  <a:pt x="46178" y="28451"/>
                </a:cubicBezTo>
                <a:cubicBezTo>
                  <a:pt x="46178" y="19203"/>
                  <a:pt x="47784" y="12150"/>
                  <a:pt x="50995" y="7295"/>
                </a:cubicBezTo>
                <a:cubicBezTo>
                  <a:pt x="54207" y="2432"/>
                  <a:pt x="58853" y="0"/>
                  <a:pt x="64934" y="0"/>
                </a:cubicBezTo>
                <a:close/>
              </a:path>
            </a:pathLst>
          </a:custGeom>
          <a:solidFill>
            <a:srgbClr val="000000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18" name="Freeform 1217">
            <a:extLst>
              <a:ext uri="{FF2B5EF4-FFF2-40B4-BE49-F238E27FC236}">
                <a16:creationId xmlns:a16="http://schemas.microsoft.com/office/drawing/2014/main" id="{852CB719-F90B-F886-D460-F5B20AB18F36}"/>
              </a:ext>
            </a:extLst>
          </p:cNvPr>
          <p:cNvSpPr>
            <a:spLocks noGrp="1"/>
          </p:cNvSpPr>
          <p:nvPr/>
        </p:nvSpPr>
        <p:spPr>
          <a:xfrm>
            <a:off x="3906111" y="241111"/>
            <a:ext cx="2094966" cy="2115105"/>
          </a:xfrm>
          <a:custGeom>
            <a:avLst/>
            <a:gdLst/>
            <a:ahLst/>
            <a:cxnLst/>
            <a:rect l="l" t="t" r="r" b="b"/>
            <a:pathLst>
              <a:path w="2094966" h="2115105">
                <a:moveTo>
                  <a:pt x="0" y="2115106"/>
                </a:moveTo>
                <a:lnTo>
                  <a:pt x="2094967" y="0"/>
                </a:lnTo>
              </a:path>
            </a:pathLst>
          </a:custGeom>
          <a:noFill/>
          <a:ln w="8857">
            <a:solidFill>
              <a:srgbClr val="9A9A9A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219" name="Freeform 1218">
            <a:extLst>
              <a:ext uri="{FF2B5EF4-FFF2-40B4-BE49-F238E27FC236}">
                <a16:creationId xmlns:a16="http://schemas.microsoft.com/office/drawing/2014/main" id="{16925CDA-E4CA-D81D-5991-38FDD31547DF}"/>
              </a:ext>
            </a:extLst>
          </p:cNvPr>
          <p:cNvSpPr>
            <a:spLocks noGrp="1"/>
          </p:cNvSpPr>
          <p:nvPr/>
        </p:nvSpPr>
        <p:spPr>
          <a:xfrm>
            <a:off x="3906111" y="241111"/>
            <a:ext cx="8864" cy="2115105"/>
          </a:xfrm>
          <a:custGeom>
            <a:avLst/>
            <a:gdLst/>
            <a:ahLst/>
            <a:cxnLst/>
            <a:rect l="l" t="t" r="r" b="b"/>
            <a:pathLst>
              <a:path w="8864" h="2115105">
                <a:moveTo>
                  <a:pt x="0" y="2115106"/>
                </a:moveTo>
                <a:lnTo>
                  <a:pt x="0" y="0"/>
                </a:lnTo>
              </a:path>
            </a:pathLst>
          </a:custGeom>
          <a:noFill/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20" name="Freeform 1219">
            <a:extLst>
              <a:ext uri="{FF2B5EF4-FFF2-40B4-BE49-F238E27FC236}">
                <a16:creationId xmlns:a16="http://schemas.microsoft.com/office/drawing/2014/main" id="{D4AFAE97-5980-42AC-4405-DFFC60908B55}"/>
              </a:ext>
            </a:extLst>
          </p:cNvPr>
          <p:cNvSpPr>
            <a:spLocks noGrp="1"/>
          </p:cNvSpPr>
          <p:nvPr/>
        </p:nvSpPr>
        <p:spPr>
          <a:xfrm>
            <a:off x="3906111" y="2356217"/>
            <a:ext cx="2094966" cy="8950"/>
          </a:xfrm>
          <a:custGeom>
            <a:avLst/>
            <a:gdLst/>
            <a:ahLst/>
            <a:cxnLst/>
            <a:rect l="l" t="t" r="r" b="b"/>
            <a:pathLst>
              <a:path w="2094966" h="8950">
                <a:moveTo>
                  <a:pt x="0" y="0"/>
                </a:moveTo>
                <a:lnTo>
                  <a:pt x="2094967" y="0"/>
                </a:lnTo>
              </a:path>
            </a:pathLst>
          </a:custGeom>
          <a:noFill/>
          <a:ln w="7086">
            <a:solidFill>
              <a:srgbClr val="00000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23" name="Freeform 1222">
            <a:extLst>
              <a:ext uri="{FF2B5EF4-FFF2-40B4-BE49-F238E27FC236}">
                <a16:creationId xmlns:a16="http://schemas.microsoft.com/office/drawing/2014/main" id="{36680592-1A4B-C4CB-A03C-C0586E03B28A}"/>
              </a:ext>
            </a:extLst>
          </p:cNvPr>
          <p:cNvSpPr>
            <a:spLocks noGrp="1"/>
          </p:cNvSpPr>
          <p:nvPr/>
        </p:nvSpPr>
        <p:spPr>
          <a:xfrm>
            <a:off x="5068310" y="1576864"/>
            <a:ext cx="451169" cy="60116"/>
          </a:xfrm>
          <a:custGeom>
            <a:avLst/>
            <a:gdLst/>
            <a:ahLst/>
            <a:cxnLst/>
            <a:rect l="l" t="t" r="r" b="b"/>
            <a:pathLst>
              <a:path w="451169" h="60116">
                <a:moveTo>
                  <a:pt x="0" y="60116"/>
                </a:moveTo>
                <a:lnTo>
                  <a:pt x="451169" y="60116"/>
                </a:lnTo>
                <a:lnTo>
                  <a:pt x="45116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8000"/>
            </a:srgbClr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24" name="Freeform 1223">
            <a:extLst>
              <a:ext uri="{FF2B5EF4-FFF2-40B4-BE49-F238E27FC236}">
                <a16:creationId xmlns:a16="http://schemas.microsoft.com/office/drawing/2014/main" id="{D21F5729-8E96-0F00-65B7-D575D846E953}"/>
              </a:ext>
            </a:extLst>
          </p:cNvPr>
          <p:cNvSpPr>
            <a:spLocks noGrp="1"/>
          </p:cNvSpPr>
          <p:nvPr/>
        </p:nvSpPr>
        <p:spPr>
          <a:xfrm>
            <a:off x="5073540" y="1580461"/>
            <a:ext cx="504967" cy="47087"/>
          </a:xfrm>
          <a:custGeom>
            <a:avLst/>
            <a:gdLst/>
            <a:ahLst/>
            <a:cxnLst/>
            <a:rect l="l" t="t" r="r" b="b"/>
            <a:pathLst>
              <a:path w="504967" h="47087">
                <a:moveTo>
                  <a:pt x="0" y="1625"/>
                </a:moveTo>
                <a:lnTo>
                  <a:pt x="35141" y="1625"/>
                </a:lnTo>
                <a:lnTo>
                  <a:pt x="35141" y="9134"/>
                </a:lnTo>
                <a:lnTo>
                  <a:pt x="22498" y="9134"/>
                </a:lnTo>
                <a:lnTo>
                  <a:pt x="22498" y="40124"/>
                </a:lnTo>
                <a:lnTo>
                  <a:pt x="12667" y="40124"/>
                </a:lnTo>
                <a:lnTo>
                  <a:pt x="12667" y="9134"/>
                </a:lnTo>
                <a:lnTo>
                  <a:pt x="0" y="9134"/>
                </a:lnTo>
                <a:lnTo>
                  <a:pt x="0" y="1625"/>
                </a:lnTo>
                <a:close/>
                <a:moveTo>
                  <a:pt x="33757" y="28878"/>
                </a:moveTo>
                <a:lnTo>
                  <a:pt x="33757" y="11246"/>
                </a:lnTo>
                <a:lnTo>
                  <a:pt x="42951" y="11246"/>
                </a:lnTo>
                <a:lnTo>
                  <a:pt x="42951" y="14134"/>
                </a:lnTo>
                <a:cubicBezTo>
                  <a:pt x="42951" y="15696"/>
                  <a:pt x="42943" y="17660"/>
                  <a:pt x="42926" y="20025"/>
                </a:cubicBezTo>
                <a:cubicBezTo>
                  <a:pt x="42910" y="22390"/>
                  <a:pt x="42902" y="23966"/>
                  <a:pt x="42902" y="24753"/>
                </a:cubicBezTo>
                <a:cubicBezTo>
                  <a:pt x="42902" y="27074"/>
                  <a:pt x="42962" y="28746"/>
                  <a:pt x="43081" y="29769"/>
                </a:cubicBezTo>
                <a:cubicBezTo>
                  <a:pt x="43201" y="30792"/>
                  <a:pt x="43406" y="31538"/>
                  <a:pt x="43694" y="32005"/>
                </a:cubicBezTo>
                <a:cubicBezTo>
                  <a:pt x="44065" y="32605"/>
                  <a:pt x="44553" y="33070"/>
                  <a:pt x="45157" y="33400"/>
                </a:cubicBezTo>
                <a:cubicBezTo>
                  <a:pt x="45762" y="33724"/>
                  <a:pt x="46457" y="33886"/>
                  <a:pt x="47241" y="33886"/>
                </a:cubicBezTo>
                <a:cubicBezTo>
                  <a:pt x="49148" y="33886"/>
                  <a:pt x="50646" y="33147"/>
                  <a:pt x="51736" y="31667"/>
                </a:cubicBezTo>
                <a:cubicBezTo>
                  <a:pt x="52826" y="30187"/>
                  <a:pt x="53370" y="28133"/>
                  <a:pt x="53370" y="25503"/>
                </a:cubicBezTo>
                <a:lnTo>
                  <a:pt x="53370" y="11246"/>
                </a:lnTo>
                <a:lnTo>
                  <a:pt x="62515" y="11246"/>
                </a:lnTo>
                <a:lnTo>
                  <a:pt x="62515" y="40124"/>
                </a:lnTo>
                <a:lnTo>
                  <a:pt x="53370" y="40124"/>
                </a:lnTo>
                <a:lnTo>
                  <a:pt x="53370" y="35949"/>
                </a:lnTo>
                <a:cubicBezTo>
                  <a:pt x="51992" y="37632"/>
                  <a:pt x="50532" y="38875"/>
                  <a:pt x="48990" y="39678"/>
                </a:cubicBezTo>
                <a:cubicBezTo>
                  <a:pt x="47448" y="40476"/>
                  <a:pt x="45751" y="40875"/>
                  <a:pt x="43899" y="40875"/>
                </a:cubicBezTo>
                <a:cubicBezTo>
                  <a:pt x="40592" y="40875"/>
                  <a:pt x="38075" y="39852"/>
                  <a:pt x="36347" y="37806"/>
                </a:cubicBezTo>
                <a:cubicBezTo>
                  <a:pt x="34620" y="35759"/>
                  <a:pt x="33757" y="32784"/>
                  <a:pt x="33757" y="28878"/>
                </a:cubicBezTo>
                <a:close/>
                <a:moveTo>
                  <a:pt x="86519" y="34167"/>
                </a:moveTo>
                <a:cubicBezTo>
                  <a:pt x="88475" y="34167"/>
                  <a:pt x="89968" y="33446"/>
                  <a:pt x="90998" y="32005"/>
                </a:cubicBezTo>
                <a:cubicBezTo>
                  <a:pt x="92033" y="30558"/>
                  <a:pt x="92550" y="28460"/>
                  <a:pt x="92550" y="25710"/>
                </a:cubicBezTo>
                <a:cubicBezTo>
                  <a:pt x="92550" y="22960"/>
                  <a:pt x="92033" y="20864"/>
                  <a:pt x="90998" y="19423"/>
                </a:cubicBezTo>
                <a:cubicBezTo>
                  <a:pt x="89968" y="17976"/>
                  <a:pt x="88475" y="17253"/>
                  <a:pt x="86519" y="17253"/>
                </a:cubicBezTo>
                <a:cubicBezTo>
                  <a:pt x="84563" y="17253"/>
                  <a:pt x="83060" y="17979"/>
                  <a:pt x="82008" y="19431"/>
                </a:cubicBezTo>
                <a:cubicBezTo>
                  <a:pt x="80962" y="20883"/>
                  <a:pt x="80439" y="22976"/>
                  <a:pt x="80439" y="25710"/>
                </a:cubicBezTo>
                <a:cubicBezTo>
                  <a:pt x="80439" y="28444"/>
                  <a:pt x="80962" y="30537"/>
                  <a:pt x="82008" y="31989"/>
                </a:cubicBezTo>
                <a:cubicBezTo>
                  <a:pt x="83060" y="33441"/>
                  <a:pt x="84563" y="34167"/>
                  <a:pt x="86519" y="34167"/>
                </a:cubicBezTo>
                <a:close/>
                <a:moveTo>
                  <a:pt x="80439" y="15470"/>
                </a:moveTo>
                <a:cubicBezTo>
                  <a:pt x="81703" y="13787"/>
                  <a:pt x="83101" y="12547"/>
                  <a:pt x="84632" y="11749"/>
                </a:cubicBezTo>
                <a:cubicBezTo>
                  <a:pt x="86163" y="10952"/>
                  <a:pt x="87925" y="10553"/>
                  <a:pt x="89919" y="10553"/>
                </a:cubicBezTo>
                <a:cubicBezTo>
                  <a:pt x="93444" y="10553"/>
                  <a:pt x="96337" y="11967"/>
                  <a:pt x="98598" y="14794"/>
                </a:cubicBezTo>
                <a:cubicBezTo>
                  <a:pt x="100864" y="17621"/>
                  <a:pt x="101998" y="21260"/>
                  <a:pt x="101998" y="25710"/>
                </a:cubicBezTo>
                <a:cubicBezTo>
                  <a:pt x="101998" y="30160"/>
                  <a:pt x="100864" y="33801"/>
                  <a:pt x="98598" y="36634"/>
                </a:cubicBezTo>
                <a:cubicBezTo>
                  <a:pt x="96337" y="39461"/>
                  <a:pt x="93444" y="40875"/>
                  <a:pt x="89919" y="40875"/>
                </a:cubicBezTo>
                <a:cubicBezTo>
                  <a:pt x="87925" y="40875"/>
                  <a:pt x="86163" y="40476"/>
                  <a:pt x="84632" y="39678"/>
                </a:cubicBezTo>
                <a:cubicBezTo>
                  <a:pt x="83101" y="38875"/>
                  <a:pt x="81703" y="37632"/>
                  <a:pt x="80439" y="35949"/>
                </a:cubicBezTo>
                <a:lnTo>
                  <a:pt x="80439" y="40124"/>
                </a:lnTo>
                <a:lnTo>
                  <a:pt x="71302" y="40124"/>
                </a:lnTo>
                <a:lnTo>
                  <a:pt x="71302" y="0"/>
                </a:lnTo>
                <a:lnTo>
                  <a:pt x="80439" y="0"/>
                </a:lnTo>
                <a:lnTo>
                  <a:pt x="80439" y="15470"/>
                </a:lnTo>
                <a:close/>
                <a:moveTo>
                  <a:pt x="137288" y="25611"/>
                </a:moveTo>
                <a:lnTo>
                  <a:pt x="137288" y="28235"/>
                </a:lnTo>
                <a:lnTo>
                  <a:pt x="115917" y="28235"/>
                </a:lnTo>
                <a:cubicBezTo>
                  <a:pt x="116135" y="30402"/>
                  <a:pt x="116909" y="32027"/>
                  <a:pt x="118238" y="33111"/>
                </a:cubicBezTo>
                <a:cubicBezTo>
                  <a:pt x="119568" y="34194"/>
                  <a:pt x="121423" y="34736"/>
                  <a:pt x="123803" y="34736"/>
                </a:cubicBezTo>
                <a:cubicBezTo>
                  <a:pt x="125727" y="34736"/>
                  <a:pt x="127696" y="34447"/>
                  <a:pt x="129712" y="33870"/>
                </a:cubicBezTo>
                <a:cubicBezTo>
                  <a:pt x="131733" y="33292"/>
                  <a:pt x="133809" y="32420"/>
                  <a:pt x="135939" y="31254"/>
                </a:cubicBezTo>
                <a:lnTo>
                  <a:pt x="135939" y="38367"/>
                </a:lnTo>
                <a:cubicBezTo>
                  <a:pt x="133776" y="39192"/>
                  <a:pt x="131613" y="39816"/>
                  <a:pt x="129451" y="40239"/>
                </a:cubicBezTo>
                <a:cubicBezTo>
                  <a:pt x="127288" y="40663"/>
                  <a:pt x="125125" y="40875"/>
                  <a:pt x="122962" y="40875"/>
                </a:cubicBezTo>
                <a:cubicBezTo>
                  <a:pt x="117786" y="40875"/>
                  <a:pt x="113763" y="39546"/>
                  <a:pt x="110891" y="36890"/>
                </a:cubicBezTo>
                <a:cubicBezTo>
                  <a:pt x="108026" y="34233"/>
                  <a:pt x="106593" y="30506"/>
                  <a:pt x="106593" y="25710"/>
                </a:cubicBezTo>
                <a:cubicBezTo>
                  <a:pt x="106593" y="21001"/>
                  <a:pt x="108001" y="17299"/>
                  <a:pt x="110818" y="14604"/>
                </a:cubicBezTo>
                <a:cubicBezTo>
                  <a:pt x="113635" y="11903"/>
                  <a:pt x="117513" y="10553"/>
                  <a:pt x="122455" y="10553"/>
                </a:cubicBezTo>
                <a:cubicBezTo>
                  <a:pt x="126950" y="10553"/>
                  <a:pt x="130546" y="11920"/>
                  <a:pt x="133243" y="14653"/>
                </a:cubicBezTo>
                <a:cubicBezTo>
                  <a:pt x="135939" y="17382"/>
                  <a:pt x="137288" y="21034"/>
                  <a:pt x="137288" y="25611"/>
                </a:cubicBezTo>
                <a:close/>
                <a:moveTo>
                  <a:pt x="127890" y="22541"/>
                </a:moveTo>
                <a:cubicBezTo>
                  <a:pt x="127890" y="20787"/>
                  <a:pt x="127383" y="19373"/>
                  <a:pt x="126370" y="18300"/>
                </a:cubicBezTo>
                <a:cubicBezTo>
                  <a:pt x="125356" y="17222"/>
                  <a:pt x="124032" y="16683"/>
                  <a:pt x="122398" y="16683"/>
                </a:cubicBezTo>
                <a:cubicBezTo>
                  <a:pt x="120627" y="16683"/>
                  <a:pt x="119189" y="17187"/>
                  <a:pt x="118083" y="18193"/>
                </a:cubicBezTo>
                <a:cubicBezTo>
                  <a:pt x="116977" y="19200"/>
                  <a:pt x="116288" y="20649"/>
                  <a:pt x="116015" y="22541"/>
                </a:cubicBezTo>
                <a:lnTo>
                  <a:pt x="127890" y="22541"/>
                </a:lnTo>
                <a:close/>
                <a:moveTo>
                  <a:pt x="165463" y="19109"/>
                </a:moveTo>
                <a:cubicBezTo>
                  <a:pt x="164662" y="18729"/>
                  <a:pt x="163864" y="18452"/>
                  <a:pt x="163068" y="18276"/>
                </a:cubicBezTo>
                <a:cubicBezTo>
                  <a:pt x="162278" y="18094"/>
                  <a:pt x="161483" y="18003"/>
                  <a:pt x="160682" y="18003"/>
                </a:cubicBezTo>
                <a:cubicBezTo>
                  <a:pt x="158334" y="18003"/>
                  <a:pt x="156525" y="18765"/>
                  <a:pt x="155256" y="20289"/>
                </a:cubicBezTo>
                <a:cubicBezTo>
                  <a:pt x="153986" y="21807"/>
                  <a:pt x="153352" y="23983"/>
                  <a:pt x="153352" y="26815"/>
                </a:cubicBezTo>
                <a:lnTo>
                  <a:pt x="153352" y="40124"/>
                </a:lnTo>
                <a:lnTo>
                  <a:pt x="144215" y="40124"/>
                </a:lnTo>
                <a:lnTo>
                  <a:pt x="144215" y="11246"/>
                </a:lnTo>
                <a:lnTo>
                  <a:pt x="153352" y="11246"/>
                </a:lnTo>
                <a:lnTo>
                  <a:pt x="153352" y="15990"/>
                </a:lnTo>
                <a:cubicBezTo>
                  <a:pt x="154528" y="14098"/>
                  <a:pt x="155877" y="12720"/>
                  <a:pt x="157397" y="11857"/>
                </a:cubicBezTo>
                <a:cubicBezTo>
                  <a:pt x="158922" y="10987"/>
                  <a:pt x="160750" y="10553"/>
                  <a:pt x="162881" y="10553"/>
                </a:cubicBezTo>
                <a:cubicBezTo>
                  <a:pt x="163186" y="10553"/>
                  <a:pt x="163515" y="10567"/>
                  <a:pt x="163869" y="10594"/>
                </a:cubicBezTo>
                <a:cubicBezTo>
                  <a:pt x="164229" y="10616"/>
                  <a:pt x="164749" y="10671"/>
                  <a:pt x="165430" y="10759"/>
                </a:cubicBezTo>
                <a:lnTo>
                  <a:pt x="165463" y="19109"/>
                </a:lnTo>
                <a:close/>
                <a:moveTo>
                  <a:pt x="193120" y="12145"/>
                </a:moveTo>
                <a:lnTo>
                  <a:pt x="193120" y="19678"/>
                </a:lnTo>
                <a:cubicBezTo>
                  <a:pt x="191878" y="18820"/>
                  <a:pt x="190630" y="18185"/>
                  <a:pt x="189377" y="17772"/>
                </a:cubicBezTo>
                <a:cubicBezTo>
                  <a:pt x="188124" y="17360"/>
                  <a:pt x="186825" y="17153"/>
                  <a:pt x="185479" y="17153"/>
                </a:cubicBezTo>
                <a:cubicBezTo>
                  <a:pt x="182929" y="17153"/>
                  <a:pt x="180943" y="17904"/>
                  <a:pt x="179521" y="19406"/>
                </a:cubicBezTo>
                <a:cubicBezTo>
                  <a:pt x="178100" y="20908"/>
                  <a:pt x="177388" y="23009"/>
                  <a:pt x="177388" y="25710"/>
                </a:cubicBezTo>
                <a:cubicBezTo>
                  <a:pt x="177388" y="28410"/>
                  <a:pt x="178100" y="30514"/>
                  <a:pt x="179521" y="32022"/>
                </a:cubicBezTo>
                <a:cubicBezTo>
                  <a:pt x="180943" y="33523"/>
                  <a:pt x="182929" y="34274"/>
                  <a:pt x="185479" y="34274"/>
                </a:cubicBezTo>
                <a:cubicBezTo>
                  <a:pt x="186912" y="34274"/>
                  <a:pt x="188271" y="34060"/>
                  <a:pt x="189557" y="33631"/>
                </a:cubicBezTo>
                <a:cubicBezTo>
                  <a:pt x="190843" y="33196"/>
                  <a:pt x="192030" y="32558"/>
                  <a:pt x="193120" y="31717"/>
                </a:cubicBezTo>
                <a:lnTo>
                  <a:pt x="193120" y="39274"/>
                </a:lnTo>
                <a:cubicBezTo>
                  <a:pt x="191687" y="39808"/>
                  <a:pt x="190235" y="40207"/>
                  <a:pt x="188764" y="40471"/>
                </a:cubicBezTo>
                <a:cubicBezTo>
                  <a:pt x="187293" y="40740"/>
                  <a:pt x="185817" y="40875"/>
                  <a:pt x="184335" y="40875"/>
                </a:cubicBezTo>
                <a:cubicBezTo>
                  <a:pt x="179175" y="40875"/>
                  <a:pt x="175138" y="39538"/>
                  <a:pt x="172223" y="36865"/>
                </a:cubicBezTo>
                <a:cubicBezTo>
                  <a:pt x="169314" y="34192"/>
                  <a:pt x="167859" y="30473"/>
                  <a:pt x="167859" y="25710"/>
                </a:cubicBezTo>
                <a:cubicBezTo>
                  <a:pt x="167859" y="20946"/>
                  <a:pt x="169314" y="17230"/>
                  <a:pt x="172223" y="14563"/>
                </a:cubicBezTo>
                <a:cubicBezTo>
                  <a:pt x="175138" y="11890"/>
                  <a:pt x="179175" y="10553"/>
                  <a:pt x="184335" y="10553"/>
                </a:cubicBezTo>
                <a:cubicBezTo>
                  <a:pt x="185833" y="10553"/>
                  <a:pt x="187310" y="10685"/>
                  <a:pt x="188764" y="10949"/>
                </a:cubicBezTo>
                <a:cubicBezTo>
                  <a:pt x="190219" y="11213"/>
                  <a:pt x="191671" y="11612"/>
                  <a:pt x="193120" y="12145"/>
                </a:cubicBezTo>
                <a:close/>
                <a:moveTo>
                  <a:pt x="200702" y="28878"/>
                </a:moveTo>
                <a:lnTo>
                  <a:pt x="200702" y="11246"/>
                </a:lnTo>
                <a:lnTo>
                  <a:pt x="209896" y="11246"/>
                </a:lnTo>
                <a:lnTo>
                  <a:pt x="209896" y="14134"/>
                </a:lnTo>
                <a:cubicBezTo>
                  <a:pt x="209896" y="15696"/>
                  <a:pt x="209888" y="17660"/>
                  <a:pt x="209871" y="20025"/>
                </a:cubicBezTo>
                <a:cubicBezTo>
                  <a:pt x="209855" y="22390"/>
                  <a:pt x="209847" y="23966"/>
                  <a:pt x="209847" y="24753"/>
                </a:cubicBezTo>
                <a:cubicBezTo>
                  <a:pt x="209847" y="27074"/>
                  <a:pt x="209907" y="28746"/>
                  <a:pt x="210027" y="29769"/>
                </a:cubicBezTo>
                <a:cubicBezTo>
                  <a:pt x="210147" y="30792"/>
                  <a:pt x="210351" y="31538"/>
                  <a:pt x="210639" y="32005"/>
                </a:cubicBezTo>
                <a:cubicBezTo>
                  <a:pt x="211010" y="32605"/>
                  <a:pt x="211498" y="33070"/>
                  <a:pt x="212102" y="33400"/>
                </a:cubicBezTo>
                <a:cubicBezTo>
                  <a:pt x="212707" y="33724"/>
                  <a:pt x="213402" y="33886"/>
                  <a:pt x="214186" y="33886"/>
                </a:cubicBezTo>
                <a:cubicBezTo>
                  <a:pt x="216093" y="33886"/>
                  <a:pt x="217591" y="33147"/>
                  <a:pt x="218681" y="31667"/>
                </a:cubicBezTo>
                <a:cubicBezTo>
                  <a:pt x="219771" y="30187"/>
                  <a:pt x="220316" y="28133"/>
                  <a:pt x="220316" y="25503"/>
                </a:cubicBezTo>
                <a:lnTo>
                  <a:pt x="220316" y="11246"/>
                </a:lnTo>
                <a:lnTo>
                  <a:pt x="229460" y="11246"/>
                </a:lnTo>
                <a:lnTo>
                  <a:pt x="229460" y="40124"/>
                </a:lnTo>
                <a:lnTo>
                  <a:pt x="220316" y="40124"/>
                </a:lnTo>
                <a:lnTo>
                  <a:pt x="220316" y="35949"/>
                </a:lnTo>
                <a:cubicBezTo>
                  <a:pt x="218937" y="37632"/>
                  <a:pt x="217477" y="38875"/>
                  <a:pt x="215935" y="39678"/>
                </a:cubicBezTo>
                <a:cubicBezTo>
                  <a:pt x="214393" y="40476"/>
                  <a:pt x="212696" y="40875"/>
                  <a:pt x="210844" y="40875"/>
                </a:cubicBezTo>
                <a:cubicBezTo>
                  <a:pt x="207537" y="40875"/>
                  <a:pt x="205020" y="39852"/>
                  <a:pt x="203293" y="37806"/>
                </a:cubicBezTo>
                <a:cubicBezTo>
                  <a:pt x="201565" y="35759"/>
                  <a:pt x="200702" y="32784"/>
                  <a:pt x="200702" y="28878"/>
                </a:cubicBezTo>
                <a:close/>
                <a:moveTo>
                  <a:pt x="238248" y="0"/>
                </a:moveTo>
                <a:lnTo>
                  <a:pt x="247384" y="0"/>
                </a:lnTo>
                <a:lnTo>
                  <a:pt x="247384" y="40124"/>
                </a:lnTo>
                <a:lnTo>
                  <a:pt x="238248" y="40124"/>
                </a:lnTo>
                <a:lnTo>
                  <a:pt x="238248" y="0"/>
                </a:lnTo>
                <a:close/>
                <a:moveTo>
                  <a:pt x="269783" y="17153"/>
                </a:moveTo>
                <a:cubicBezTo>
                  <a:pt x="267756" y="17153"/>
                  <a:pt x="266211" y="17888"/>
                  <a:pt x="265149" y="19357"/>
                </a:cubicBezTo>
                <a:cubicBezTo>
                  <a:pt x="264087" y="20825"/>
                  <a:pt x="263555" y="22943"/>
                  <a:pt x="263555" y="25710"/>
                </a:cubicBezTo>
                <a:cubicBezTo>
                  <a:pt x="263555" y="28477"/>
                  <a:pt x="264087" y="30597"/>
                  <a:pt x="265149" y="32071"/>
                </a:cubicBezTo>
                <a:cubicBezTo>
                  <a:pt x="266211" y="33540"/>
                  <a:pt x="267756" y="34274"/>
                  <a:pt x="269783" y="34274"/>
                </a:cubicBezTo>
                <a:cubicBezTo>
                  <a:pt x="271777" y="34274"/>
                  <a:pt x="273299" y="33540"/>
                  <a:pt x="274351" y="32071"/>
                </a:cubicBezTo>
                <a:cubicBezTo>
                  <a:pt x="275408" y="30597"/>
                  <a:pt x="275936" y="28477"/>
                  <a:pt x="275936" y="25710"/>
                </a:cubicBezTo>
                <a:cubicBezTo>
                  <a:pt x="275936" y="22943"/>
                  <a:pt x="275408" y="20825"/>
                  <a:pt x="274351" y="19357"/>
                </a:cubicBezTo>
                <a:cubicBezTo>
                  <a:pt x="273299" y="17888"/>
                  <a:pt x="271777" y="17153"/>
                  <a:pt x="269783" y="17153"/>
                </a:cubicBezTo>
                <a:close/>
                <a:moveTo>
                  <a:pt x="269783" y="10553"/>
                </a:moveTo>
                <a:cubicBezTo>
                  <a:pt x="274702" y="10553"/>
                  <a:pt x="278546" y="11895"/>
                  <a:pt x="281314" y="14579"/>
                </a:cubicBezTo>
                <a:cubicBezTo>
                  <a:pt x="284081" y="17258"/>
                  <a:pt x="285465" y="20968"/>
                  <a:pt x="285465" y="25710"/>
                </a:cubicBezTo>
                <a:cubicBezTo>
                  <a:pt x="285465" y="30457"/>
                  <a:pt x="284081" y="34173"/>
                  <a:pt x="281314" y="36857"/>
                </a:cubicBezTo>
                <a:cubicBezTo>
                  <a:pt x="278546" y="39536"/>
                  <a:pt x="274702" y="40875"/>
                  <a:pt x="269783" y="40875"/>
                </a:cubicBezTo>
                <a:cubicBezTo>
                  <a:pt x="264847" y="40875"/>
                  <a:pt x="260987" y="39536"/>
                  <a:pt x="258202" y="36857"/>
                </a:cubicBezTo>
                <a:cubicBezTo>
                  <a:pt x="255418" y="34172"/>
                  <a:pt x="254026" y="30457"/>
                  <a:pt x="254026" y="25710"/>
                </a:cubicBezTo>
                <a:cubicBezTo>
                  <a:pt x="254026" y="20968"/>
                  <a:pt x="255418" y="17258"/>
                  <a:pt x="258202" y="14579"/>
                </a:cubicBezTo>
                <a:cubicBezTo>
                  <a:pt x="260987" y="11895"/>
                  <a:pt x="264847" y="10553"/>
                  <a:pt x="269783" y="10553"/>
                </a:cubicBezTo>
                <a:close/>
                <a:moveTo>
                  <a:pt x="314452" y="12145"/>
                </a:moveTo>
                <a:lnTo>
                  <a:pt x="314452" y="19159"/>
                </a:lnTo>
                <a:cubicBezTo>
                  <a:pt x="312496" y="18333"/>
                  <a:pt x="310605" y="17715"/>
                  <a:pt x="308780" y="17302"/>
                </a:cubicBezTo>
                <a:cubicBezTo>
                  <a:pt x="306960" y="16890"/>
                  <a:pt x="305241" y="16683"/>
                  <a:pt x="303623" y="16683"/>
                </a:cubicBezTo>
                <a:cubicBezTo>
                  <a:pt x="301885" y="16683"/>
                  <a:pt x="300594" y="16903"/>
                  <a:pt x="299749" y="17343"/>
                </a:cubicBezTo>
                <a:cubicBezTo>
                  <a:pt x="298910" y="17783"/>
                  <a:pt x="298491" y="18457"/>
                  <a:pt x="298491" y="19365"/>
                </a:cubicBezTo>
                <a:cubicBezTo>
                  <a:pt x="298491" y="20107"/>
                  <a:pt x="298810" y="20677"/>
                  <a:pt x="299447" y="21073"/>
                </a:cubicBezTo>
                <a:cubicBezTo>
                  <a:pt x="300085" y="21463"/>
                  <a:pt x="301229" y="21755"/>
                  <a:pt x="302879" y="21947"/>
                </a:cubicBezTo>
                <a:lnTo>
                  <a:pt x="304489" y="22178"/>
                </a:lnTo>
                <a:cubicBezTo>
                  <a:pt x="309175" y="22778"/>
                  <a:pt x="312324" y="23765"/>
                  <a:pt x="313937" y="25140"/>
                </a:cubicBezTo>
                <a:cubicBezTo>
                  <a:pt x="315555" y="26516"/>
                  <a:pt x="316364" y="28675"/>
                  <a:pt x="316364" y="31617"/>
                </a:cubicBezTo>
                <a:cubicBezTo>
                  <a:pt x="316364" y="34692"/>
                  <a:pt x="315239" y="37005"/>
                  <a:pt x="312988" y="38556"/>
                </a:cubicBezTo>
                <a:cubicBezTo>
                  <a:pt x="310744" y="40102"/>
                  <a:pt x="307393" y="40875"/>
                  <a:pt x="302937" y="40875"/>
                </a:cubicBezTo>
                <a:cubicBezTo>
                  <a:pt x="301046" y="40875"/>
                  <a:pt x="299090" y="40724"/>
                  <a:pt x="297069" y="40421"/>
                </a:cubicBezTo>
                <a:cubicBezTo>
                  <a:pt x="295053" y="40118"/>
                  <a:pt x="292980" y="39667"/>
                  <a:pt x="290850" y="39068"/>
                </a:cubicBezTo>
                <a:lnTo>
                  <a:pt x="290850" y="32055"/>
                </a:lnTo>
                <a:cubicBezTo>
                  <a:pt x="292675" y="32946"/>
                  <a:pt x="294544" y="33617"/>
                  <a:pt x="296456" y="34068"/>
                </a:cubicBezTo>
                <a:cubicBezTo>
                  <a:pt x="298374" y="34513"/>
                  <a:pt x="300319" y="34736"/>
                  <a:pt x="302291" y="34736"/>
                </a:cubicBezTo>
                <a:cubicBezTo>
                  <a:pt x="304084" y="34736"/>
                  <a:pt x="305429" y="34489"/>
                  <a:pt x="306328" y="33994"/>
                </a:cubicBezTo>
                <a:cubicBezTo>
                  <a:pt x="307233" y="33493"/>
                  <a:pt x="307685" y="32751"/>
                  <a:pt x="307685" y="31766"/>
                </a:cubicBezTo>
                <a:cubicBezTo>
                  <a:pt x="307685" y="30941"/>
                  <a:pt x="307374" y="30328"/>
                  <a:pt x="306753" y="29926"/>
                </a:cubicBezTo>
                <a:cubicBezTo>
                  <a:pt x="306132" y="29524"/>
                  <a:pt x="304892" y="29211"/>
                  <a:pt x="303035" y="28985"/>
                </a:cubicBezTo>
                <a:lnTo>
                  <a:pt x="301425" y="28779"/>
                </a:lnTo>
                <a:cubicBezTo>
                  <a:pt x="297355" y="28262"/>
                  <a:pt x="294503" y="27308"/>
                  <a:pt x="292868" y="25916"/>
                </a:cubicBezTo>
                <a:cubicBezTo>
                  <a:pt x="291234" y="24524"/>
                  <a:pt x="290417" y="22409"/>
                  <a:pt x="290417" y="19571"/>
                </a:cubicBezTo>
                <a:cubicBezTo>
                  <a:pt x="290417" y="16513"/>
                  <a:pt x="291454" y="14246"/>
                  <a:pt x="293530" y="12772"/>
                </a:cubicBezTo>
                <a:cubicBezTo>
                  <a:pt x="295611" y="11293"/>
                  <a:pt x="298796" y="10553"/>
                  <a:pt x="303084" y="10553"/>
                </a:cubicBezTo>
                <a:cubicBezTo>
                  <a:pt x="304773" y="10553"/>
                  <a:pt x="306543" y="10682"/>
                  <a:pt x="308396" y="10941"/>
                </a:cubicBezTo>
                <a:cubicBezTo>
                  <a:pt x="310254" y="11194"/>
                  <a:pt x="312272" y="11595"/>
                  <a:pt x="314452" y="12145"/>
                </a:cubicBezTo>
                <a:close/>
                <a:moveTo>
                  <a:pt x="323240" y="11246"/>
                </a:moveTo>
                <a:lnTo>
                  <a:pt x="332376" y="11246"/>
                </a:lnTo>
                <a:lnTo>
                  <a:pt x="332376" y="40124"/>
                </a:lnTo>
                <a:lnTo>
                  <a:pt x="323240" y="40124"/>
                </a:lnTo>
                <a:lnTo>
                  <a:pt x="323240" y="11246"/>
                </a:lnTo>
                <a:close/>
                <a:moveTo>
                  <a:pt x="323240" y="0"/>
                </a:moveTo>
                <a:lnTo>
                  <a:pt x="332376" y="0"/>
                </a:lnTo>
                <a:lnTo>
                  <a:pt x="332376" y="7533"/>
                </a:lnTo>
                <a:lnTo>
                  <a:pt x="323240" y="7533"/>
                </a:lnTo>
                <a:lnTo>
                  <a:pt x="323240" y="0"/>
                </a:lnTo>
                <a:close/>
                <a:moveTo>
                  <a:pt x="363511" y="12145"/>
                </a:moveTo>
                <a:lnTo>
                  <a:pt x="363511" y="19159"/>
                </a:lnTo>
                <a:cubicBezTo>
                  <a:pt x="361555" y="18333"/>
                  <a:pt x="359664" y="17715"/>
                  <a:pt x="357839" y="17302"/>
                </a:cubicBezTo>
                <a:cubicBezTo>
                  <a:pt x="356020" y="16890"/>
                  <a:pt x="354301" y="16683"/>
                  <a:pt x="352682" y="16683"/>
                </a:cubicBezTo>
                <a:cubicBezTo>
                  <a:pt x="350945" y="16683"/>
                  <a:pt x="349653" y="16903"/>
                  <a:pt x="348809" y="17343"/>
                </a:cubicBezTo>
                <a:cubicBezTo>
                  <a:pt x="347970" y="17783"/>
                  <a:pt x="347550" y="18457"/>
                  <a:pt x="347550" y="19365"/>
                </a:cubicBezTo>
                <a:cubicBezTo>
                  <a:pt x="347550" y="20107"/>
                  <a:pt x="347869" y="20677"/>
                  <a:pt x="348506" y="21073"/>
                </a:cubicBezTo>
                <a:cubicBezTo>
                  <a:pt x="349144" y="21463"/>
                  <a:pt x="350288" y="21755"/>
                  <a:pt x="351939" y="21947"/>
                </a:cubicBezTo>
                <a:lnTo>
                  <a:pt x="353549" y="22178"/>
                </a:lnTo>
                <a:cubicBezTo>
                  <a:pt x="358234" y="22778"/>
                  <a:pt x="361383" y="23765"/>
                  <a:pt x="362996" y="25140"/>
                </a:cubicBezTo>
                <a:cubicBezTo>
                  <a:pt x="364614" y="26516"/>
                  <a:pt x="365423" y="28675"/>
                  <a:pt x="365423" y="31617"/>
                </a:cubicBezTo>
                <a:cubicBezTo>
                  <a:pt x="365423" y="34692"/>
                  <a:pt x="364298" y="37005"/>
                  <a:pt x="362048" y="38556"/>
                </a:cubicBezTo>
                <a:cubicBezTo>
                  <a:pt x="359803" y="40102"/>
                  <a:pt x="356453" y="40875"/>
                  <a:pt x="351996" y="40875"/>
                </a:cubicBezTo>
                <a:cubicBezTo>
                  <a:pt x="350106" y="40875"/>
                  <a:pt x="348150" y="40724"/>
                  <a:pt x="346128" y="40421"/>
                </a:cubicBezTo>
                <a:cubicBezTo>
                  <a:pt x="344112" y="40118"/>
                  <a:pt x="342040" y="39667"/>
                  <a:pt x="339909" y="39068"/>
                </a:cubicBezTo>
                <a:lnTo>
                  <a:pt x="339909" y="32055"/>
                </a:lnTo>
                <a:cubicBezTo>
                  <a:pt x="341734" y="32946"/>
                  <a:pt x="343603" y="33617"/>
                  <a:pt x="345515" y="34068"/>
                </a:cubicBezTo>
                <a:cubicBezTo>
                  <a:pt x="347433" y="34513"/>
                  <a:pt x="349378" y="34736"/>
                  <a:pt x="351351" y="34736"/>
                </a:cubicBezTo>
                <a:cubicBezTo>
                  <a:pt x="353143" y="34736"/>
                  <a:pt x="354489" y="34489"/>
                  <a:pt x="355388" y="33994"/>
                </a:cubicBezTo>
                <a:cubicBezTo>
                  <a:pt x="356292" y="33493"/>
                  <a:pt x="356744" y="32751"/>
                  <a:pt x="356744" y="31766"/>
                </a:cubicBezTo>
                <a:cubicBezTo>
                  <a:pt x="356744" y="30941"/>
                  <a:pt x="356434" y="30328"/>
                  <a:pt x="355813" y="29926"/>
                </a:cubicBezTo>
                <a:cubicBezTo>
                  <a:pt x="355191" y="29524"/>
                  <a:pt x="353952" y="29211"/>
                  <a:pt x="352094" y="28985"/>
                </a:cubicBezTo>
                <a:lnTo>
                  <a:pt x="350484" y="28779"/>
                </a:lnTo>
                <a:cubicBezTo>
                  <a:pt x="346414" y="28262"/>
                  <a:pt x="343562" y="27308"/>
                  <a:pt x="341928" y="25916"/>
                </a:cubicBezTo>
                <a:cubicBezTo>
                  <a:pt x="340293" y="24524"/>
                  <a:pt x="339476" y="22409"/>
                  <a:pt x="339476" y="19571"/>
                </a:cubicBezTo>
                <a:cubicBezTo>
                  <a:pt x="339476" y="16513"/>
                  <a:pt x="340514" y="14246"/>
                  <a:pt x="342590" y="12772"/>
                </a:cubicBezTo>
                <a:cubicBezTo>
                  <a:pt x="344671" y="11293"/>
                  <a:pt x="347856" y="10553"/>
                  <a:pt x="352143" y="10553"/>
                </a:cubicBezTo>
                <a:cubicBezTo>
                  <a:pt x="353832" y="10553"/>
                  <a:pt x="355603" y="10682"/>
                  <a:pt x="357455" y="10941"/>
                </a:cubicBezTo>
                <a:cubicBezTo>
                  <a:pt x="359313" y="11194"/>
                  <a:pt x="361332" y="11595"/>
                  <a:pt x="363511" y="12145"/>
                </a:cubicBezTo>
                <a:close/>
                <a:moveTo>
                  <a:pt x="405831" y="47088"/>
                </a:moveTo>
                <a:lnTo>
                  <a:pt x="398239" y="47088"/>
                </a:lnTo>
                <a:cubicBezTo>
                  <a:pt x="395635" y="42841"/>
                  <a:pt x="393712" y="38807"/>
                  <a:pt x="392469" y="34984"/>
                </a:cubicBezTo>
                <a:cubicBezTo>
                  <a:pt x="391227" y="31155"/>
                  <a:pt x="390606" y="27360"/>
                  <a:pt x="390606" y="23598"/>
                </a:cubicBezTo>
                <a:cubicBezTo>
                  <a:pt x="390606" y="19830"/>
                  <a:pt x="391230" y="16018"/>
                  <a:pt x="392478" y="12162"/>
                </a:cubicBezTo>
                <a:cubicBezTo>
                  <a:pt x="393731" y="8300"/>
                  <a:pt x="395651" y="4266"/>
                  <a:pt x="398239" y="58"/>
                </a:cubicBezTo>
                <a:lnTo>
                  <a:pt x="405831" y="58"/>
                </a:lnTo>
                <a:cubicBezTo>
                  <a:pt x="403652" y="4128"/>
                  <a:pt x="402017" y="8111"/>
                  <a:pt x="400928" y="12005"/>
                </a:cubicBezTo>
                <a:cubicBezTo>
                  <a:pt x="399838" y="15899"/>
                  <a:pt x="399293" y="19747"/>
                  <a:pt x="399293" y="23548"/>
                </a:cubicBezTo>
                <a:cubicBezTo>
                  <a:pt x="399293" y="27343"/>
                  <a:pt x="399833" y="31194"/>
                  <a:pt x="400912" y="35099"/>
                </a:cubicBezTo>
                <a:cubicBezTo>
                  <a:pt x="401990" y="38999"/>
                  <a:pt x="403630" y="42995"/>
                  <a:pt x="405831" y="47088"/>
                </a:cubicBezTo>
                <a:close/>
                <a:moveTo>
                  <a:pt x="410269" y="1625"/>
                </a:moveTo>
                <a:lnTo>
                  <a:pt x="445410" y="1625"/>
                </a:lnTo>
                <a:lnTo>
                  <a:pt x="445410" y="9134"/>
                </a:lnTo>
                <a:lnTo>
                  <a:pt x="432767" y="9134"/>
                </a:lnTo>
                <a:lnTo>
                  <a:pt x="432767" y="40124"/>
                </a:lnTo>
                <a:lnTo>
                  <a:pt x="422936" y="40124"/>
                </a:lnTo>
                <a:lnTo>
                  <a:pt x="422936" y="9134"/>
                </a:lnTo>
                <a:lnTo>
                  <a:pt x="410269" y="9134"/>
                </a:lnTo>
                <a:lnTo>
                  <a:pt x="410269" y="1625"/>
                </a:lnTo>
                <a:close/>
                <a:moveTo>
                  <a:pt x="465764" y="16535"/>
                </a:moveTo>
                <a:cubicBezTo>
                  <a:pt x="467317" y="16535"/>
                  <a:pt x="468491" y="16191"/>
                  <a:pt x="469286" y="15503"/>
                </a:cubicBezTo>
                <a:cubicBezTo>
                  <a:pt x="470087" y="14816"/>
                  <a:pt x="470488" y="13801"/>
                  <a:pt x="470488" y="12459"/>
                </a:cubicBezTo>
                <a:cubicBezTo>
                  <a:pt x="470488" y="11133"/>
                  <a:pt x="470087" y="10124"/>
                  <a:pt x="469286" y="9431"/>
                </a:cubicBezTo>
                <a:cubicBezTo>
                  <a:pt x="468491" y="8732"/>
                  <a:pt x="467317" y="8383"/>
                  <a:pt x="465764" y="8383"/>
                </a:cubicBezTo>
                <a:lnTo>
                  <a:pt x="460329" y="8383"/>
                </a:lnTo>
                <a:lnTo>
                  <a:pt x="460329" y="16535"/>
                </a:lnTo>
                <a:lnTo>
                  <a:pt x="465764" y="16535"/>
                </a:lnTo>
                <a:close/>
                <a:moveTo>
                  <a:pt x="466099" y="33367"/>
                </a:moveTo>
                <a:cubicBezTo>
                  <a:pt x="468071" y="33367"/>
                  <a:pt x="469556" y="32946"/>
                  <a:pt x="470553" y="32104"/>
                </a:cubicBezTo>
                <a:cubicBezTo>
                  <a:pt x="471550" y="31263"/>
                  <a:pt x="472048" y="29992"/>
                  <a:pt x="472048" y="28292"/>
                </a:cubicBezTo>
                <a:cubicBezTo>
                  <a:pt x="472048" y="26620"/>
                  <a:pt x="471556" y="25369"/>
                  <a:pt x="470569" y="24538"/>
                </a:cubicBezTo>
                <a:cubicBezTo>
                  <a:pt x="469583" y="23702"/>
                  <a:pt x="468093" y="23284"/>
                  <a:pt x="466099" y="23284"/>
                </a:cubicBezTo>
                <a:lnTo>
                  <a:pt x="460329" y="23284"/>
                </a:lnTo>
                <a:lnTo>
                  <a:pt x="460329" y="33367"/>
                </a:lnTo>
                <a:lnTo>
                  <a:pt x="466099" y="33367"/>
                </a:lnTo>
                <a:close/>
                <a:moveTo>
                  <a:pt x="475244" y="19522"/>
                </a:moveTo>
                <a:cubicBezTo>
                  <a:pt x="477352" y="20143"/>
                  <a:pt x="478984" y="21287"/>
                  <a:pt x="480139" y="22954"/>
                </a:cubicBezTo>
                <a:cubicBezTo>
                  <a:pt x="481300" y="24621"/>
                  <a:pt x="481880" y="26664"/>
                  <a:pt x="481880" y="29084"/>
                </a:cubicBezTo>
                <a:cubicBezTo>
                  <a:pt x="481880" y="32797"/>
                  <a:pt x="480638" y="35567"/>
                  <a:pt x="478153" y="37393"/>
                </a:cubicBezTo>
                <a:cubicBezTo>
                  <a:pt x="475669" y="39214"/>
                  <a:pt x="471888" y="40124"/>
                  <a:pt x="466810" y="40124"/>
                </a:cubicBezTo>
                <a:lnTo>
                  <a:pt x="450498" y="40124"/>
                </a:lnTo>
                <a:lnTo>
                  <a:pt x="450498" y="1625"/>
                </a:lnTo>
                <a:lnTo>
                  <a:pt x="465257" y="1625"/>
                </a:lnTo>
                <a:cubicBezTo>
                  <a:pt x="470553" y="1625"/>
                  <a:pt x="474389" y="2434"/>
                  <a:pt x="476764" y="4051"/>
                </a:cubicBezTo>
                <a:cubicBezTo>
                  <a:pt x="479139" y="5668"/>
                  <a:pt x="480327" y="8256"/>
                  <a:pt x="480327" y="11815"/>
                </a:cubicBezTo>
                <a:cubicBezTo>
                  <a:pt x="480327" y="13685"/>
                  <a:pt x="479891" y="15278"/>
                  <a:pt x="479020" y="16592"/>
                </a:cubicBezTo>
                <a:cubicBezTo>
                  <a:pt x="478153" y="17907"/>
                  <a:pt x="476895" y="18884"/>
                  <a:pt x="475244" y="19522"/>
                </a:cubicBezTo>
                <a:close/>
                <a:moveTo>
                  <a:pt x="489751" y="47088"/>
                </a:moveTo>
                <a:cubicBezTo>
                  <a:pt x="491930" y="42995"/>
                  <a:pt x="493565" y="38999"/>
                  <a:pt x="494654" y="35099"/>
                </a:cubicBezTo>
                <a:cubicBezTo>
                  <a:pt x="495744" y="31194"/>
                  <a:pt x="496289" y="27343"/>
                  <a:pt x="496289" y="23548"/>
                </a:cubicBezTo>
                <a:cubicBezTo>
                  <a:pt x="496289" y="19747"/>
                  <a:pt x="495744" y="15899"/>
                  <a:pt x="494654" y="12005"/>
                </a:cubicBezTo>
                <a:cubicBezTo>
                  <a:pt x="493565" y="8111"/>
                  <a:pt x="491930" y="4128"/>
                  <a:pt x="489751" y="58"/>
                </a:cubicBezTo>
                <a:lnTo>
                  <a:pt x="497335" y="58"/>
                </a:lnTo>
                <a:cubicBezTo>
                  <a:pt x="499923" y="4266"/>
                  <a:pt x="501840" y="8300"/>
                  <a:pt x="503088" y="12162"/>
                </a:cubicBezTo>
                <a:cubicBezTo>
                  <a:pt x="504341" y="16018"/>
                  <a:pt x="504968" y="19830"/>
                  <a:pt x="504968" y="23598"/>
                </a:cubicBezTo>
                <a:cubicBezTo>
                  <a:pt x="504968" y="27360"/>
                  <a:pt x="504346" y="31155"/>
                  <a:pt x="503104" y="34984"/>
                </a:cubicBezTo>
                <a:cubicBezTo>
                  <a:pt x="501862" y="38807"/>
                  <a:pt x="499939" y="42841"/>
                  <a:pt x="497335" y="47088"/>
                </a:cubicBezTo>
                <a:lnTo>
                  <a:pt x="489751" y="47088"/>
                </a:lnTo>
                <a:close/>
              </a:path>
            </a:pathLst>
          </a:custGeom>
          <a:solidFill>
            <a:srgbClr val="333333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26" name="Freeform 1225">
            <a:extLst>
              <a:ext uri="{FF2B5EF4-FFF2-40B4-BE49-F238E27FC236}">
                <a16:creationId xmlns:a16="http://schemas.microsoft.com/office/drawing/2014/main" id="{7F11E1D6-3B01-FA76-DDFE-EAC488998499}"/>
              </a:ext>
            </a:extLst>
          </p:cNvPr>
          <p:cNvSpPr>
            <a:spLocks noGrp="1"/>
          </p:cNvSpPr>
          <p:nvPr/>
        </p:nvSpPr>
        <p:spPr>
          <a:xfrm>
            <a:off x="4830000" y="858000"/>
            <a:ext cx="434734" cy="60115"/>
          </a:xfrm>
          <a:custGeom>
            <a:avLst/>
            <a:gdLst/>
            <a:ahLst/>
            <a:cxnLst/>
            <a:rect l="l" t="t" r="r" b="b"/>
            <a:pathLst>
              <a:path w="434734" h="60115">
                <a:moveTo>
                  <a:pt x="0" y="60116"/>
                </a:moveTo>
                <a:lnTo>
                  <a:pt x="434735" y="60116"/>
                </a:lnTo>
                <a:lnTo>
                  <a:pt x="43473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8000"/>
            </a:srgbClr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27" name="Freeform 1226">
            <a:extLst>
              <a:ext uri="{FF2B5EF4-FFF2-40B4-BE49-F238E27FC236}">
                <a16:creationId xmlns:a16="http://schemas.microsoft.com/office/drawing/2014/main" id="{AFE665C6-E677-8C1B-55DF-1FFC349F4CB8}"/>
              </a:ext>
            </a:extLst>
          </p:cNvPr>
          <p:cNvSpPr>
            <a:spLocks noGrp="1"/>
          </p:cNvSpPr>
          <p:nvPr/>
        </p:nvSpPr>
        <p:spPr>
          <a:xfrm>
            <a:off x="4835230" y="861598"/>
            <a:ext cx="512170" cy="47087"/>
          </a:xfrm>
          <a:custGeom>
            <a:avLst/>
            <a:gdLst/>
            <a:ahLst/>
            <a:cxnLst/>
            <a:rect l="l" t="t" r="r" b="b"/>
            <a:pathLst>
              <a:path w="512170" h="47087">
                <a:moveTo>
                  <a:pt x="0" y="1625"/>
                </a:moveTo>
                <a:lnTo>
                  <a:pt x="9831" y="1625"/>
                </a:lnTo>
                <a:lnTo>
                  <a:pt x="9831" y="16296"/>
                </a:lnTo>
                <a:lnTo>
                  <a:pt x="24337" y="16296"/>
                </a:lnTo>
                <a:lnTo>
                  <a:pt x="24337" y="1625"/>
                </a:lnTo>
                <a:lnTo>
                  <a:pt x="34169" y="1625"/>
                </a:lnTo>
                <a:lnTo>
                  <a:pt x="34169" y="40124"/>
                </a:lnTo>
                <a:lnTo>
                  <a:pt x="24337" y="40124"/>
                </a:lnTo>
                <a:lnTo>
                  <a:pt x="24337" y="23804"/>
                </a:lnTo>
                <a:lnTo>
                  <a:pt x="9831" y="23804"/>
                </a:lnTo>
                <a:lnTo>
                  <a:pt x="9831" y="40124"/>
                </a:lnTo>
                <a:lnTo>
                  <a:pt x="0" y="40124"/>
                </a:lnTo>
                <a:lnTo>
                  <a:pt x="0" y="1625"/>
                </a:lnTo>
                <a:close/>
                <a:moveTo>
                  <a:pt x="71910" y="25611"/>
                </a:moveTo>
                <a:lnTo>
                  <a:pt x="71910" y="28235"/>
                </a:lnTo>
                <a:lnTo>
                  <a:pt x="50540" y="28235"/>
                </a:lnTo>
                <a:cubicBezTo>
                  <a:pt x="50758" y="30402"/>
                  <a:pt x="51531" y="32027"/>
                  <a:pt x="52861" y="33111"/>
                </a:cubicBezTo>
                <a:cubicBezTo>
                  <a:pt x="54190" y="34194"/>
                  <a:pt x="56045" y="34736"/>
                  <a:pt x="58426" y="34736"/>
                </a:cubicBezTo>
                <a:cubicBezTo>
                  <a:pt x="60349" y="34736"/>
                  <a:pt x="62319" y="34448"/>
                  <a:pt x="64335" y="33870"/>
                </a:cubicBezTo>
                <a:cubicBezTo>
                  <a:pt x="66356" y="33292"/>
                  <a:pt x="68432" y="32421"/>
                  <a:pt x="70562" y="31254"/>
                </a:cubicBezTo>
                <a:lnTo>
                  <a:pt x="70562" y="38367"/>
                </a:lnTo>
                <a:cubicBezTo>
                  <a:pt x="68399" y="39192"/>
                  <a:pt x="66236" y="39816"/>
                  <a:pt x="64073" y="40240"/>
                </a:cubicBezTo>
                <a:cubicBezTo>
                  <a:pt x="61910" y="40663"/>
                  <a:pt x="59747" y="40875"/>
                  <a:pt x="57584" y="40875"/>
                </a:cubicBezTo>
                <a:cubicBezTo>
                  <a:pt x="52408" y="40875"/>
                  <a:pt x="48385" y="39546"/>
                  <a:pt x="45514" y="36890"/>
                </a:cubicBezTo>
                <a:cubicBezTo>
                  <a:pt x="42648" y="34233"/>
                  <a:pt x="41215" y="30506"/>
                  <a:pt x="41215" y="25710"/>
                </a:cubicBezTo>
                <a:cubicBezTo>
                  <a:pt x="41215" y="21001"/>
                  <a:pt x="42623" y="17299"/>
                  <a:pt x="45440" y="14604"/>
                </a:cubicBezTo>
                <a:cubicBezTo>
                  <a:pt x="48257" y="11903"/>
                  <a:pt x="52136" y="10553"/>
                  <a:pt x="57078" y="10553"/>
                </a:cubicBezTo>
                <a:cubicBezTo>
                  <a:pt x="61572" y="10553"/>
                  <a:pt x="65168" y="11920"/>
                  <a:pt x="67865" y="14654"/>
                </a:cubicBezTo>
                <a:cubicBezTo>
                  <a:pt x="70562" y="17382"/>
                  <a:pt x="71910" y="21034"/>
                  <a:pt x="71910" y="25611"/>
                </a:cubicBezTo>
                <a:close/>
                <a:moveTo>
                  <a:pt x="62512" y="22542"/>
                </a:moveTo>
                <a:cubicBezTo>
                  <a:pt x="62512" y="20787"/>
                  <a:pt x="62006" y="19373"/>
                  <a:pt x="60992" y="18301"/>
                </a:cubicBezTo>
                <a:cubicBezTo>
                  <a:pt x="59979" y="17223"/>
                  <a:pt x="58655" y="16683"/>
                  <a:pt x="57020" y="16683"/>
                </a:cubicBezTo>
                <a:cubicBezTo>
                  <a:pt x="55250" y="16683"/>
                  <a:pt x="53811" y="17187"/>
                  <a:pt x="52705" y="18193"/>
                </a:cubicBezTo>
                <a:cubicBezTo>
                  <a:pt x="51599" y="19200"/>
                  <a:pt x="50910" y="20649"/>
                  <a:pt x="50638" y="22542"/>
                </a:cubicBezTo>
                <a:lnTo>
                  <a:pt x="62512" y="22542"/>
                </a:lnTo>
                <a:close/>
                <a:moveTo>
                  <a:pt x="91652" y="27129"/>
                </a:moveTo>
                <a:cubicBezTo>
                  <a:pt x="89745" y="27129"/>
                  <a:pt x="88309" y="27456"/>
                  <a:pt x="87345" y="28111"/>
                </a:cubicBezTo>
                <a:cubicBezTo>
                  <a:pt x="86386" y="28760"/>
                  <a:pt x="85906" y="29723"/>
                  <a:pt x="85906" y="30999"/>
                </a:cubicBezTo>
                <a:cubicBezTo>
                  <a:pt x="85906" y="32165"/>
                  <a:pt x="86293" y="33081"/>
                  <a:pt x="87067" y="33746"/>
                </a:cubicBezTo>
                <a:cubicBezTo>
                  <a:pt x="87846" y="34406"/>
                  <a:pt x="88925" y="34736"/>
                  <a:pt x="90303" y="34736"/>
                </a:cubicBezTo>
                <a:cubicBezTo>
                  <a:pt x="92019" y="34736"/>
                  <a:pt x="93466" y="34115"/>
                  <a:pt x="94643" y="32872"/>
                </a:cubicBezTo>
                <a:cubicBezTo>
                  <a:pt x="95819" y="31623"/>
                  <a:pt x="96408" y="30061"/>
                  <a:pt x="96408" y="28185"/>
                </a:cubicBezTo>
                <a:lnTo>
                  <a:pt x="96408" y="27129"/>
                </a:lnTo>
                <a:lnTo>
                  <a:pt x="91652" y="27129"/>
                </a:lnTo>
                <a:close/>
                <a:moveTo>
                  <a:pt x="105626" y="23647"/>
                </a:moveTo>
                <a:lnTo>
                  <a:pt x="105626" y="40124"/>
                </a:lnTo>
                <a:lnTo>
                  <a:pt x="96408" y="40124"/>
                </a:lnTo>
                <a:lnTo>
                  <a:pt x="96408" y="35842"/>
                </a:lnTo>
                <a:cubicBezTo>
                  <a:pt x="95182" y="37597"/>
                  <a:pt x="93801" y="38875"/>
                  <a:pt x="92264" y="39679"/>
                </a:cubicBezTo>
                <a:cubicBezTo>
                  <a:pt x="90733" y="40476"/>
                  <a:pt x="88870" y="40875"/>
                  <a:pt x="86675" y="40875"/>
                </a:cubicBezTo>
                <a:cubicBezTo>
                  <a:pt x="83711" y="40875"/>
                  <a:pt x="81305" y="40003"/>
                  <a:pt x="79459" y="38259"/>
                </a:cubicBezTo>
                <a:cubicBezTo>
                  <a:pt x="77612" y="36510"/>
                  <a:pt x="76688" y="34244"/>
                  <a:pt x="76688" y="31461"/>
                </a:cubicBezTo>
                <a:cubicBezTo>
                  <a:pt x="76688" y="28072"/>
                  <a:pt x="77840" y="25589"/>
                  <a:pt x="80145" y="24010"/>
                </a:cubicBezTo>
                <a:cubicBezTo>
                  <a:pt x="82455" y="22426"/>
                  <a:pt x="86078" y="21634"/>
                  <a:pt x="91014" y="21634"/>
                </a:cubicBezTo>
                <a:lnTo>
                  <a:pt x="96408" y="21634"/>
                </a:lnTo>
                <a:lnTo>
                  <a:pt x="96408" y="20916"/>
                </a:lnTo>
                <a:cubicBezTo>
                  <a:pt x="96408" y="19453"/>
                  <a:pt x="95836" y="18383"/>
                  <a:pt x="94692" y="17707"/>
                </a:cubicBezTo>
                <a:cubicBezTo>
                  <a:pt x="93553" y="17025"/>
                  <a:pt x="91774" y="16683"/>
                  <a:pt x="89355" y="16683"/>
                </a:cubicBezTo>
                <a:cubicBezTo>
                  <a:pt x="87399" y="16683"/>
                  <a:pt x="85577" y="16881"/>
                  <a:pt x="83888" y="17277"/>
                </a:cubicBezTo>
                <a:cubicBezTo>
                  <a:pt x="82204" y="17674"/>
                  <a:pt x="80638" y="18268"/>
                  <a:pt x="79189" y="19060"/>
                </a:cubicBezTo>
                <a:lnTo>
                  <a:pt x="79189" y="12022"/>
                </a:lnTo>
                <a:cubicBezTo>
                  <a:pt x="81150" y="11538"/>
                  <a:pt x="83117" y="11172"/>
                  <a:pt x="85089" y="10924"/>
                </a:cubicBezTo>
                <a:cubicBezTo>
                  <a:pt x="87067" y="10677"/>
                  <a:pt x="89042" y="10553"/>
                  <a:pt x="91014" y="10553"/>
                </a:cubicBezTo>
                <a:cubicBezTo>
                  <a:pt x="96174" y="10553"/>
                  <a:pt x="99897" y="11579"/>
                  <a:pt x="102186" y="13631"/>
                </a:cubicBezTo>
                <a:cubicBezTo>
                  <a:pt x="104479" y="15682"/>
                  <a:pt x="105626" y="19021"/>
                  <a:pt x="105626" y="23647"/>
                </a:cubicBezTo>
                <a:close/>
                <a:moveTo>
                  <a:pt x="135380" y="19109"/>
                </a:moveTo>
                <a:cubicBezTo>
                  <a:pt x="134579" y="18729"/>
                  <a:pt x="133781" y="18452"/>
                  <a:pt x="132985" y="18276"/>
                </a:cubicBezTo>
                <a:cubicBezTo>
                  <a:pt x="132195" y="18094"/>
                  <a:pt x="131400" y="18003"/>
                  <a:pt x="130599" y="18003"/>
                </a:cubicBezTo>
                <a:cubicBezTo>
                  <a:pt x="128251" y="18003"/>
                  <a:pt x="126442" y="18765"/>
                  <a:pt x="125172" y="20289"/>
                </a:cubicBezTo>
                <a:cubicBezTo>
                  <a:pt x="123903" y="21807"/>
                  <a:pt x="123268" y="23983"/>
                  <a:pt x="123268" y="26815"/>
                </a:cubicBezTo>
                <a:lnTo>
                  <a:pt x="123268" y="40124"/>
                </a:lnTo>
                <a:lnTo>
                  <a:pt x="114132" y="40124"/>
                </a:lnTo>
                <a:lnTo>
                  <a:pt x="114132" y="11246"/>
                </a:lnTo>
                <a:lnTo>
                  <a:pt x="123268" y="11246"/>
                </a:lnTo>
                <a:lnTo>
                  <a:pt x="123268" y="15990"/>
                </a:lnTo>
                <a:cubicBezTo>
                  <a:pt x="124445" y="14098"/>
                  <a:pt x="125793" y="12720"/>
                  <a:pt x="127314" y="11857"/>
                </a:cubicBezTo>
                <a:cubicBezTo>
                  <a:pt x="128839" y="10987"/>
                  <a:pt x="130667" y="10553"/>
                  <a:pt x="132797" y="10553"/>
                </a:cubicBezTo>
                <a:cubicBezTo>
                  <a:pt x="133102" y="10553"/>
                  <a:pt x="133432" y="10567"/>
                  <a:pt x="133786" y="10594"/>
                </a:cubicBezTo>
                <a:cubicBezTo>
                  <a:pt x="134146" y="10616"/>
                  <a:pt x="134666" y="10671"/>
                  <a:pt x="135347" y="10759"/>
                </a:cubicBezTo>
                <a:lnTo>
                  <a:pt x="135380" y="19109"/>
                </a:lnTo>
                <a:close/>
                <a:moveTo>
                  <a:pt x="149904" y="3045"/>
                </a:moveTo>
                <a:lnTo>
                  <a:pt x="149904" y="11246"/>
                </a:lnTo>
                <a:lnTo>
                  <a:pt x="159335" y="11246"/>
                </a:lnTo>
                <a:lnTo>
                  <a:pt x="159335" y="17847"/>
                </a:lnTo>
                <a:lnTo>
                  <a:pt x="149904" y="17847"/>
                </a:lnTo>
                <a:lnTo>
                  <a:pt x="149904" y="30091"/>
                </a:lnTo>
                <a:cubicBezTo>
                  <a:pt x="149904" y="31433"/>
                  <a:pt x="150168" y="32341"/>
                  <a:pt x="150697" y="32814"/>
                </a:cubicBezTo>
                <a:cubicBezTo>
                  <a:pt x="151225" y="33287"/>
                  <a:pt x="152274" y="33523"/>
                  <a:pt x="153843" y="33523"/>
                </a:cubicBezTo>
                <a:lnTo>
                  <a:pt x="158542" y="33523"/>
                </a:lnTo>
                <a:lnTo>
                  <a:pt x="158542" y="40124"/>
                </a:lnTo>
                <a:lnTo>
                  <a:pt x="150697" y="40124"/>
                </a:lnTo>
                <a:cubicBezTo>
                  <a:pt x="147090" y="40124"/>
                  <a:pt x="144532" y="39365"/>
                  <a:pt x="143023" y="37847"/>
                </a:cubicBezTo>
                <a:cubicBezTo>
                  <a:pt x="141519" y="36323"/>
                  <a:pt x="140767" y="33738"/>
                  <a:pt x="140767" y="30091"/>
                </a:cubicBezTo>
                <a:lnTo>
                  <a:pt x="140767" y="17847"/>
                </a:lnTo>
                <a:lnTo>
                  <a:pt x="136215" y="17847"/>
                </a:lnTo>
                <a:lnTo>
                  <a:pt x="136215" y="11246"/>
                </a:lnTo>
                <a:lnTo>
                  <a:pt x="140767" y="11246"/>
                </a:lnTo>
                <a:lnTo>
                  <a:pt x="140767" y="3045"/>
                </a:lnTo>
                <a:lnTo>
                  <a:pt x="149904" y="3045"/>
                </a:lnTo>
                <a:close/>
                <a:moveTo>
                  <a:pt x="201957" y="0"/>
                </a:moveTo>
                <a:lnTo>
                  <a:pt x="201957" y="6064"/>
                </a:lnTo>
                <a:lnTo>
                  <a:pt x="196899" y="6064"/>
                </a:lnTo>
                <a:cubicBezTo>
                  <a:pt x="195602" y="6064"/>
                  <a:pt x="194698" y="6301"/>
                  <a:pt x="194186" y="6774"/>
                </a:cubicBezTo>
                <a:cubicBezTo>
                  <a:pt x="193679" y="7247"/>
                  <a:pt x="193426" y="8067"/>
                  <a:pt x="193426" y="9233"/>
                </a:cubicBezTo>
                <a:lnTo>
                  <a:pt x="193426" y="11246"/>
                </a:lnTo>
                <a:lnTo>
                  <a:pt x="201238" y="11246"/>
                </a:lnTo>
                <a:lnTo>
                  <a:pt x="201238" y="17847"/>
                </a:lnTo>
                <a:lnTo>
                  <a:pt x="193426" y="17847"/>
                </a:lnTo>
                <a:lnTo>
                  <a:pt x="193426" y="40124"/>
                </a:lnTo>
                <a:lnTo>
                  <a:pt x="184281" y="40124"/>
                </a:lnTo>
                <a:lnTo>
                  <a:pt x="184281" y="17847"/>
                </a:lnTo>
                <a:lnTo>
                  <a:pt x="179737" y="17847"/>
                </a:lnTo>
                <a:lnTo>
                  <a:pt x="179737" y="11246"/>
                </a:lnTo>
                <a:lnTo>
                  <a:pt x="184281" y="11246"/>
                </a:lnTo>
                <a:lnTo>
                  <a:pt x="184281" y="9233"/>
                </a:lnTo>
                <a:cubicBezTo>
                  <a:pt x="184281" y="6087"/>
                  <a:pt x="185150" y="3762"/>
                  <a:pt x="186888" y="2261"/>
                </a:cubicBezTo>
                <a:cubicBezTo>
                  <a:pt x="188626" y="754"/>
                  <a:pt x="191314" y="0"/>
                  <a:pt x="194954" y="0"/>
                </a:cubicBezTo>
                <a:lnTo>
                  <a:pt x="201957" y="0"/>
                </a:lnTo>
                <a:close/>
                <a:moveTo>
                  <a:pt x="218706" y="27129"/>
                </a:moveTo>
                <a:cubicBezTo>
                  <a:pt x="216799" y="27129"/>
                  <a:pt x="215363" y="27456"/>
                  <a:pt x="214399" y="28111"/>
                </a:cubicBezTo>
                <a:cubicBezTo>
                  <a:pt x="213440" y="28760"/>
                  <a:pt x="212960" y="29723"/>
                  <a:pt x="212960" y="30999"/>
                </a:cubicBezTo>
                <a:cubicBezTo>
                  <a:pt x="212960" y="32165"/>
                  <a:pt x="213347" y="33081"/>
                  <a:pt x="214121" y="33746"/>
                </a:cubicBezTo>
                <a:cubicBezTo>
                  <a:pt x="214900" y="34406"/>
                  <a:pt x="215979" y="34736"/>
                  <a:pt x="217357" y="34736"/>
                </a:cubicBezTo>
                <a:cubicBezTo>
                  <a:pt x="219073" y="34736"/>
                  <a:pt x="220520" y="34115"/>
                  <a:pt x="221697" y="32872"/>
                </a:cubicBezTo>
                <a:cubicBezTo>
                  <a:pt x="222874" y="31623"/>
                  <a:pt x="223462" y="30061"/>
                  <a:pt x="223462" y="28185"/>
                </a:cubicBezTo>
                <a:lnTo>
                  <a:pt x="223462" y="27129"/>
                </a:lnTo>
                <a:lnTo>
                  <a:pt x="218706" y="27129"/>
                </a:lnTo>
                <a:close/>
                <a:moveTo>
                  <a:pt x="232680" y="23647"/>
                </a:moveTo>
                <a:lnTo>
                  <a:pt x="232680" y="40124"/>
                </a:lnTo>
                <a:lnTo>
                  <a:pt x="223462" y="40124"/>
                </a:lnTo>
                <a:lnTo>
                  <a:pt x="223462" y="35842"/>
                </a:lnTo>
                <a:cubicBezTo>
                  <a:pt x="222236" y="37597"/>
                  <a:pt x="220855" y="38875"/>
                  <a:pt x="219318" y="39679"/>
                </a:cubicBezTo>
                <a:cubicBezTo>
                  <a:pt x="217788" y="40476"/>
                  <a:pt x="215924" y="40875"/>
                  <a:pt x="213729" y="40875"/>
                </a:cubicBezTo>
                <a:cubicBezTo>
                  <a:pt x="210765" y="40875"/>
                  <a:pt x="208360" y="40003"/>
                  <a:pt x="206513" y="38259"/>
                </a:cubicBezTo>
                <a:cubicBezTo>
                  <a:pt x="204666" y="36510"/>
                  <a:pt x="203742" y="34244"/>
                  <a:pt x="203742" y="31461"/>
                </a:cubicBezTo>
                <a:cubicBezTo>
                  <a:pt x="203742" y="28072"/>
                  <a:pt x="204894" y="25589"/>
                  <a:pt x="207199" y="24010"/>
                </a:cubicBezTo>
                <a:cubicBezTo>
                  <a:pt x="209509" y="22426"/>
                  <a:pt x="213132" y="21634"/>
                  <a:pt x="218068" y="21634"/>
                </a:cubicBezTo>
                <a:lnTo>
                  <a:pt x="223462" y="21634"/>
                </a:lnTo>
                <a:lnTo>
                  <a:pt x="223462" y="20916"/>
                </a:lnTo>
                <a:cubicBezTo>
                  <a:pt x="223462" y="19453"/>
                  <a:pt x="222890" y="18383"/>
                  <a:pt x="221746" y="17707"/>
                </a:cubicBezTo>
                <a:cubicBezTo>
                  <a:pt x="220607" y="17025"/>
                  <a:pt x="218828" y="16683"/>
                  <a:pt x="216409" y="16683"/>
                </a:cubicBezTo>
                <a:cubicBezTo>
                  <a:pt x="214453" y="16683"/>
                  <a:pt x="212631" y="16881"/>
                  <a:pt x="210942" y="17277"/>
                </a:cubicBezTo>
                <a:cubicBezTo>
                  <a:pt x="209258" y="17674"/>
                  <a:pt x="207692" y="18268"/>
                  <a:pt x="206243" y="19060"/>
                </a:cubicBezTo>
                <a:lnTo>
                  <a:pt x="206243" y="12022"/>
                </a:lnTo>
                <a:cubicBezTo>
                  <a:pt x="208204" y="11538"/>
                  <a:pt x="210171" y="11172"/>
                  <a:pt x="212143" y="10924"/>
                </a:cubicBezTo>
                <a:cubicBezTo>
                  <a:pt x="214121" y="10677"/>
                  <a:pt x="216096" y="10553"/>
                  <a:pt x="218068" y="10553"/>
                </a:cubicBezTo>
                <a:cubicBezTo>
                  <a:pt x="223228" y="10553"/>
                  <a:pt x="226951" y="11579"/>
                  <a:pt x="229240" y="13631"/>
                </a:cubicBezTo>
                <a:cubicBezTo>
                  <a:pt x="231533" y="15682"/>
                  <a:pt x="232680" y="19021"/>
                  <a:pt x="232680" y="23647"/>
                </a:cubicBezTo>
                <a:close/>
                <a:moveTo>
                  <a:pt x="241186" y="11246"/>
                </a:moveTo>
                <a:lnTo>
                  <a:pt x="250322" y="11246"/>
                </a:lnTo>
                <a:lnTo>
                  <a:pt x="250322" y="40124"/>
                </a:lnTo>
                <a:lnTo>
                  <a:pt x="241186" y="40124"/>
                </a:lnTo>
                <a:lnTo>
                  <a:pt x="241186" y="11246"/>
                </a:lnTo>
                <a:close/>
                <a:moveTo>
                  <a:pt x="241186" y="0"/>
                </a:moveTo>
                <a:lnTo>
                  <a:pt x="250322" y="0"/>
                </a:lnTo>
                <a:lnTo>
                  <a:pt x="250322" y="7533"/>
                </a:lnTo>
                <a:lnTo>
                  <a:pt x="241186" y="7533"/>
                </a:lnTo>
                <a:lnTo>
                  <a:pt x="241186" y="0"/>
                </a:lnTo>
                <a:close/>
                <a:moveTo>
                  <a:pt x="259114" y="0"/>
                </a:moveTo>
                <a:lnTo>
                  <a:pt x="268250" y="0"/>
                </a:lnTo>
                <a:lnTo>
                  <a:pt x="268250" y="40124"/>
                </a:lnTo>
                <a:lnTo>
                  <a:pt x="259114" y="40124"/>
                </a:lnTo>
                <a:lnTo>
                  <a:pt x="259114" y="0"/>
                </a:lnTo>
                <a:close/>
                <a:moveTo>
                  <a:pt x="276731" y="28878"/>
                </a:moveTo>
                <a:lnTo>
                  <a:pt x="276731" y="11246"/>
                </a:lnTo>
                <a:lnTo>
                  <a:pt x="285925" y="11246"/>
                </a:lnTo>
                <a:lnTo>
                  <a:pt x="285925" y="14134"/>
                </a:lnTo>
                <a:cubicBezTo>
                  <a:pt x="285925" y="15696"/>
                  <a:pt x="285917" y="17660"/>
                  <a:pt x="285901" y="20025"/>
                </a:cubicBezTo>
                <a:cubicBezTo>
                  <a:pt x="285884" y="22390"/>
                  <a:pt x="285876" y="23966"/>
                  <a:pt x="285876" y="24753"/>
                </a:cubicBezTo>
                <a:cubicBezTo>
                  <a:pt x="285876" y="27074"/>
                  <a:pt x="285936" y="28746"/>
                  <a:pt x="286056" y="29769"/>
                </a:cubicBezTo>
                <a:cubicBezTo>
                  <a:pt x="286176" y="30792"/>
                  <a:pt x="286380" y="31538"/>
                  <a:pt x="286669" y="32005"/>
                </a:cubicBezTo>
                <a:cubicBezTo>
                  <a:pt x="287039" y="32605"/>
                  <a:pt x="287527" y="33070"/>
                  <a:pt x="288131" y="33400"/>
                </a:cubicBezTo>
                <a:cubicBezTo>
                  <a:pt x="288736" y="33724"/>
                  <a:pt x="289431" y="33887"/>
                  <a:pt x="290215" y="33887"/>
                </a:cubicBezTo>
                <a:cubicBezTo>
                  <a:pt x="292122" y="33887"/>
                  <a:pt x="293621" y="33147"/>
                  <a:pt x="294710" y="31667"/>
                </a:cubicBezTo>
                <a:cubicBezTo>
                  <a:pt x="295800" y="30187"/>
                  <a:pt x="296345" y="28133"/>
                  <a:pt x="296345" y="25503"/>
                </a:cubicBezTo>
                <a:lnTo>
                  <a:pt x="296345" y="11246"/>
                </a:lnTo>
                <a:lnTo>
                  <a:pt x="305490" y="11246"/>
                </a:lnTo>
                <a:lnTo>
                  <a:pt x="305490" y="40124"/>
                </a:lnTo>
                <a:lnTo>
                  <a:pt x="296345" y="40124"/>
                </a:lnTo>
                <a:lnTo>
                  <a:pt x="296345" y="35949"/>
                </a:lnTo>
                <a:cubicBezTo>
                  <a:pt x="294966" y="37632"/>
                  <a:pt x="293506" y="38875"/>
                  <a:pt x="291964" y="39679"/>
                </a:cubicBezTo>
                <a:cubicBezTo>
                  <a:pt x="290422" y="40476"/>
                  <a:pt x="288725" y="40875"/>
                  <a:pt x="286873" y="40875"/>
                </a:cubicBezTo>
                <a:cubicBezTo>
                  <a:pt x="283566" y="40875"/>
                  <a:pt x="281049" y="39852"/>
                  <a:pt x="279322" y="37806"/>
                </a:cubicBezTo>
                <a:cubicBezTo>
                  <a:pt x="277595" y="35759"/>
                  <a:pt x="276731" y="32784"/>
                  <a:pt x="276731" y="28878"/>
                </a:cubicBezTo>
                <a:close/>
                <a:moveTo>
                  <a:pt x="335525" y="19109"/>
                </a:moveTo>
                <a:cubicBezTo>
                  <a:pt x="334724" y="18729"/>
                  <a:pt x="333926" y="18452"/>
                  <a:pt x="333130" y="18276"/>
                </a:cubicBezTo>
                <a:cubicBezTo>
                  <a:pt x="332340" y="18094"/>
                  <a:pt x="331545" y="18003"/>
                  <a:pt x="330744" y="18003"/>
                </a:cubicBezTo>
                <a:cubicBezTo>
                  <a:pt x="328396" y="18003"/>
                  <a:pt x="326587" y="18765"/>
                  <a:pt x="325318" y="20289"/>
                </a:cubicBezTo>
                <a:cubicBezTo>
                  <a:pt x="324048" y="21807"/>
                  <a:pt x="323413" y="23983"/>
                  <a:pt x="323413" y="26815"/>
                </a:cubicBezTo>
                <a:lnTo>
                  <a:pt x="323413" y="40124"/>
                </a:lnTo>
                <a:lnTo>
                  <a:pt x="314277" y="40124"/>
                </a:lnTo>
                <a:lnTo>
                  <a:pt x="314277" y="11246"/>
                </a:lnTo>
                <a:lnTo>
                  <a:pt x="323413" y="11246"/>
                </a:lnTo>
                <a:lnTo>
                  <a:pt x="323413" y="15990"/>
                </a:lnTo>
                <a:cubicBezTo>
                  <a:pt x="324590" y="14098"/>
                  <a:pt x="325939" y="12720"/>
                  <a:pt x="327459" y="11857"/>
                </a:cubicBezTo>
                <a:cubicBezTo>
                  <a:pt x="328984" y="10987"/>
                  <a:pt x="330812" y="10553"/>
                  <a:pt x="332942" y="10553"/>
                </a:cubicBezTo>
                <a:cubicBezTo>
                  <a:pt x="333248" y="10553"/>
                  <a:pt x="333577" y="10567"/>
                  <a:pt x="333931" y="10594"/>
                </a:cubicBezTo>
                <a:cubicBezTo>
                  <a:pt x="334291" y="10616"/>
                  <a:pt x="334811" y="10671"/>
                  <a:pt x="335492" y="10759"/>
                </a:cubicBezTo>
                <a:lnTo>
                  <a:pt x="335525" y="19109"/>
                </a:lnTo>
                <a:close/>
                <a:moveTo>
                  <a:pt x="368617" y="25611"/>
                </a:moveTo>
                <a:lnTo>
                  <a:pt x="368617" y="28235"/>
                </a:lnTo>
                <a:lnTo>
                  <a:pt x="347246" y="28235"/>
                </a:lnTo>
                <a:cubicBezTo>
                  <a:pt x="347464" y="30402"/>
                  <a:pt x="348237" y="32027"/>
                  <a:pt x="349567" y="33111"/>
                </a:cubicBezTo>
                <a:cubicBezTo>
                  <a:pt x="350896" y="34194"/>
                  <a:pt x="352751" y="34736"/>
                  <a:pt x="355132" y="34736"/>
                </a:cubicBezTo>
                <a:cubicBezTo>
                  <a:pt x="357056" y="34736"/>
                  <a:pt x="359025" y="34448"/>
                  <a:pt x="361041" y="33870"/>
                </a:cubicBezTo>
                <a:cubicBezTo>
                  <a:pt x="363062" y="33292"/>
                  <a:pt x="365138" y="32421"/>
                  <a:pt x="367268" y="31254"/>
                </a:cubicBezTo>
                <a:lnTo>
                  <a:pt x="367268" y="38367"/>
                </a:lnTo>
                <a:cubicBezTo>
                  <a:pt x="365105" y="39192"/>
                  <a:pt x="362942" y="39816"/>
                  <a:pt x="360779" y="40240"/>
                </a:cubicBezTo>
                <a:cubicBezTo>
                  <a:pt x="358617" y="40663"/>
                  <a:pt x="356454" y="40875"/>
                  <a:pt x="354290" y="40875"/>
                </a:cubicBezTo>
                <a:cubicBezTo>
                  <a:pt x="349115" y="40875"/>
                  <a:pt x="345091" y="39546"/>
                  <a:pt x="342220" y="36890"/>
                </a:cubicBezTo>
                <a:cubicBezTo>
                  <a:pt x="339354" y="34233"/>
                  <a:pt x="337921" y="30506"/>
                  <a:pt x="337921" y="25710"/>
                </a:cubicBezTo>
                <a:cubicBezTo>
                  <a:pt x="337921" y="21001"/>
                  <a:pt x="339330" y="17299"/>
                  <a:pt x="342146" y="14604"/>
                </a:cubicBezTo>
                <a:cubicBezTo>
                  <a:pt x="344963" y="11903"/>
                  <a:pt x="348842" y="10553"/>
                  <a:pt x="353784" y="10553"/>
                </a:cubicBezTo>
                <a:cubicBezTo>
                  <a:pt x="358279" y="10553"/>
                  <a:pt x="361875" y="11920"/>
                  <a:pt x="364571" y="14654"/>
                </a:cubicBezTo>
                <a:cubicBezTo>
                  <a:pt x="367268" y="17382"/>
                  <a:pt x="368617" y="21034"/>
                  <a:pt x="368617" y="25611"/>
                </a:cubicBezTo>
                <a:close/>
                <a:moveTo>
                  <a:pt x="359218" y="22542"/>
                </a:moveTo>
                <a:cubicBezTo>
                  <a:pt x="359218" y="20787"/>
                  <a:pt x="358712" y="19373"/>
                  <a:pt x="357698" y="18301"/>
                </a:cubicBezTo>
                <a:cubicBezTo>
                  <a:pt x="356685" y="17223"/>
                  <a:pt x="355361" y="16683"/>
                  <a:pt x="353727" y="16683"/>
                </a:cubicBezTo>
                <a:cubicBezTo>
                  <a:pt x="351956" y="16683"/>
                  <a:pt x="350518" y="17187"/>
                  <a:pt x="349412" y="18193"/>
                </a:cubicBezTo>
                <a:cubicBezTo>
                  <a:pt x="348306" y="19200"/>
                  <a:pt x="347617" y="20649"/>
                  <a:pt x="347344" y="22542"/>
                </a:cubicBezTo>
                <a:lnTo>
                  <a:pt x="359218" y="22542"/>
                </a:lnTo>
                <a:close/>
                <a:moveTo>
                  <a:pt x="409076" y="47088"/>
                </a:moveTo>
                <a:lnTo>
                  <a:pt x="401484" y="47088"/>
                </a:lnTo>
                <a:cubicBezTo>
                  <a:pt x="398879" y="42841"/>
                  <a:pt x="396956" y="38807"/>
                  <a:pt x="395714" y="34984"/>
                </a:cubicBezTo>
                <a:cubicBezTo>
                  <a:pt x="394472" y="31155"/>
                  <a:pt x="393851" y="27360"/>
                  <a:pt x="393851" y="23598"/>
                </a:cubicBezTo>
                <a:cubicBezTo>
                  <a:pt x="393851" y="19830"/>
                  <a:pt x="394475" y="16018"/>
                  <a:pt x="395722" y="12162"/>
                </a:cubicBezTo>
                <a:cubicBezTo>
                  <a:pt x="396975" y="8301"/>
                  <a:pt x="398896" y="4266"/>
                  <a:pt x="401484" y="58"/>
                </a:cubicBezTo>
                <a:lnTo>
                  <a:pt x="409076" y="58"/>
                </a:lnTo>
                <a:cubicBezTo>
                  <a:pt x="406896" y="4128"/>
                  <a:pt x="405262" y="8111"/>
                  <a:pt x="404172" y="12005"/>
                </a:cubicBezTo>
                <a:cubicBezTo>
                  <a:pt x="403083" y="15899"/>
                  <a:pt x="402538" y="19747"/>
                  <a:pt x="402538" y="23548"/>
                </a:cubicBezTo>
                <a:cubicBezTo>
                  <a:pt x="402538" y="27344"/>
                  <a:pt x="403077" y="31194"/>
                  <a:pt x="404156" y="35099"/>
                </a:cubicBezTo>
                <a:cubicBezTo>
                  <a:pt x="405235" y="38999"/>
                  <a:pt x="406875" y="42995"/>
                  <a:pt x="409076" y="47088"/>
                </a:cubicBezTo>
                <a:close/>
                <a:moveTo>
                  <a:pt x="418065" y="1625"/>
                </a:moveTo>
                <a:lnTo>
                  <a:pt x="427896" y="1625"/>
                </a:lnTo>
                <a:lnTo>
                  <a:pt x="427896" y="16296"/>
                </a:lnTo>
                <a:lnTo>
                  <a:pt x="442403" y="16296"/>
                </a:lnTo>
                <a:lnTo>
                  <a:pt x="442403" y="1625"/>
                </a:lnTo>
                <a:lnTo>
                  <a:pt x="452234" y="1625"/>
                </a:lnTo>
                <a:lnTo>
                  <a:pt x="452234" y="40124"/>
                </a:lnTo>
                <a:lnTo>
                  <a:pt x="442403" y="40124"/>
                </a:lnTo>
                <a:lnTo>
                  <a:pt x="442403" y="23804"/>
                </a:lnTo>
                <a:lnTo>
                  <a:pt x="427896" y="23804"/>
                </a:lnTo>
                <a:lnTo>
                  <a:pt x="427896" y="40124"/>
                </a:lnTo>
                <a:lnTo>
                  <a:pt x="418065" y="40124"/>
                </a:lnTo>
                <a:lnTo>
                  <a:pt x="418065" y="1625"/>
                </a:lnTo>
                <a:close/>
                <a:moveTo>
                  <a:pt x="461838" y="1625"/>
                </a:moveTo>
                <a:lnTo>
                  <a:pt x="488366" y="1625"/>
                </a:lnTo>
                <a:lnTo>
                  <a:pt x="488366" y="9134"/>
                </a:lnTo>
                <a:lnTo>
                  <a:pt x="471670" y="9134"/>
                </a:lnTo>
                <a:lnTo>
                  <a:pt x="471670" y="16296"/>
                </a:lnTo>
                <a:lnTo>
                  <a:pt x="487377" y="16296"/>
                </a:lnTo>
                <a:lnTo>
                  <a:pt x="487377" y="23804"/>
                </a:lnTo>
                <a:lnTo>
                  <a:pt x="471670" y="23804"/>
                </a:lnTo>
                <a:lnTo>
                  <a:pt x="471670" y="40124"/>
                </a:lnTo>
                <a:lnTo>
                  <a:pt x="461838" y="40124"/>
                </a:lnTo>
                <a:lnTo>
                  <a:pt x="461838" y="1625"/>
                </a:lnTo>
                <a:close/>
                <a:moveTo>
                  <a:pt x="496954" y="47088"/>
                </a:moveTo>
                <a:cubicBezTo>
                  <a:pt x="499133" y="42995"/>
                  <a:pt x="500767" y="38999"/>
                  <a:pt x="501857" y="35099"/>
                </a:cubicBezTo>
                <a:cubicBezTo>
                  <a:pt x="502947" y="31194"/>
                  <a:pt x="503491" y="27344"/>
                  <a:pt x="503491" y="23548"/>
                </a:cubicBezTo>
                <a:cubicBezTo>
                  <a:pt x="503491" y="19747"/>
                  <a:pt x="502947" y="15899"/>
                  <a:pt x="501857" y="12005"/>
                </a:cubicBezTo>
                <a:cubicBezTo>
                  <a:pt x="500767" y="8111"/>
                  <a:pt x="499133" y="4128"/>
                  <a:pt x="496954" y="58"/>
                </a:cubicBezTo>
                <a:lnTo>
                  <a:pt x="504538" y="58"/>
                </a:lnTo>
                <a:cubicBezTo>
                  <a:pt x="507126" y="4266"/>
                  <a:pt x="509043" y="8301"/>
                  <a:pt x="510291" y="12162"/>
                </a:cubicBezTo>
                <a:cubicBezTo>
                  <a:pt x="511544" y="16018"/>
                  <a:pt x="512171" y="19830"/>
                  <a:pt x="512171" y="23598"/>
                </a:cubicBezTo>
                <a:cubicBezTo>
                  <a:pt x="512171" y="27360"/>
                  <a:pt x="511549" y="31155"/>
                  <a:pt x="510307" y="34984"/>
                </a:cubicBezTo>
                <a:cubicBezTo>
                  <a:pt x="509065" y="38807"/>
                  <a:pt x="507142" y="42841"/>
                  <a:pt x="504538" y="47088"/>
                </a:cubicBezTo>
                <a:lnTo>
                  <a:pt x="496954" y="47088"/>
                </a:lnTo>
                <a:close/>
              </a:path>
            </a:pathLst>
          </a:custGeom>
          <a:solidFill>
            <a:srgbClr val="333333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29" name="Freeform 1228">
            <a:extLst>
              <a:ext uri="{FF2B5EF4-FFF2-40B4-BE49-F238E27FC236}">
                <a16:creationId xmlns:a16="http://schemas.microsoft.com/office/drawing/2014/main" id="{229C93AF-2280-BBEB-612E-1A11138607E7}"/>
              </a:ext>
            </a:extLst>
          </p:cNvPr>
          <p:cNvSpPr>
            <a:spLocks noGrp="1"/>
          </p:cNvSpPr>
          <p:nvPr/>
        </p:nvSpPr>
        <p:spPr>
          <a:xfrm>
            <a:off x="4396462" y="1533592"/>
            <a:ext cx="449354" cy="115972"/>
          </a:xfrm>
          <a:custGeom>
            <a:avLst/>
            <a:gdLst/>
            <a:ahLst/>
            <a:cxnLst/>
            <a:rect l="l" t="t" r="r" b="b"/>
            <a:pathLst>
              <a:path w="449354" h="115972">
                <a:moveTo>
                  <a:pt x="0" y="115973"/>
                </a:moveTo>
                <a:lnTo>
                  <a:pt x="449355" y="115973"/>
                </a:lnTo>
                <a:lnTo>
                  <a:pt x="44935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8000"/>
            </a:srgbClr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30" name="Freeform 1229">
            <a:extLst>
              <a:ext uri="{FF2B5EF4-FFF2-40B4-BE49-F238E27FC236}">
                <a16:creationId xmlns:a16="http://schemas.microsoft.com/office/drawing/2014/main" id="{3CD40682-C38E-A1F9-9682-B85ACA4418DE}"/>
              </a:ext>
            </a:extLst>
          </p:cNvPr>
          <p:cNvSpPr>
            <a:spLocks noGrp="1"/>
          </p:cNvSpPr>
          <p:nvPr/>
        </p:nvSpPr>
        <p:spPr>
          <a:xfrm>
            <a:off x="4401692" y="1536496"/>
            <a:ext cx="515264" cy="51105"/>
          </a:xfrm>
          <a:custGeom>
            <a:avLst/>
            <a:gdLst/>
            <a:ahLst/>
            <a:cxnLst/>
            <a:rect l="l" t="t" r="r" b="b"/>
            <a:pathLst>
              <a:path w="515264" h="51105">
                <a:moveTo>
                  <a:pt x="19614" y="8127"/>
                </a:moveTo>
                <a:cubicBezTo>
                  <a:pt x="16617" y="8127"/>
                  <a:pt x="14293" y="9244"/>
                  <a:pt x="12643" y="11477"/>
                </a:cubicBezTo>
                <a:cubicBezTo>
                  <a:pt x="10992" y="13710"/>
                  <a:pt x="10166" y="16857"/>
                  <a:pt x="10166" y="20916"/>
                </a:cubicBezTo>
                <a:cubicBezTo>
                  <a:pt x="10166" y="24953"/>
                  <a:pt x="10992" y="28091"/>
                  <a:pt x="12643" y="30330"/>
                </a:cubicBezTo>
                <a:cubicBezTo>
                  <a:pt x="14293" y="32563"/>
                  <a:pt x="16617" y="33680"/>
                  <a:pt x="19614" y="33680"/>
                </a:cubicBezTo>
                <a:cubicBezTo>
                  <a:pt x="22626" y="33680"/>
                  <a:pt x="24958" y="32563"/>
                  <a:pt x="26609" y="30330"/>
                </a:cubicBezTo>
                <a:cubicBezTo>
                  <a:pt x="28260" y="28091"/>
                  <a:pt x="29085" y="24953"/>
                  <a:pt x="29085" y="20916"/>
                </a:cubicBezTo>
                <a:cubicBezTo>
                  <a:pt x="29085" y="16857"/>
                  <a:pt x="28260" y="13710"/>
                  <a:pt x="26609" y="11477"/>
                </a:cubicBezTo>
                <a:cubicBezTo>
                  <a:pt x="24958" y="9244"/>
                  <a:pt x="22626" y="8127"/>
                  <a:pt x="19614" y="8127"/>
                </a:cubicBezTo>
                <a:close/>
                <a:moveTo>
                  <a:pt x="19614" y="932"/>
                </a:moveTo>
                <a:cubicBezTo>
                  <a:pt x="25743" y="932"/>
                  <a:pt x="30543" y="2703"/>
                  <a:pt x="34013" y="6246"/>
                </a:cubicBezTo>
                <a:cubicBezTo>
                  <a:pt x="37489" y="9783"/>
                  <a:pt x="39227" y="14673"/>
                  <a:pt x="39227" y="20916"/>
                </a:cubicBezTo>
                <a:cubicBezTo>
                  <a:pt x="39227" y="27137"/>
                  <a:pt x="37489" y="32019"/>
                  <a:pt x="34013" y="35561"/>
                </a:cubicBezTo>
                <a:cubicBezTo>
                  <a:pt x="30543" y="39104"/>
                  <a:pt x="25743" y="40875"/>
                  <a:pt x="19614" y="40875"/>
                </a:cubicBezTo>
                <a:cubicBezTo>
                  <a:pt x="13501" y="40875"/>
                  <a:pt x="8704" y="39104"/>
                  <a:pt x="5222" y="35561"/>
                </a:cubicBezTo>
                <a:cubicBezTo>
                  <a:pt x="1741" y="32019"/>
                  <a:pt x="0" y="27137"/>
                  <a:pt x="0" y="20916"/>
                </a:cubicBezTo>
                <a:cubicBezTo>
                  <a:pt x="0" y="14673"/>
                  <a:pt x="1741" y="9783"/>
                  <a:pt x="5222" y="6246"/>
                </a:cubicBezTo>
                <a:cubicBezTo>
                  <a:pt x="8704" y="2703"/>
                  <a:pt x="13501" y="932"/>
                  <a:pt x="19614" y="932"/>
                </a:cubicBezTo>
                <a:close/>
                <a:moveTo>
                  <a:pt x="61469" y="34167"/>
                </a:moveTo>
                <a:cubicBezTo>
                  <a:pt x="63425" y="34167"/>
                  <a:pt x="64918" y="33446"/>
                  <a:pt x="65947" y="32005"/>
                </a:cubicBezTo>
                <a:cubicBezTo>
                  <a:pt x="66983" y="30558"/>
                  <a:pt x="67500" y="28460"/>
                  <a:pt x="67500" y="25710"/>
                </a:cubicBezTo>
                <a:cubicBezTo>
                  <a:pt x="67500" y="22960"/>
                  <a:pt x="66983" y="20864"/>
                  <a:pt x="65947" y="19423"/>
                </a:cubicBezTo>
                <a:cubicBezTo>
                  <a:pt x="64918" y="17976"/>
                  <a:pt x="63425" y="17253"/>
                  <a:pt x="61469" y="17253"/>
                </a:cubicBezTo>
                <a:cubicBezTo>
                  <a:pt x="59513" y="17253"/>
                  <a:pt x="58009" y="17979"/>
                  <a:pt x="56958" y="19431"/>
                </a:cubicBezTo>
                <a:cubicBezTo>
                  <a:pt x="55912" y="20883"/>
                  <a:pt x="55389" y="22976"/>
                  <a:pt x="55389" y="25710"/>
                </a:cubicBezTo>
                <a:cubicBezTo>
                  <a:pt x="55389" y="28444"/>
                  <a:pt x="55912" y="30537"/>
                  <a:pt x="56958" y="31989"/>
                </a:cubicBezTo>
                <a:cubicBezTo>
                  <a:pt x="58009" y="33441"/>
                  <a:pt x="59513" y="34167"/>
                  <a:pt x="61469" y="34167"/>
                </a:cubicBezTo>
                <a:close/>
                <a:moveTo>
                  <a:pt x="55389" y="15470"/>
                </a:moveTo>
                <a:cubicBezTo>
                  <a:pt x="56653" y="13787"/>
                  <a:pt x="58050" y="12547"/>
                  <a:pt x="59581" y="11749"/>
                </a:cubicBezTo>
                <a:cubicBezTo>
                  <a:pt x="61112" y="10952"/>
                  <a:pt x="62875" y="10553"/>
                  <a:pt x="64869" y="10553"/>
                </a:cubicBezTo>
                <a:cubicBezTo>
                  <a:pt x="68394" y="10553"/>
                  <a:pt x="71287" y="11967"/>
                  <a:pt x="73548" y="14794"/>
                </a:cubicBezTo>
                <a:cubicBezTo>
                  <a:pt x="75814" y="17621"/>
                  <a:pt x="76947" y="21260"/>
                  <a:pt x="76947" y="25710"/>
                </a:cubicBezTo>
                <a:cubicBezTo>
                  <a:pt x="76947" y="30160"/>
                  <a:pt x="75814" y="33801"/>
                  <a:pt x="73548" y="36634"/>
                </a:cubicBezTo>
                <a:cubicBezTo>
                  <a:pt x="71287" y="39461"/>
                  <a:pt x="68394" y="40875"/>
                  <a:pt x="64869" y="40875"/>
                </a:cubicBezTo>
                <a:cubicBezTo>
                  <a:pt x="62875" y="40875"/>
                  <a:pt x="61112" y="40476"/>
                  <a:pt x="59581" y="39678"/>
                </a:cubicBezTo>
                <a:cubicBezTo>
                  <a:pt x="58050" y="38875"/>
                  <a:pt x="56653" y="37632"/>
                  <a:pt x="55389" y="35949"/>
                </a:cubicBezTo>
                <a:lnTo>
                  <a:pt x="55389" y="40124"/>
                </a:lnTo>
                <a:lnTo>
                  <a:pt x="46252" y="40124"/>
                </a:lnTo>
                <a:lnTo>
                  <a:pt x="46252" y="0"/>
                </a:lnTo>
                <a:lnTo>
                  <a:pt x="55389" y="0"/>
                </a:lnTo>
                <a:lnTo>
                  <a:pt x="55389" y="15470"/>
                </a:lnTo>
                <a:close/>
                <a:moveTo>
                  <a:pt x="106035" y="12145"/>
                </a:moveTo>
                <a:lnTo>
                  <a:pt x="106035" y="19159"/>
                </a:lnTo>
                <a:cubicBezTo>
                  <a:pt x="104079" y="18333"/>
                  <a:pt x="102188" y="17715"/>
                  <a:pt x="100363" y="17302"/>
                </a:cubicBezTo>
                <a:cubicBezTo>
                  <a:pt x="98543" y="16890"/>
                  <a:pt x="96825" y="16683"/>
                  <a:pt x="95207" y="16683"/>
                </a:cubicBezTo>
                <a:cubicBezTo>
                  <a:pt x="93468" y="16683"/>
                  <a:pt x="92177" y="16903"/>
                  <a:pt x="91333" y="17343"/>
                </a:cubicBezTo>
                <a:cubicBezTo>
                  <a:pt x="90494" y="17783"/>
                  <a:pt x="90074" y="18457"/>
                  <a:pt x="90074" y="19365"/>
                </a:cubicBezTo>
                <a:cubicBezTo>
                  <a:pt x="90074" y="20107"/>
                  <a:pt x="90393" y="20677"/>
                  <a:pt x="91030" y="21073"/>
                </a:cubicBezTo>
                <a:cubicBezTo>
                  <a:pt x="91668" y="21463"/>
                  <a:pt x="92812" y="21755"/>
                  <a:pt x="94463" y="21947"/>
                </a:cubicBezTo>
                <a:lnTo>
                  <a:pt x="96073" y="22178"/>
                </a:lnTo>
                <a:cubicBezTo>
                  <a:pt x="100758" y="22778"/>
                  <a:pt x="103907" y="23765"/>
                  <a:pt x="105520" y="25140"/>
                </a:cubicBezTo>
                <a:cubicBezTo>
                  <a:pt x="107138" y="26516"/>
                  <a:pt x="107947" y="28675"/>
                  <a:pt x="107947" y="31617"/>
                </a:cubicBezTo>
                <a:cubicBezTo>
                  <a:pt x="107947" y="34692"/>
                  <a:pt x="106822" y="37005"/>
                  <a:pt x="104572" y="38556"/>
                </a:cubicBezTo>
                <a:cubicBezTo>
                  <a:pt x="102327" y="40102"/>
                  <a:pt x="98977" y="40875"/>
                  <a:pt x="94520" y="40875"/>
                </a:cubicBezTo>
                <a:cubicBezTo>
                  <a:pt x="92629" y="40875"/>
                  <a:pt x="90674" y="40724"/>
                  <a:pt x="88652" y="40421"/>
                </a:cubicBezTo>
                <a:cubicBezTo>
                  <a:pt x="86636" y="40118"/>
                  <a:pt x="84563" y="39667"/>
                  <a:pt x="82433" y="39068"/>
                </a:cubicBezTo>
                <a:lnTo>
                  <a:pt x="82433" y="32055"/>
                </a:lnTo>
                <a:cubicBezTo>
                  <a:pt x="84258" y="32946"/>
                  <a:pt x="86127" y="33617"/>
                  <a:pt x="88039" y="34068"/>
                </a:cubicBezTo>
                <a:cubicBezTo>
                  <a:pt x="89957" y="34513"/>
                  <a:pt x="91902" y="34736"/>
                  <a:pt x="93874" y="34736"/>
                </a:cubicBezTo>
                <a:cubicBezTo>
                  <a:pt x="95667" y="34736"/>
                  <a:pt x="97012" y="34489"/>
                  <a:pt x="97911" y="33994"/>
                </a:cubicBezTo>
                <a:cubicBezTo>
                  <a:pt x="98816" y="33493"/>
                  <a:pt x="99268" y="32751"/>
                  <a:pt x="99268" y="31766"/>
                </a:cubicBezTo>
                <a:cubicBezTo>
                  <a:pt x="99268" y="30941"/>
                  <a:pt x="98957" y="30328"/>
                  <a:pt x="98336" y="29926"/>
                </a:cubicBezTo>
                <a:cubicBezTo>
                  <a:pt x="97715" y="29524"/>
                  <a:pt x="96476" y="29211"/>
                  <a:pt x="94618" y="28985"/>
                </a:cubicBezTo>
                <a:lnTo>
                  <a:pt x="93008" y="28779"/>
                </a:lnTo>
                <a:cubicBezTo>
                  <a:pt x="88938" y="28262"/>
                  <a:pt x="86086" y="27308"/>
                  <a:pt x="84452" y="25916"/>
                </a:cubicBezTo>
                <a:cubicBezTo>
                  <a:pt x="82817" y="24524"/>
                  <a:pt x="82000" y="22409"/>
                  <a:pt x="82000" y="19571"/>
                </a:cubicBezTo>
                <a:cubicBezTo>
                  <a:pt x="82000" y="16513"/>
                  <a:pt x="83038" y="14246"/>
                  <a:pt x="85114" y="12772"/>
                </a:cubicBezTo>
                <a:cubicBezTo>
                  <a:pt x="87195" y="11293"/>
                  <a:pt x="90379" y="10553"/>
                  <a:pt x="94667" y="10553"/>
                </a:cubicBezTo>
                <a:cubicBezTo>
                  <a:pt x="96356" y="10553"/>
                  <a:pt x="98127" y="10682"/>
                  <a:pt x="99979" y="10941"/>
                </a:cubicBezTo>
                <a:cubicBezTo>
                  <a:pt x="101837" y="11194"/>
                  <a:pt x="103856" y="11595"/>
                  <a:pt x="106035" y="12145"/>
                </a:cubicBezTo>
                <a:close/>
                <a:moveTo>
                  <a:pt x="124802" y="3045"/>
                </a:moveTo>
                <a:lnTo>
                  <a:pt x="124802" y="11246"/>
                </a:lnTo>
                <a:lnTo>
                  <a:pt x="134232" y="11246"/>
                </a:lnTo>
                <a:lnTo>
                  <a:pt x="134232" y="17847"/>
                </a:lnTo>
                <a:lnTo>
                  <a:pt x="124802" y="17847"/>
                </a:lnTo>
                <a:lnTo>
                  <a:pt x="124802" y="30091"/>
                </a:lnTo>
                <a:cubicBezTo>
                  <a:pt x="124802" y="31433"/>
                  <a:pt x="125066" y="32341"/>
                  <a:pt x="125594" y="32814"/>
                </a:cubicBezTo>
                <a:cubicBezTo>
                  <a:pt x="126123" y="33287"/>
                  <a:pt x="127171" y="33523"/>
                  <a:pt x="128741" y="33523"/>
                </a:cubicBezTo>
                <a:lnTo>
                  <a:pt x="133440" y="33523"/>
                </a:lnTo>
                <a:lnTo>
                  <a:pt x="133440" y="40124"/>
                </a:lnTo>
                <a:lnTo>
                  <a:pt x="125594" y="40124"/>
                </a:lnTo>
                <a:cubicBezTo>
                  <a:pt x="121987" y="40124"/>
                  <a:pt x="119430" y="39365"/>
                  <a:pt x="117920" y="37847"/>
                </a:cubicBezTo>
                <a:cubicBezTo>
                  <a:pt x="116417" y="36323"/>
                  <a:pt x="115665" y="33738"/>
                  <a:pt x="115665" y="30091"/>
                </a:cubicBezTo>
                <a:lnTo>
                  <a:pt x="115665" y="17847"/>
                </a:lnTo>
                <a:lnTo>
                  <a:pt x="111113" y="17847"/>
                </a:lnTo>
                <a:lnTo>
                  <a:pt x="111113" y="11246"/>
                </a:lnTo>
                <a:lnTo>
                  <a:pt x="115665" y="11246"/>
                </a:lnTo>
                <a:lnTo>
                  <a:pt x="115665" y="3045"/>
                </a:lnTo>
                <a:lnTo>
                  <a:pt x="124802" y="3045"/>
                </a:lnTo>
                <a:close/>
                <a:moveTo>
                  <a:pt x="161073" y="19109"/>
                </a:moveTo>
                <a:cubicBezTo>
                  <a:pt x="160272" y="18729"/>
                  <a:pt x="159474" y="18452"/>
                  <a:pt x="158679" y="18276"/>
                </a:cubicBezTo>
                <a:cubicBezTo>
                  <a:pt x="157889" y="18094"/>
                  <a:pt x="157093" y="18003"/>
                  <a:pt x="156292" y="18003"/>
                </a:cubicBezTo>
                <a:cubicBezTo>
                  <a:pt x="153944" y="18003"/>
                  <a:pt x="152135" y="18765"/>
                  <a:pt x="150866" y="20289"/>
                </a:cubicBezTo>
                <a:cubicBezTo>
                  <a:pt x="149597" y="21807"/>
                  <a:pt x="148962" y="23983"/>
                  <a:pt x="148962" y="26815"/>
                </a:cubicBezTo>
                <a:lnTo>
                  <a:pt x="148962" y="40124"/>
                </a:lnTo>
                <a:lnTo>
                  <a:pt x="139825" y="40124"/>
                </a:lnTo>
                <a:lnTo>
                  <a:pt x="139825" y="11246"/>
                </a:lnTo>
                <a:lnTo>
                  <a:pt x="148962" y="11246"/>
                </a:lnTo>
                <a:lnTo>
                  <a:pt x="148962" y="15990"/>
                </a:lnTo>
                <a:cubicBezTo>
                  <a:pt x="150139" y="14098"/>
                  <a:pt x="151487" y="12720"/>
                  <a:pt x="153007" y="11857"/>
                </a:cubicBezTo>
                <a:cubicBezTo>
                  <a:pt x="154533" y="10987"/>
                  <a:pt x="156361" y="10553"/>
                  <a:pt x="158491" y="10553"/>
                </a:cubicBezTo>
                <a:cubicBezTo>
                  <a:pt x="158796" y="10553"/>
                  <a:pt x="159126" y="10567"/>
                  <a:pt x="159480" y="10594"/>
                </a:cubicBezTo>
                <a:cubicBezTo>
                  <a:pt x="159839" y="10616"/>
                  <a:pt x="160360" y="10671"/>
                  <a:pt x="161041" y="10759"/>
                </a:cubicBezTo>
                <a:lnTo>
                  <a:pt x="161073" y="19109"/>
                </a:lnTo>
                <a:close/>
                <a:moveTo>
                  <a:pt x="165309" y="28878"/>
                </a:moveTo>
                <a:lnTo>
                  <a:pt x="165309" y="11246"/>
                </a:lnTo>
                <a:lnTo>
                  <a:pt x="174502" y="11246"/>
                </a:lnTo>
                <a:lnTo>
                  <a:pt x="174502" y="14134"/>
                </a:lnTo>
                <a:cubicBezTo>
                  <a:pt x="174502" y="15696"/>
                  <a:pt x="174494" y="17660"/>
                  <a:pt x="174478" y="20025"/>
                </a:cubicBezTo>
                <a:cubicBezTo>
                  <a:pt x="174462" y="22390"/>
                  <a:pt x="174453" y="23966"/>
                  <a:pt x="174453" y="24753"/>
                </a:cubicBezTo>
                <a:cubicBezTo>
                  <a:pt x="174453" y="27074"/>
                  <a:pt x="174513" y="28746"/>
                  <a:pt x="174633" y="29769"/>
                </a:cubicBezTo>
                <a:cubicBezTo>
                  <a:pt x="174753" y="30792"/>
                  <a:pt x="174957" y="31538"/>
                  <a:pt x="175246" y="32005"/>
                </a:cubicBezTo>
                <a:cubicBezTo>
                  <a:pt x="175617" y="32605"/>
                  <a:pt x="176104" y="33070"/>
                  <a:pt x="176709" y="33400"/>
                </a:cubicBezTo>
                <a:cubicBezTo>
                  <a:pt x="177314" y="33724"/>
                  <a:pt x="178008" y="33886"/>
                  <a:pt x="178793" y="33886"/>
                </a:cubicBezTo>
                <a:cubicBezTo>
                  <a:pt x="180700" y="33886"/>
                  <a:pt x="182198" y="33147"/>
                  <a:pt x="183288" y="31667"/>
                </a:cubicBezTo>
                <a:cubicBezTo>
                  <a:pt x="184377" y="30187"/>
                  <a:pt x="184922" y="28133"/>
                  <a:pt x="184922" y="25503"/>
                </a:cubicBezTo>
                <a:lnTo>
                  <a:pt x="184922" y="11246"/>
                </a:lnTo>
                <a:lnTo>
                  <a:pt x="194067" y="11246"/>
                </a:lnTo>
                <a:lnTo>
                  <a:pt x="194067" y="40124"/>
                </a:lnTo>
                <a:lnTo>
                  <a:pt x="184922" y="40124"/>
                </a:lnTo>
                <a:lnTo>
                  <a:pt x="184922" y="35949"/>
                </a:lnTo>
                <a:cubicBezTo>
                  <a:pt x="183544" y="37632"/>
                  <a:pt x="182084" y="38875"/>
                  <a:pt x="180542" y="39678"/>
                </a:cubicBezTo>
                <a:cubicBezTo>
                  <a:pt x="179000" y="40476"/>
                  <a:pt x="177303" y="40875"/>
                  <a:pt x="175450" y="40875"/>
                </a:cubicBezTo>
                <a:cubicBezTo>
                  <a:pt x="172143" y="40875"/>
                  <a:pt x="169626" y="39852"/>
                  <a:pt x="167899" y="37806"/>
                </a:cubicBezTo>
                <a:cubicBezTo>
                  <a:pt x="166172" y="35759"/>
                  <a:pt x="165309" y="32783"/>
                  <a:pt x="165309" y="28878"/>
                </a:cubicBezTo>
                <a:close/>
                <a:moveTo>
                  <a:pt x="225966" y="12145"/>
                </a:moveTo>
                <a:lnTo>
                  <a:pt x="225966" y="19678"/>
                </a:lnTo>
                <a:cubicBezTo>
                  <a:pt x="224723" y="18820"/>
                  <a:pt x="223476" y="18185"/>
                  <a:pt x="222223" y="17772"/>
                </a:cubicBezTo>
                <a:cubicBezTo>
                  <a:pt x="220970" y="17360"/>
                  <a:pt x="219670" y="17153"/>
                  <a:pt x="218325" y="17153"/>
                </a:cubicBezTo>
                <a:cubicBezTo>
                  <a:pt x="215775" y="17153"/>
                  <a:pt x="213789" y="17904"/>
                  <a:pt x="212367" y="19406"/>
                </a:cubicBezTo>
                <a:cubicBezTo>
                  <a:pt x="210945" y="20908"/>
                  <a:pt x="210234" y="23009"/>
                  <a:pt x="210234" y="25710"/>
                </a:cubicBezTo>
                <a:cubicBezTo>
                  <a:pt x="210234" y="28410"/>
                  <a:pt x="210945" y="30514"/>
                  <a:pt x="212367" y="32022"/>
                </a:cubicBezTo>
                <a:cubicBezTo>
                  <a:pt x="213789" y="33523"/>
                  <a:pt x="215775" y="34274"/>
                  <a:pt x="218325" y="34274"/>
                </a:cubicBezTo>
                <a:cubicBezTo>
                  <a:pt x="219757" y="34274"/>
                  <a:pt x="221117" y="34060"/>
                  <a:pt x="222402" y="33631"/>
                </a:cubicBezTo>
                <a:cubicBezTo>
                  <a:pt x="223688" y="33196"/>
                  <a:pt x="224876" y="32558"/>
                  <a:pt x="225966" y="31717"/>
                </a:cubicBezTo>
                <a:lnTo>
                  <a:pt x="225966" y="39274"/>
                </a:lnTo>
                <a:cubicBezTo>
                  <a:pt x="224533" y="39808"/>
                  <a:pt x="223081" y="40207"/>
                  <a:pt x="221610" y="40471"/>
                </a:cubicBezTo>
                <a:cubicBezTo>
                  <a:pt x="220139" y="40740"/>
                  <a:pt x="218662" y="40875"/>
                  <a:pt x="217180" y="40875"/>
                </a:cubicBezTo>
                <a:cubicBezTo>
                  <a:pt x="212021" y="40875"/>
                  <a:pt x="207984" y="39538"/>
                  <a:pt x="205069" y="36865"/>
                </a:cubicBezTo>
                <a:cubicBezTo>
                  <a:pt x="202160" y="34192"/>
                  <a:pt x="200705" y="30473"/>
                  <a:pt x="200705" y="25710"/>
                </a:cubicBezTo>
                <a:cubicBezTo>
                  <a:pt x="200705" y="20946"/>
                  <a:pt x="202160" y="17230"/>
                  <a:pt x="205069" y="14563"/>
                </a:cubicBezTo>
                <a:cubicBezTo>
                  <a:pt x="207984" y="11890"/>
                  <a:pt x="212021" y="10553"/>
                  <a:pt x="217180" y="10553"/>
                </a:cubicBezTo>
                <a:cubicBezTo>
                  <a:pt x="218679" y="10553"/>
                  <a:pt x="220155" y="10685"/>
                  <a:pt x="221610" y="10949"/>
                </a:cubicBezTo>
                <a:cubicBezTo>
                  <a:pt x="223064" y="11213"/>
                  <a:pt x="224516" y="11612"/>
                  <a:pt x="225966" y="12145"/>
                </a:cubicBezTo>
                <a:close/>
                <a:moveTo>
                  <a:pt x="243836" y="3045"/>
                </a:moveTo>
                <a:lnTo>
                  <a:pt x="243836" y="11246"/>
                </a:lnTo>
                <a:lnTo>
                  <a:pt x="253267" y="11246"/>
                </a:lnTo>
                <a:lnTo>
                  <a:pt x="253267" y="17847"/>
                </a:lnTo>
                <a:lnTo>
                  <a:pt x="243836" y="17847"/>
                </a:lnTo>
                <a:lnTo>
                  <a:pt x="243836" y="30091"/>
                </a:lnTo>
                <a:cubicBezTo>
                  <a:pt x="243836" y="31433"/>
                  <a:pt x="244101" y="32341"/>
                  <a:pt x="244629" y="32814"/>
                </a:cubicBezTo>
                <a:cubicBezTo>
                  <a:pt x="245158" y="33287"/>
                  <a:pt x="246206" y="33523"/>
                  <a:pt x="247776" y="33523"/>
                </a:cubicBezTo>
                <a:lnTo>
                  <a:pt x="252475" y="33523"/>
                </a:lnTo>
                <a:lnTo>
                  <a:pt x="252475" y="40124"/>
                </a:lnTo>
                <a:lnTo>
                  <a:pt x="244629" y="40124"/>
                </a:lnTo>
                <a:cubicBezTo>
                  <a:pt x="241022" y="40124"/>
                  <a:pt x="238465" y="39365"/>
                  <a:pt x="236955" y="37847"/>
                </a:cubicBezTo>
                <a:cubicBezTo>
                  <a:pt x="235452" y="36323"/>
                  <a:pt x="234700" y="33738"/>
                  <a:pt x="234700" y="30091"/>
                </a:cubicBezTo>
                <a:lnTo>
                  <a:pt x="234700" y="17847"/>
                </a:lnTo>
                <a:lnTo>
                  <a:pt x="230148" y="17847"/>
                </a:lnTo>
                <a:lnTo>
                  <a:pt x="230148" y="11246"/>
                </a:lnTo>
                <a:lnTo>
                  <a:pt x="234700" y="11246"/>
                </a:lnTo>
                <a:lnTo>
                  <a:pt x="234700" y="3045"/>
                </a:lnTo>
                <a:lnTo>
                  <a:pt x="243836" y="3045"/>
                </a:lnTo>
                <a:close/>
                <a:moveTo>
                  <a:pt x="258860" y="11246"/>
                </a:moveTo>
                <a:lnTo>
                  <a:pt x="267997" y="11246"/>
                </a:lnTo>
                <a:lnTo>
                  <a:pt x="267997" y="40124"/>
                </a:lnTo>
                <a:lnTo>
                  <a:pt x="258860" y="40124"/>
                </a:lnTo>
                <a:lnTo>
                  <a:pt x="258860" y="11246"/>
                </a:lnTo>
                <a:close/>
                <a:moveTo>
                  <a:pt x="258860" y="0"/>
                </a:moveTo>
                <a:lnTo>
                  <a:pt x="267997" y="0"/>
                </a:lnTo>
                <a:lnTo>
                  <a:pt x="267997" y="7533"/>
                </a:lnTo>
                <a:lnTo>
                  <a:pt x="258860" y="7533"/>
                </a:lnTo>
                <a:lnTo>
                  <a:pt x="258860" y="0"/>
                </a:lnTo>
                <a:close/>
                <a:moveTo>
                  <a:pt x="273184" y="11246"/>
                </a:moveTo>
                <a:lnTo>
                  <a:pt x="282329" y="11246"/>
                </a:lnTo>
                <a:lnTo>
                  <a:pt x="289455" y="31205"/>
                </a:lnTo>
                <a:lnTo>
                  <a:pt x="296549" y="11246"/>
                </a:lnTo>
                <a:lnTo>
                  <a:pt x="305718" y="11246"/>
                </a:lnTo>
                <a:lnTo>
                  <a:pt x="294457" y="40124"/>
                </a:lnTo>
                <a:lnTo>
                  <a:pt x="284421" y="40124"/>
                </a:lnTo>
                <a:lnTo>
                  <a:pt x="273184" y="11246"/>
                </a:lnTo>
                <a:close/>
                <a:moveTo>
                  <a:pt x="339428" y="25611"/>
                </a:moveTo>
                <a:lnTo>
                  <a:pt x="339428" y="28235"/>
                </a:lnTo>
                <a:lnTo>
                  <a:pt x="318057" y="28235"/>
                </a:lnTo>
                <a:cubicBezTo>
                  <a:pt x="318275" y="30402"/>
                  <a:pt x="319049" y="32027"/>
                  <a:pt x="320378" y="33111"/>
                </a:cubicBezTo>
                <a:cubicBezTo>
                  <a:pt x="321708" y="34194"/>
                  <a:pt x="323563" y="34736"/>
                  <a:pt x="325944" y="34736"/>
                </a:cubicBezTo>
                <a:cubicBezTo>
                  <a:pt x="327867" y="34736"/>
                  <a:pt x="329836" y="34447"/>
                  <a:pt x="331852" y="33870"/>
                </a:cubicBezTo>
                <a:cubicBezTo>
                  <a:pt x="333874" y="33292"/>
                  <a:pt x="335949" y="32420"/>
                  <a:pt x="338080" y="31254"/>
                </a:cubicBezTo>
                <a:lnTo>
                  <a:pt x="338080" y="38367"/>
                </a:lnTo>
                <a:cubicBezTo>
                  <a:pt x="335917" y="39192"/>
                  <a:pt x="333754" y="39816"/>
                  <a:pt x="331591" y="40239"/>
                </a:cubicBezTo>
                <a:cubicBezTo>
                  <a:pt x="329428" y="40663"/>
                  <a:pt x="327265" y="40875"/>
                  <a:pt x="325102" y="40875"/>
                </a:cubicBezTo>
                <a:cubicBezTo>
                  <a:pt x="319926" y="40875"/>
                  <a:pt x="315903" y="39546"/>
                  <a:pt x="313032" y="36890"/>
                </a:cubicBezTo>
                <a:cubicBezTo>
                  <a:pt x="310166" y="34233"/>
                  <a:pt x="308733" y="30506"/>
                  <a:pt x="308733" y="25710"/>
                </a:cubicBezTo>
                <a:cubicBezTo>
                  <a:pt x="308733" y="21001"/>
                  <a:pt x="310141" y="17299"/>
                  <a:pt x="312958" y="14604"/>
                </a:cubicBezTo>
                <a:cubicBezTo>
                  <a:pt x="315775" y="11903"/>
                  <a:pt x="319654" y="10553"/>
                  <a:pt x="324595" y="10553"/>
                </a:cubicBezTo>
                <a:cubicBezTo>
                  <a:pt x="329090" y="10553"/>
                  <a:pt x="332686" y="11920"/>
                  <a:pt x="335383" y="14653"/>
                </a:cubicBezTo>
                <a:cubicBezTo>
                  <a:pt x="338080" y="17382"/>
                  <a:pt x="339428" y="21034"/>
                  <a:pt x="339428" y="25611"/>
                </a:cubicBezTo>
                <a:close/>
                <a:moveTo>
                  <a:pt x="330030" y="22541"/>
                </a:moveTo>
                <a:cubicBezTo>
                  <a:pt x="330030" y="20787"/>
                  <a:pt x="329523" y="19373"/>
                  <a:pt x="328510" y="18300"/>
                </a:cubicBezTo>
                <a:cubicBezTo>
                  <a:pt x="327496" y="17222"/>
                  <a:pt x="326173" y="16683"/>
                  <a:pt x="324538" y="16683"/>
                </a:cubicBezTo>
                <a:cubicBezTo>
                  <a:pt x="322767" y="16683"/>
                  <a:pt x="321329" y="17187"/>
                  <a:pt x="320223" y="18193"/>
                </a:cubicBezTo>
                <a:cubicBezTo>
                  <a:pt x="319117" y="19200"/>
                  <a:pt x="318428" y="20649"/>
                  <a:pt x="318155" y="22541"/>
                </a:cubicBezTo>
                <a:lnTo>
                  <a:pt x="330030" y="22541"/>
                </a:lnTo>
                <a:close/>
                <a:moveTo>
                  <a:pt x="386907" y="12145"/>
                </a:moveTo>
                <a:lnTo>
                  <a:pt x="386907" y="19159"/>
                </a:lnTo>
                <a:cubicBezTo>
                  <a:pt x="384951" y="18333"/>
                  <a:pt x="383061" y="17715"/>
                  <a:pt x="381236" y="17302"/>
                </a:cubicBezTo>
                <a:cubicBezTo>
                  <a:pt x="379416" y="16890"/>
                  <a:pt x="377697" y="16683"/>
                  <a:pt x="376079" y="16683"/>
                </a:cubicBezTo>
                <a:cubicBezTo>
                  <a:pt x="374341" y="16683"/>
                  <a:pt x="373050" y="16903"/>
                  <a:pt x="372205" y="17343"/>
                </a:cubicBezTo>
                <a:cubicBezTo>
                  <a:pt x="371366" y="17783"/>
                  <a:pt x="370947" y="18457"/>
                  <a:pt x="370947" y="19365"/>
                </a:cubicBezTo>
                <a:cubicBezTo>
                  <a:pt x="370947" y="20107"/>
                  <a:pt x="371265" y="20677"/>
                  <a:pt x="371903" y="21073"/>
                </a:cubicBezTo>
                <a:cubicBezTo>
                  <a:pt x="372540" y="21463"/>
                  <a:pt x="373684" y="21755"/>
                  <a:pt x="375335" y="21947"/>
                </a:cubicBezTo>
                <a:lnTo>
                  <a:pt x="376945" y="22178"/>
                </a:lnTo>
                <a:cubicBezTo>
                  <a:pt x="381631" y="22778"/>
                  <a:pt x="384780" y="23765"/>
                  <a:pt x="386392" y="25140"/>
                </a:cubicBezTo>
                <a:cubicBezTo>
                  <a:pt x="388010" y="26516"/>
                  <a:pt x="388819" y="28675"/>
                  <a:pt x="388819" y="31617"/>
                </a:cubicBezTo>
                <a:cubicBezTo>
                  <a:pt x="388819" y="34692"/>
                  <a:pt x="387694" y="37005"/>
                  <a:pt x="385444" y="38556"/>
                </a:cubicBezTo>
                <a:cubicBezTo>
                  <a:pt x="383200" y="40102"/>
                  <a:pt x="379849" y="40875"/>
                  <a:pt x="375392" y="40875"/>
                </a:cubicBezTo>
                <a:cubicBezTo>
                  <a:pt x="373502" y="40875"/>
                  <a:pt x="371546" y="40724"/>
                  <a:pt x="369525" y="40421"/>
                </a:cubicBezTo>
                <a:cubicBezTo>
                  <a:pt x="367509" y="40118"/>
                  <a:pt x="365436" y="39667"/>
                  <a:pt x="363306" y="39068"/>
                </a:cubicBezTo>
                <a:lnTo>
                  <a:pt x="363306" y="32055"/>
                </a:lnTo>
                <a:cubicBezTo>
                  <a:pt x="365131" y="32946"/>
                  <a:pt x="366999" y="33617"/>
                  <a:pt x="368912" y="34068"/>
                </a:cubicBezTo>
                <a:cubicBezTo>
                  <a:pt x="370830" y="34513"/>
                  <a:pt x="372775" y="34736"/>
                  <a:pt x="374747" y="34736"/>
                </a:cubicBezTo>
                <a:cubicBezTo>
                  <a:pt x="376539" y="34736"/>
                  <a:pt x="377885" y="34489"/>
                  <a:pt x="378784" y="33994"/>
                </a:cubicBezTo>
                <a:cubicBezTo>
                  <a:pt x="379688" y="33493"/>
                  <a:pt x="380141" y="32751"/>
                  <a:pt x="380141" y="31766"/>
                </a:cubicBezTo>
                <a:cubicBezTo>
                  <a:pt x="380141" y="30941"/>
                  <a:pt x="379830" y="30328"/>
                  <a:pt x="379209" y="29926"/>
                </a:cubicBezTo>
                <a:cubicBezTo>
                  <a:pt x="378588" y="29524"/>
                  <a:pt x="377348" y="29211"/>
                  <a:pt x="375490" y="28985"/>
                </a:cubicBezTo>
                <a:lnTo>
                  <a:pt x="373880" y="28779"/>
                </a:lnTo>
                <a:cubicBezTo>
                  <a:pt x="369811" y="28262"/>
                  <a:pt x="366959" y="27308"/>
                  <a:pt x="365324" y="25916"/>
                </a:cubicBezTo>
                <a:cubicBezTo>
                  <a:pt x="363690" y="24524"/>
                  <a:pt x="362872" y="22409"/>
                  <a:pt x="362872" y="19571"/>
                </a:cubicBezTo>
                <a:cubicBezTo>
                  <a:pt x="362872" y="16513"/>
                  <a:pt x="363910" y="14246"/>
                  <a:pt x="365986" y="12772"/>
                </a:cubicBezTo>
                <a:cubicBezTo>
                  <a:pt x="368067" y="11293"/>
                  <a:pt x="371252" y="10553"/>
                  <a:pt x="375539" y="10553"/>
                </a:cubicBezTo>
                <a:cubicBezTo>
                  <a:pt x="377228" y="10553"/>
                  <a:pt x="378999" y="10682"/>
                  <a:pt x="380852" y="10941"/>
                </a:cubicBezTo>
                <a:cubicBezTo>
                  <a:pt x="382709" y="11194"/>
                  <a:pt x="384728" y="11595"/>
                  <a:pt x="386907" y="12145"/>
                </a:cubicBezTo>
                <a:close/>
                <a:moveTo>
                  <a:pt x="395695" y="0"/>
                </a:moveTo>
                <a:lnTo>
                  <a:pt x="404832" y="0"/>
                </a:lnTo>
                <a:lnTo>
                  <a:pt x="404832" y="40124"/>
                </a:lnTo>
                <a:lnTo>
                  <a:pt x="395695" y="40124"/>
                </a:lnTo>
                <a:lnTo>
                  <a:pt x="395695" y="0"/>
                </a:lnTo>
                <a:close/>
                <a:moveTo>
                  <a:pt x="442169" y="25611"/>
                </a:moveTo>
                <a:lnTo>
                  <a:pt x="442169" y="28235"/>
                </a:lnTo>
                <a:lnTo>
                  <a:pt x="420799" y="28235"/>
                </a:lnTo>
                <a:cubicBezTo>
                  <a:pt x="421017" y="30402"/>
                  <a:pt x="421790" y="32027"/>
                  <a:pt x="423120" y="33111"/>
                </a:cubicBezTo>
                <a:cubicBezTo>
                  <a:pt x="424449" y="34194"/>
                  <a:pt x="426304" y="34736"/>
                  <a:pt x="428685" y="34736"/>
                </a:cubicBezTo>
                <a:cubicBezTo>
                  <a:pt x="430608" y="34736"/>
                  <a:pt x="432578" y="34447"/>
                  <a:pt x="434594" y="33870"/>
                </a:cubicBezTo>
                <a:cubicBezTo>
                  <a:pt x="436615" y="33292"/>
                  <a:pt x="438691" y="32420"/>
                  <a:pt x="440821" y="31254"/>
                </a:cubicBezTo>
                <a:lnTo>
                  <a:pt x="440821" y="38367"/>
                </a:lnTo>
                <a:cubicBezTo>
                  <a:pt x="438658" y="39192"/>
                  <a:pt x="436495" y="39816"/>
                  <a:pt x="434332" y="40239"/>
                </a:cubicBezTo>
                <a:cubicBezTo>
                  <a:pt x="432169" y="40663"/>
                  <a:pt x="430006" y="40875"/>
                  <a:pt x="427843" y="40875"/>
                </a:cubicBezTo>
                <a:cubicBezTo>
                  <a:pt x="422668" y="40875"/>
                  <a:pt x="418644" y="39546"/>
                  <a:pt x="415773" y="36890"/>
                </a:cubicBezTo>
                <a:cubicBezTo>
                  <a:pt x="412907" y="34233"/>
                  <a:pt x="411474" y="30506"/>
                  <a:pt x="411474" y="25710"/>
                </a:cubicBezTo>
                <a:cubicBezTo>
                  <a:pt x="411474" y="21001"/>
                  <a:pt x="412883" y="17299"/>
                  <a:pt x="415699" y="14604"/>
                </a:cubicBezTo>
                <a:cubicBezTo>
                  <a:pt x="418516" y="11903"/>
                  <a:pt x="422395" y="10553"/>
                  <a:pt x="427337" y="10553"/>
                </a:cubicBezTo>
                <a:cubicBezTo>
                  <a:pt x="431832" y="10553"/>
                  <a:pt x="435427" y="11920"/>
                  <a:pt x="438124" y="14653"/>
                </a:cubicBezTo>
                <a:cubicBezTo>
                  <a:pt x="440821" y="17382"/>
                  <a:pt x="442169" y="21034"/>
                  <a:pt x="442169" y="25611"/>
                </a:cubicBezTo>
                <a:close/>
                <a:moveTo>
                  <a:pt x="432771" y="22541"/>
                </a:moveTo>
                <a:cubicBezTo>
                  <a:pt x="432771" y="20787"/>
                  <a:pt x="432264" y="19373"/>
                  <a:pt x="431251" y="18300"/>
                </a:cubicBezTo>
                <a:cubicBezTo>
                  <a:pt x="430238" y="17222"/>
                  <a:pt x="428914" y="16683"/>
                  <a:pt x="427279" y="16683"/>
                </a:cubicBezTo>
                <a:cubicBezTo>
                  <a:pt x="425509" y="16683"/>
                  <a:pt x="424070" y="17187"/>
                  <a:pt x="422964" y="18193"/>
                </a:cubicBezTo>
                <a:cubicBezTo>
                  <a:pt x="421859" y="19200"/>
                  <a:pt x="421169" y="20649"/>
                  <a:pt x="420897" y="22541"/>
                </a:cubicBezTo>
                <a:lnTo>
                  <a:pt x="432771" y="22541"/>
                </a:lnTo>
                <a:close/>
                <a:moveTo>
                  <a:pt x="477642" y="25611"/>
                </a:moveTo>
                <a:lnTo>
                  <a:pt x="477642" y="28235"/>
                </a:lnTo>
                <a:lnTo>
                  <a:pt x="456272" y="28235"/>
                </a:lnTo>
                <a:cubicBezTo>
                  <a:pt x="456490" y="30402"/>
                  <a:pt x="457263" y="32027"/>
                  <a:pt x="458593" y="33111"/>
                </a:cubicBezTo>
                <a:cubicBezTo>
                  <a:pt x="459922" y="34194"/>
                  <a:pt x="461777" y="34736"/>
                  <a:pt x="464158" y="34736"/>
                </a:cubicBezTo>
                <a:cubicBezTo>
                  <a:pt x="466081" y="34736"/>
                  <a:pt x="468051" y="34447"/>
                  <a:pt x="470067" y="33870"/>
                </a:cubicBezTo>
                <a:cubicBezTo>
                  <a:pt x="472088" y="33292"/>
                  <a:pt x="474164" y="32420"/>
                  <a:pt x="476294" y="31254"/>
                </a:cubicBezTo>
                <a:lnTo>
                  <a:pt x="476294" y="38367"/>
                </a:lnTo>
                <a:cubicBezTo>
                  <a:pt x="474131" y="39192"/>
                  <a:pt x="471968" y="39816"/>
                  <a:pt x="469805" y="40239"/>
                </a:cubicBezTo>
                <a:cubicBezTo>
                  <a:pt x="467642" y="40663"/>
                  <a:pt x="465479" y="40875"/>
                  <a:pt x="463316" y="40875"/>
                </a:cubicBezTo>
                <a:cubicBezTo>
                  <a:pt x="458140" y="40875"/>
                  <a:pt x="454117" y="39546"/>
                  <a:pt x="451246" y="36890"/>
                </a:cubicBezTo>
                <a:cubicBezTo>
                  <a:pt x="448380" y="34233"/>
                  <a:pt x="446947" y="30506"/>
                  <a:pt x="446947" y="25710"/>
                </a:cubicBezTo>
                <a:cubicBezTo>
                  <a:pt x="446947" y="21001"/>
                  <a:pt x="448356" y="17299"/>
                  <a:pt x="451172" y="14604"/>
                </a:cubicBezTo>
                <a:cubicBezTo>
                  <a:pt x="453989" y="11903"/>
                  <a:pt x="457868" y="10553"/>
                  <a:pt x="462810" y="10553"/>
                </a:cubicBezTo>
                <a:cubicBezTo>
                  <a:pt x="467304" y="10553"/>
                  <a:pt x="470900" y="11920"/>
                  <a:pt x="473597" y="14653"/>
                </a:cubicBezTo>
                <a:cubicBezTo>
                  <a:pt x="476294" y="17382"/>
                  <a:pt x="477642" y="21034"/>
                  <a:pt x="477642" y="25611"/>
                </a:cubicBezTo>
                <a:close/>
                <a:moveTo>
                  <a:pt x="468244" y="22541"/>
                </a:moveTo>
                <a:cubicBezTo>
                  <a:pt x="468244" y="20787"/>
                  <a:pt x="467738" y="19373"/>
                  <a:pt x="466724" y="18300"/>
                </a:cubicBezTo>
                <a:cubicBezTo>
                  <a:pt x="465711" y="17222"/>
                  <a:pt x="464387" y="16683"/>
                  <a:pt x="462752" y="16683"/>
                </a:cubicBezTo>
                <a:cubicBezTo>
                  <a:pt x="460982" y="16683"/>
                  <a:pt x="459543" y="17187"/>
                  <a:pt x="458437" y="18193"/>
                </a:cubicBezTo>
                <a:cubicBezTo>
                  <a:pt x="457331" y="19200"/>
                  <a:pt x="456642" y="20649"/>
                  <a:pt x="456370" y="22541"/>
                </a:cubicBezTo>
                <a:lnTo>
                  <a:pt x="468244" y="22541"/>
                </a:lnTo>
                <a:close/>
                <a:moveTo>
                  <a:pt x="493706" y="35949"/>
                </a:moveTo>
                <a:lnTo>
                  <a:pt x="493706" y="51106"/>
                </a:lnTo>
                <a:lnTo>
                  <a:pt x="484569" y="51106"/>
                </a:lnTo>
                <a:lnTo>
                  <a:pt x="484569" y="11246"/>
                </a:lnTo>
                <a:lnTo>
                  <a:pt x="493706" y="11246"/>
                </a:lnTo>
                <a:lnTo>
                  <a:pt x="493706" y="15470"/>
                </a:lnTo>
                <a:cubicBezTo>
                  <a:pt x="494970" y="13787"/>
                  <a:pt x="496368" y="12547"/>
                  <a:pt x="497898" y="11749"/>
                </a:cubicBezTo>
                <a:cubicBezTo>
                  <a:pt x="499429" y="10952"/>
                  <a:pt x="501192" y="10553"/>
                  <a:pt x="503186" y="10553"/>
                </a:cubicBezTo>
                <a:cubicBezTo>
                  <a:pt x="506711" y="10553"/>
                  <a:pt x="509604" y="11967"/>
                  <a:pt x="511865" y="14794"/>
                </a:cubicBezTo>
                <a:cubicBezTo>
                  <a:pt x="514131" y="17621"/>
                  <a:pt x="515265" y="21260"/>
                  <a:pt x="515265" y="25710"/>
                </a:cubicBezTo>
                <a:cubicBezTo>
                  <a:pt x="515265" y="30160"/>
                  <a:pt x="514131" y="33801"/>
                  <a:pt x="511865" y="36634"/>
                </a:cubicBezTo>
                <a:cubicBezTo>
                  <a:pt x="509604" y="39461"/>
                  <a:pt x="506711" y="40875"/>
                  <a:pt x="503186" y="40875"/>
                </a:cubicBezTo>
                <a:cubicBezTo>
                  <a:pt x="501192" y="40875"/>
                  <a:pt x="499429" y="40476"/>
                  <a:pt x="497898" y="39678"/>
                </a:cubicBezTo>
                <a:cubicBezTo>
                  <a:pt x="496367" y="38875"/>
                  <a:pt x="494970" y="37632"/>
                  <a:pt x="493706" y="35949"/>
                </a:cubicBezTo>
                <a:close/>
                <a:moveTo>
                  <a:pt x="499786" y="17253"/>
                </a:moveTo>
                <a:cubicBezTo>
                  <a:pt x="497830" y="17253"/>
                  <a:pt x="496327" y="17979"/>
                  <a:pt x="495275" y="19431"/>
                </a:cubicBezTo>
                <a:cubicBezTo>
                  <a:pt x="494229" y="20883"/>
                  <a:pt x="493706" y="22976"/>
                  <a:pt x="493706" y="25710"/>
                </a:cubicBezTo>
                <a:cubicBezTo>
                  <a:pt x="493706" y="28444"/>
                  <a:pt x="494229" y="30537"/>
                  <a:pt x="495275" y="31989"/>
                </a:cubicBezTo>
                <a:cubicBezTo>
                  <a:pt x="496327" y="33441"/>
                  <a:pt x="497830" y="34167"/>
                  <a:pt x="499786" y="34167"/>
                </a:cubicBezTo>
                <a:cubicBezTo>
                  <a:pt x="501742" y="34167"/>
                  <a:pt x="503235" y="33446"/>
                  <a:pt x="504265" y="32005"/>
                </a:cubicBezTo>
                <a:cubicBezTo>
                  <a:pt x="505300" y="30558"/>
                  <a:pt x="505818" y="28460"/>
                  <a:pt x="505818" y="25710"/>
                </a:cubicBezTo>
                <a:cubicBezTo>
                  <a:pt x="505818" y="22960"/>
                  <a:pt x="505300" y="20864"/>
                  <a:pt x="504265" y="19423"/>
                </a:cubicBezTo>
                <a:cubicBezTo>
                  <a:pt x="503235" y="17976"/>
                  <a:pt x="501742" y="17253"/>
                  <a:pt x="499786" y="17253"/>
                </a:cubicBezTo>
                <a:close/>
              </a:path>
            </a:pathLst>
          </a:custGeom>
          <a:solidFill>
            <a:srgbClr val="333333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31" name="Freeform 1230">
            <a:extLst>
              <a:ext uri="{FF2B5EF4-FFF2-40B4-BE49-F238E27FC236}">
                <a16:creationId xmlns:a16="http://schemas.microsoft.com/office/drawing/2014/main" id="{9BB53E1F-0D37-1B1E-225E-4E8E18477E08}"/>
              </a:ext>
            </a:extLst>
          </p:cNvPr>
          <p:cNvSpPr>
            <a:spLocks noGrp="1"/>
          </p:cNvSpPr>
          <p:nvPr/>
        </p:nvSpPr>
        <p:spPr>
          <a:xfrm>
            <a:off x="4401692" y="1593104"/>
            <a:ext cx="362621" cy="51048"/>
          </a:xfrm>
          <a:custGeom>
            <a:avLst/>
            <a:gdLst/>
            <a:ahLst/>
            <a:cxnLst/>
            <a:rect l="l" t="t" r="r" b="b"/>
            <a:pathLst>
              <a:path w="362621" h="51048">
                <a:moveTo>
                  <a:pt x="14963" y="27071"/>
                </a:moveTo>
                <a:cubicBezTo>
                  <a:pt x="13057" y="27071"/>
                  <a:pt x="11621" y="27399"/>
                  <a:pt x="10657" y="28053"/>
                </a:cubicBezTo>
                <a:cubicBezTo>
                  <a:pt x="9698" y="28702"/>
                  <a:pt x="9218" y="29665"/>
                  <a:pt x="9218" y="30941"/>
                </a:cubicBezTo>
                <a:cubicBezTo>
                  <a:pt x="9218" y="32107"/>
                  <a:pt x="9605" y="33023"/>
                  <a:pt x="10379" y="33688"/>
                </a:cubicBezTo>
                <a:cubicBezTo>
                  <a:pt x="11158" y="34348"/>
                  <a:pt x="12237" y="34678"/>
                  <a:pt x="13615" y="34678"/>
                </a:cubicBezTo>
                <a:cubicBezTo>
                  <a:pt x="15331" y="34678"/>
                  <a:pt x="16778" y="34057"/>
                  <a:pt x="17955" y="32814"/>
                </a:cubicBezTo>
                <a:cubicBezTo>
                  <a:pt x="19131" y="31565"/>
                  <a:pt x="19720" y="30003"/>
                  <a:pt x="19720" y="28127"/>
                </a:cubicBezTo>
                <a:lnTo>
                  <a:pt x="19720" y="27071"/>
                </a:lnTo>
                <a:lnTo>
                  <a:pt x="14963" y="27071"/>
                </a:lnTo>
                <a:close/>
                <a:moveTo>
                  <a:pt x="28938" y="23589"/>
                </a:moveTo>
                <a:lnTo>
                  <a:pt x="28938" y="40066"/>
                </a:lnTo>
                <a:lnTo>
                  <a:pt x="19720" y="40066"/>
                </a:lnTo>
                <a:lnTo>
                  <a:pt x="19720" y="35784"/>
                </a:lnTo>
                <a:cubicBezTo>
                  <a:pt x="18494" y="37539"/>
                  <a:pt x="17113" y="38818"/>
                  <a:pt x="15576" y="39621"/>
                </a:cubicBezTo>
                <a:cubicBezTo>
                  <a:pt x="14045" y="40418"/>
                  <a:pt x="12182" y="40817"/>
                  <a:pt x="9987" y="40817"/>
                </a:cubicBezTo>
                <a:cubicBezTo>
                  <a:pt x="7023" y="40817"/>
                  <a:pt x="4617" y="39945"/>
                  <a:pt x="2770" y="38202"/>
                </a:cubicBezTo>
                <a:cubicBezTo>
                  <a:pt x="923" y="36452"/>
                  <a:pt x="0" y="34186"/>
                  <a:pt x="0" y="31403"/>
                </a:cubicBezTo>
                <a:cubicBezTo>
                  <a:pt x="0" y="28014"/>
                  <a:pt x="1152" y="25531"/>
                  <a:pt x="3457" y="23952"/>
                </a:cubicBezTo>
                <a:cubicBezTo>
                  <a:pt x="5767" y="22368"/>
                  <a:pt x="9390" y="21576"/>
                  <a:pt x="14326" y="21576"/>
                </a:cubicBezTo>
                <a:lnTo>
                  <a:pt x="19720" y="21576"/>
                </a:lnTo>
                <a:lnTo>
                  <a:pt x="19720" y="20858"/>
                </a:lnTo>
                <a:cubicBezTo>
                  <a:pt x="19720" y="19395"/>
                  <a:pt x="19148" y="18325"/>
                  <a:pt x="18004" y="17649"/>
                </a:cubicBezTo>
                <a:cubicBezTo>
                  <a:pt x="16865" y="16967"/>
                  <a:pt x="15086" y="16625"/>
                  <a:pt x="12667" y="16625"/>
                </a:cubicBezTo>
                <a:cubicBezTo>
                  <a:pt x="10711" y="16625"/>
                  <a:pt x="8889" y="16824"/>
                  <a:pt x="7200" y="17220"/>
                </a:cubicBezTo>
                <a:cubicBezTo>
                  <a:pt x="5516" y="17616"/>
                  <a:pt x="3950" y="18210"/>
                  <a:pt x="2501" y="19002"/>
                </a:cubicBezTo>
                <a:lnTo>
                  <a:pt x="2501" y="11964"/>
                </a:lnTo>
                <a:cubicBezTo>
                  <a:pt x="4462" y="11480"/>
                  <a:pt x="6429" y="11114"/>
                  <a:pt x="8401" y="10866"/>
                </a:cubicBezTo>
                <a:cubicBezTo>
                  <a:pt x="10379" y="10619"/>
                  <a:pt x="12354" y="10495"/>
                  <a:pt x="14326" y="10495"/>
                </a:cubicBezTo>
                <a:cubicBezTo>
                  <a:pt x="19486" y="10495"/>
                  <a:pt x="23209" y="11521"/>
                  <a:pt x="25498" y="13573"/>
                </a:cubicBezTo>
                <a:cubicBezTo>
                  <a:pt x="27791" y="15624"/>
                  <a:pt x="28938" y="18963"/>
                  <a:pt x="28938" y="23589"/>
                </a:cubicBezTo>
                <a:close/>
                <a:moveTo>
                  <a:pt x="46580" y="35891"/>
                </a:moveTo>
                <a:lnTo>
                  <a:pt x="46580" y="51048"/>
                </a:lnTo>
                <a:lnTo>
                  <a:pt x="37444" y="51048"/>
                </a:lnTo>
                <a:lnTo>
                  <a:pt x="37444" y="11188"/>
                </a:lnTo>
                <a:lnTo>
                  <a:pt x="46580" y="11188"/>
                </a:lnTo>
                <a:lnTo>
                  <a:pt x="46580" y="15413"/>
                </a:lnTo>
                <a:cubicBezTo>
                  <a:pt x="47844" y="13729"/>
                  <a:pt x="49242" y="12489"/>
                  <a:pt x="50773" y="11692"/>
                </a:cubicBezTo>
                <a:cubicBezTo>
                  <a:pt x="52303" y="10894"/>
                  <a:pt x="54066" y="10495"/>
                  <a:pt x="56060" y="10495"/>
                </a:cubicBezTo>
                <a:cubicBezTo>
                  <a:pt x="59585" y="10495"/>
                  <a:pt x="62478" y="11909"/>
                  <a:pt x="64739" y="14736"/>
                </a:cubicBezTo>
                <a:cubicBezTo>
                  <a:pt x="67005" y="17563"/>
                  <a:pt x="68139" y="21202"/>
                  <a:pt x="68139" y="25652"/>
                </a:cubicBezTo>
                <a:cubicBezTo>
                  <a:pt x="68139" y="30102"/>
                  <a:pt x="67005" y="33743"/>
                  <a:pt x="64739" y="36576"/>
                </a:cubicBezTo>
                <a:cubicBezTo>
                  <a:pt x="62478" y="39403"/>
                  <a:pt x="59585" y="40817"/>
                  <a:pt x="56060" y="40817"/>
                </a:cubicBezTo>
                <a:cubicBezTo>
                  <a:pt x="54066" y="40817"/>
                  <a:pt x="52303" y="40418"/>
                  <a:pt x="50773" y="39621"/>
                </a:cubicBezTo>
                <a:cubicBezTo>
                  <a:pt x="49242" y="38818"/>
                  <a:pt x="47844" y="37574"/>
                  <a:pt x="46580" y="35891"/>
                </a:cubicBezTo>
                <a:close/>
                <a:moveTo>
                  <a:pt x="52660" y="17195"/>
                </a:moveTo>
                <a:cubicBezTo>
                  <a:pt x="50704" y="17195"/>
                  <a:pt x="49201" y="17921"/>
                  <a:pt x="48149" y="19373"/>
                </a:cubicBezTo>
                <a:cubicBezTo>
                  <a:pt x="47103" y="20825"/>
                  <a:pt x="46580" y="22918"/>
                  <a:pt x="46580" y="25652"/>
                </a:cubicBezTo>
                <a:cubicBezTo>
                  <a:pt x="46580" y="28386"/>
                  <a:pt x="47103" y="30479"/>
                  <a:pt x="48149" y="31931"/>
                </a:cubicBezTo>
                <a:cubicBezTo>
                  <a:pt x="49201" y="33383"/>
                  <a:pt x="50704" y="34109"/>
                  <a:pt x="52660" y="34109"/>
                </a:cubicBezTo>
                <a:cubicBezTo>
                  <a:pt x="54616" y="34109"/>
                  <a:pt x="56109" y="33389"/>
                  <a:pt x="57139" y="31947"/>
                </a:cubicBezTo>
                <a:cubicBezTo>
                  <a:pt x="58174" y="30501"/>
                  <a:pt x="58691" y="28402"/>
                  <a:pt x="58691" y="25652"/>
                </a:cubicBezTo>
                <a:cubicBezTo>
                  <a:pt x="58691" y="22902"/>
                  <a:pt x="58174" y="20806"/>
                  <a:pt x="57139" y="19365"/>
                </a:cubicBezTo>
                <a:cubicBezTo>
                  <a:pt x="56109" y="17918"/>
                  <a:pt x="54616" y="17195"/>
                  <a:pt x="52660" y="17195"/>
                </a:cubicBezTo>
                <a:close/>
                <a:moveTo>
                  <a:pt x="103633" y="22484"/>
                </a:moveTo>
                <a:lnTo>
                  <a:pt x="103633" y="40066"/>
                </a:lnTo>
                <a:lnTo>
                  <a:pt x="94439" y="40066"/>
                </a:lnTo>
                <a:lnTo>
                  <a:pt x="94439" y="37203"/>
                </a:lnTo>
                <a:lnTo>
                  <a:pt x="94439" y="26609"/>
                </a:lnTo>
                <a:cubicBezTo>
                  <a:pt x="94439" y="24117"/>
                  <a:pt x="94385" y="22398"/>
                  <a:pt x="94276" y="21452"/>
                </a:cubicBezTo>
                <a:cubicBezTo>
                  <a:pt x="94167" y="20506"/>
                  <a:pt x="93976" y="19810"/>
                  <a:pt x="93704" y="19365"/>
                </a:cubicBezTo>
                <a:cubicBezTo>
                  <a:pt x="93344" y="18760"/>
                  <a:pt x="92857" y="18289"/>
                  <a:pt x="92241" y="17954"/>
                </a:cubicBezTo>
                <a:cubicBezTo>
                  <a:pt x="91631" y="17618"/>
                  <a:pt x="90933" y="17451"/>
                  <a:pt x="90149" y="17451"/>
                </a:cubicBezTo>
                <a:cubicBezTo>
                  <a:pt x="88242" y="17451"/>
                  <a:pt x="86744" y="18196"/>
                  <a:pt x="85654" y="19687"/>
                </a:cubicBezTo>
                <a:cubicBezTo>
                  <a:pt x="84564" y="21172"/>
                  <a:pt x="84020" y="23229"/>
                  <a:pt x="84020" y="25858"/>
                </a:cubicBezTo>
                <a:lnTo>
                  <a:pt x="84020" y="40066"/>
                </a:lnTo>
                <a:lnTo>
                  <a:pt x="74883" y="40066"/>
                </a:lnTo>
                <a:lnTo>
                  <a:pt x="74883" y="11188"/>
                </a:lnTo>
                <a:lnTo>
                  <a:pt x="84020" y="11188"/>
                </a:lnTo>
                <a:lnTo>
                  <a:pt x="84020" y="15413"/>
                </a:lnTo>
                <a:cubicBezTo>
                  <a:pt x="85398" y="13729"/>
                  <a:pt x="86861" y="12489"/>
                  <a:pt x="88408" y="11692"/>
                </a:cubicBezTo>
                <a:cubicBezTo>
                  <a:pt x="89961" y="10894"/>
                  <a:pt x="91674" y="10495"/>
                  <a:pt x="93549" y="10495"/>
                </a:cubicBezTo>
                <a:cubicBezTo>
                  <a:pt x="96850" y="10495"/>
                  <a:pt x="99356" y="11518"/>
                  <a:pt x="101067" y="13564"/>
                </a:cubicBezTo>
                <a:cubicBezTo>
                  <a:pt x="102778" y="15605"/>
                  <a:pt x="103633" y="18578"/>
                  <a:pt x="103633" y="22484"/>
                </a:cubicBezTo>
                <a:close/>
                <a:moveTo>
                  <a:pt x="140664" y="25553"/>
                </a:moveTo>
                <a:lnTo>
                  <a:pt x="140664" y="28177"/>
                </a:lnTo>
                <a:lnTo>
                  <a:pt x="119293" y="28177"/>
                </a:lnTo>
                <a:cubicBezTo>
                  <a:pt x="119511" y="30344"/>
                  <a:pt x="120285" y="31969"/>
                  <a:pt x="121614" y="33053"/>
                </a:cubicBezTo>
                <a:cubicBezTo>
                  <a:pt x="122944" y="34137"/>
                  <a:pt x="124799" y="34678"/>
                  <a:pt x="127180" y="34678"/>
                </a:cubicBezTo>
                <a:cubicBezTo>
                  <a:pt x="129103" y="34678"/>
                  <a:pt x="131072" y="34390"/>
                  <a:pt x="133088" y="33812"/>
                </a:cubicBezTo>
                <a:cubicBezTo>
                  <a:pt x="135109" y="33235"/>
                  <a:pt x="137185" y="32363"/>
                  <a:pt x="139315" y="31196"/>
                </a:cubicBezTo>
                <a:lnTo>
                  <a:pt x="139315" y="38309"/>
                </a:lnTo>
                <a:cubicBezTo>
                  <a:pt x="137153" y="39134"/>
                  <a:pt x="134990" y="39758"/>
                  <a:pt x="132827" y="40182"/>
                </a:cubicBezTo>
                <a:cubicBezTo>
                  <a:pt x="130664" y="40605"/>
                  <a:pt x="128501" y="40817"/>
                  <a:pt x="126338" y="40817"/>
                </a:cubicBezTo>
                <a:cubicBezTo>
                  <a:pt x="121162" y="40817"/>
                  <a:pt x="117139" y="39489"/>
                  <a:pt x="114267" y="36832"/>
                </a:cubicBezTo>
                <a:cubicBezTo>
                  <a:pt x="111402" y="34175"/>
                  <a:pt x="109969" y="30449"/>
                  <a:pt x="109969" y="25652"/>
                </a:cubicBezTo>
                <a:cubicBezTo>
                  <a:pt x="109969" y="20943"/>
                  <a:pt x="111377" y="17242"/>
                  <a:pt x="114194" y="14546"/>
                </a:cubicBezTo>
                <a:cubicBezTo>
                  <a:pt x="117011" y="11846"/>
                  <a:pt x="120890" y="10495"/>
                  <a:pt x="125831" y="10495"/>
                </a:cubicBezTo>
                <a:cubicBezTo>
                  <a:pt x="130326" y="10495"/>
                  <a:pt x="133922" y="11862"/>
                  <a:pt x="136619" y="14596"/>
                </a:cubicBezTo>
                <a:cubicBezTo>
                  <a:pt x="139315" y="17324"/>
                  <a:pt x="140664" y="20977"/>
                  <a:pt x="140664" y="25553"/>
                </a:cubicBezTo>
                <a:close/>
                <a:moveTo>
                  <a:pt x="131266" y="22484"/>
                </a:moveTo>
                <a:cubicBezTo>
                  <a:pt x="131266" y="20729"/>
                  <a:pt x="130759" y="19315"/>
                  <a:pt x="129746" y="18243"/>
                </a:cubicBezTo>
                <a:cubicBezTo>
                  <a:pt x="128732" y="17165"/>
                  <a:pt x="127408" y="16625"/>
                  <a:pt x="125774" y="16625"/>
                </a:cubicBezTo>
                <a:cubicBezTo>
                  <a:pt x="124003" y="16625"/>
                  <a:pt x="122565" y="17129"/>
                  <a:pt x="121459" y="18135"/>
                </a:cubicBezTo>
                <a:cubicBezTo>
                  <a:pt x="120353" y="19142"/>
                  <a:pt x="119664" y="20591"/>
                  <a:pt x="119391" y="22484"/>
                </a:cubicBezTo>
                <a:lnTo>
                  <a:pt x="131266" y="22484"/>
                </a:lnTo>
                <a:close/>
                <a:moveTo>
                  <a:pt x="160405" y="27071"/>
                </a:moveTo>
                <a:cubicBezTo>
                  <a:pt x="158498" y="27071"/>
                  <a:pt x="157063" y="27399"/>
                  <a:pt x="156098" y="28053"/>
                </a:cubicBezTo>
                <a:cubicBezTo>
                  <a:pt x="155139" y="28702"/>
                  <a:pt x="154660" y="29665"/>
                  <a:pt x="154660" y="30941"/>
                </a:cubicBezTo>
                <a:cubicBezTo>
                  <a:pt x="154660" y="32107"/>
                  <a:pt x="155047" y="33023"/>
                  <a:pt x="155821" y="33688"/>
                </a:cubicBezTo>
                <a:cubicBezTo>
                  <a:pt x="156600" y="34348"/>
                  <a:pt x="157678" y="34678"/>
                  <a:pt x="159057" y="34678"/>
                </a:cubicBezTo>
                <a:cubicBezTo>
                  <a:pt x="160773" y="34678"/>
                  <a:pt x="162220" y="34057"/>
                  <a:pt x="163396" y="32814"/>
                </a:cubicBezTo>
                <a:cubicBezTo>
                  <a:pt x="164573" y="31565"/>
                  <a:pt x="165162" y="30003"/>
                  <a:pt x="165162" y="28127"/>
                </a:cubicBezTo>
                <a:lnTo>
                  <a:pt x="165162" y="27071"/>
                </a:lnTo>
                <a:lnTo>
                  <a:pt x="160405" y="27071"/>
                </a:lnTo>
                <a:close/>
                <a:moveTo>
                  <a:pt x="174380" y="23589"/>
                </a:moveTo>
                <a:lnTo>
                  <a:pt x="174380" y="40066"/>
                </a:lnTo>
                <a:lnTo>
                  <a:pt x="165162" y="40066"/>
                </a:lnTo>
                <a:lnTo>
                  <a:pt x="165162" y="35784"/>
                </a:lnTo>
                <a:cubicBezTo>
                  <a:pt x="163936" y="37539"/>
                  <a:pt x="162555" y="38818"/>
                  <a:pt x="161018" y="39621"/>
                </a:cubicBezTo>
                <a:cubicBezTo>
                  <a:pt x="159487" y="40418"/>
                  <a:pt x="157624" y="40817"/>
                  <a:pt x="155428" y="40817"/>
                </a:cubicBezTo>
                <a:cubicBezTo>
                  <a:pt x="152464" y="40817"/>
                  <a:pt x="150059" y="39945"/>
                  <a:pt x="148212" y="38202"/>
                </a:cubicBezTo>
                <a:cubicBezTo>
                  <a:pt x="146365" y="36452"/>
                  <a:pt x="145442" y="34186"/>
                  <a:pt x="145442" y="31403"/>
                </a:cubicBezTo>
                <a:cubicBezTo>
                  <a:pt x="145442" y="28014"/>
                  <a:pt x="146594" y="25531"/>
                  <a:pt x="148899" y="23952"/>
                </a:cubicBezTo>
                <a:cubicBezTo>
                  <a:pt x="151209" y="22368"/>
                  <a:pt x="154832" y="21576"/>
                  <a:pt x="159768" y="21576"/>
                </a:cubicBezTo>
                <a:lnTo>
                  <a:pt x="165162" y="21576"/>
                </a:lnTo>
                <a:lnTo>
                  <a:pt x="165162" y="20858"/>
                </a:lnTo>
                <a:cubicBezTo>
                  <a:pt x="165162" y="19395"/>
                  <a:pt x="164589" y="18325"/>
                  <a:pt x="163445" y="17649"/>
                </a:cubicBezTo>
                <a:cubicBezTo>
                  <a:pt x="162307" y="16967"/>
                  <a:pt x="160528" y="16625"/>
                  <a:pt x="158109" y="16625"/>
                </a:cubicBezTo>
                <a:cubicBezTo>
                  <a:pt x="156153" y="16625"/>
                  <a:pt x="154330" y="16824"/>
                  <a:pt x="152641" y="17220"/>
                </a:cubicBezTo>
                <a:cubicBezTo>
                  <a:pt x="150958" y="17616"/>
                  <a:pt x="149392" y="18210"/>
                  <a:pt x="147942" y="19002"/>
                </a:cubicBezTo>
                <a:lnTo>
                  <a:pt x="147942" y="11964"/>
                </a:lnTo>
                <a:cubicBezTo>
                  <a:pt x="149904" y="11480"/>
                  <a:pt x="151871" y="11114"/>
                  <a:pt x="153843" y="10866"/>
                </a:cubicBezTo>
                <a:cubicBezTo>
                  <a:pt x="155821" y="10619"/>
                  <a:pt x="157796" y="10495"/>
                  <a:pt x="159768" y="10495"/>
                </a:cubicBezTo>
                <a:cubicBezTo>
                  <a:pt x="164927" y="10495"/>
                  <a:pt x="168651" y="11521"/>
                  <a:pt x="170939" y="13573"/>
                </a:cubicBezTo>
                <a:cubicBezTo>
                  <a:pt x="173233" y="15624"/>
                  <a:pt x="174380" y="18963"/>
                  <a:pt x="174380" y="23589"/>
                </a:cubicBezTo>
                <a:close/>
                <a:moveTo>
                  <a:pt x="216417" y="47030"/>
                </a:moveTo>
                <a:lnTo>
                  <a:pt x="208825" y="47030"/>
                </a:lnTo>
                <a:cubicBezTo>
                  <a:pt x="206221" y="42784"/>
                  <a:pt x="204298" y="38749"/>
                  <a:pt x="203056" y="34926"/>
                </a:cubicBezTo>
                <a:cubicBezTo>
                  <a:pt x="201813" y="31098"/>
                  <a:pt x="201192" y="27302"/>
                  <a:pt x="201192" y="23540"/>
                </a:cubicBezTo>
                <a:cubicBezTo>
                  <a:pt x="201192" y="19772"/>
                  <a:pt x="201816" y="15960"/>
                  <a:pt x="203064" y="12104"/>
                </a:cubicBezTo>
                <a:cubicBezTo>
                  <a:pt x="204317" y="8243"/>
                  <a:pt x="206237" y="4208"/>
                  <a:pt x="208825" y="0"/>
                </a:cubicBezTo>
                <a:lnTo>
                  <a:pt x="216417" y="0"/>
                </a:lnTo>
                <a:cubicBezTo>
                  <a:pt x="214238" y="4071"/>
                  <a:pt x="212604" y="8053"/>
                  <a:pt x="211514" y="11947"/>
                </a:cubicBezTo>
                <a:cubicBezTo>
                  <a:pt x="210424" y="15842"/>
                  <a:pt x="209879" y="19689"/>
                  <a:pt x="209879" y="23490"/>
                </a:cubicBezTo>
                <a:cubicBezTo>
                  <a:pt x="209879" y="27286"/>
                  <a:pt x="210419" y="31136"/>
                  <a:pt x="211498" y="35041"/>
                </a:cubicBezTo>
                <a:cubicBezTo>
                  <a:pt x="212576" y="38941"/>
                  <a:pt x="214216" y="42937"/>
                  <a:pt x="216417" y="47030"/>
                </a:cubicBezTo>
                <a:close/>
                <a:moveTo>
                  <a:pt x="242822" y="8069"/>
                </a:moveTo>
                <a:cubicBezTo>
                  <a:pt x="239826" y="8069"/>
                  <a:pt x="237502" y="9186"/>
                  <a:pt x="235851" y="11419"/>
                </a:cubicBezTo>
                <a:cubicBezTo>
                  <a:pt x="234200" y="13652"/>
                  <a:pt x="233375" y="16799"/>
                  <a:pt x="233375" y="20858"/>
                </a:cubicBezTo>
                <a:cubicBezTo>
                  <a:pt x="233375" y="24896"/>
                  <a:pt x="234200" y="28034"/>
                  <a:pt x="235851" y="30272"/>
                </a:cubicBezTo>
                <a:cubicBezTo>
                  <a:pt x="237502" y="32506"/>
                  <a:pt x="239826" y="33622"/>
                  <a:pt x="242822" y="33622"/>
                </a:cubicBezTo>
                <a:cubicBezTo>
                  <a:pt x="245835" y="33622"/>
                  <a:pt x="248167" y="32506"/>
                  <a:pt x="249817" y="30272"/>
                </a:cubicBezTo>
                <a:cubicBezTo>
                  <a:pt x="251468" y="28034"/>
                  <a:pt x="252294" y="24896"/>
                  <a:pt x="252294" y="20858"/>
                </a:cubicBezTo>
                <a:cubicBezTo>
                  <a:pt x="252294" y="16799"/>
                  <a:pt x="251468" y="13652"/>
                  <a:pt x="249817" y="11419"/>
                </a:cubicBezTo>
                <a:cubicBezTo>
                  <a:pt x="248167" y="9186"/>
                  <a:pt x="245835" y="8069"/>
                  <a:pt x="242822" y="8069"/>
                </a:cubicBezTo>
                <a:close/>
                <a:moveTo>
                  <a:pt x="242822" y="875"/>
                </a:moveTo>
                <a:cubicBezTo>
                  <a:pt x="248951" y="875"/>
                  <a:pt x="253751" y="2646"/>
                  <a:pt x="257222" y="6188"/>
                </a:cubicBezTo>
                <a:cubicBezTo>
                  <a:pt x="260698" y="9725"/>
                  <a:pt x="262436" y="14615"/>
                  <a:pt x="262436" y="20858"/>
                </a:cubicBezTo>
                <a:cubicBezTo>
                  <a:pt x="262436" y="27079"/>
                  <a:pt x="260698" y="31961"/>
                  <a:pt x="257222" y="35504"/>
                </a:cubicBezTo>
                <a:cubicBezTo>
                  <a:pt x="253751" y="39046"/>
                  <a:pt x="248951" y="40817"/>
                  <a:pt x="242822" y="40817"/>
                </a:cubicBezTo>
                <a:cubicBezTo>
                  <a:pt x="236709" y="40817"/>
                  <a:pt x="231912" y="39046"/>
                  <a:pt x="228431" y="35504"/>
                </a:cubicBezTo>
                <a:cubicBezTo>
                  <a:pt x="224949" y="31961"/>
                  <a:pt x="223208" y="27079"/>
                  <a:pt x="223208" y="20858"/>
                </a:cubicBezTo>
                <a:cubicBezTo>
                  <a:pt x="223208" y="14615"/>
                  <a:pt x="224949" y="9725"/>
                  <a:pt x="228431" y="6188"/>
                </a:cubicBezTo>
                <a:cubicBezTo>
                  <a:pt x="231912" y="2646"/>
                  <a:pt x="236709" y="875"/>
                  <a:pt x="242822" y="875"/>
                </a:cubicBezTo>
                <a:close/>
                <a:moveTo>
                  <a:pt x="296397" y="2781"/>
                </a:moveTo>
                <a:lnTo>
                  <a:pt x="296397" y="10933"/>
                </a:lnTo>
                <a:cubicBezTo>
                  <a:pt x="294305" y="9986"/>
                  <a:pt x="292261" y="9274"/>
                  <a:pt x="290267" y="8796"/>
                </a:cubicBezTo>
                <a:cubicBezTo>
                  <a:pt x="288279" y="8312"/>
                  <a:pt x="286399" y="8069"/>
                  <a:pt x="284629" y="8069"/>
                </a:cubicBezTo>
                <a:cubicBezTo>
                  <a:pt x="282280" y="8069"/>
                  <a:pt x="280542" y="8397"/>
                  <a:pt x="279415" y="9051"/>
                </a:cubicBezTo>
                <a:cubicBezTo>
                  <a:pt x="278292" y="9700"/>
                  <a:pt x="277731" y="10712"/>
                  <a:pt x="277731" y="12088"/>
                </a:cubicBezTo>
                <a:cubicBezTo>
                  <a:pt x="277731" y="13122"/>
                  <a:pt x="278110" y="13927"/>
                  <a:pt x="278867" y="14505"/>
                </a:cubicBezTo>
                <a:cubicBezTo>
                  <a:pt x="279624" y="15077"/>
                  <a:pt x="281000" y="15570"/>
                  <a:pt x="282994" y="15982"/>
                </a:cubicBezTo>
                <a:lnTo>
                  <a:pt x="287178" y="16832"/>
                </a:lnTo>
                <a:cubicBezTo>
                  <a:pt x="291417" y="17695"/>
                  <a:pt x="294430" y="19005"/>
                  <a:pt x="296217" y="20759"/>
                </a:cubicBezTo>
                <a:cubicBezTo>
                  <a:pt x="298009" y="22508"/>
                  <a:pt x="298906" y="25000"/>
                  <a:pt x="298906" y="28235"/>
                </a:cubicBezTo>
                <a:cubicBezTo>
                  <a:pt x="298906" y="32476"/>
                  <a:pt x="297658" y="35633"/>
                  <a:pt x="295163" y="37707"/>
                </a:cubicBezTo>
                <a:cubicBezTo>
                  <a:pt x="292667" y="39780"/>
                  <a:pt x="288856" y="40817"/>
                  <a:pt x="283730" y="40817"/>
                </a:cubicBezTo>
                <a:cubicBezTo>
                  <a:pt x="281316" y="40817"/>
                  <a:pt x="278892" y="40583"/>
                  <a:pt x="276456" y="40116"/>
                </a:cubicBezTo>
                <a:cubicBezTo>
                  <a:pt x="274021" y="39654"/>
                  <a:pt x="271586" y="38966"/>
                  <a:pt x="269150" y="38053"/>
                </a:cubicBezTo>
                <a:lnTo>
                  <a:pt x="269150" y="29678"/>
                </a:lnTo>
                <a:cubicBezTo>
                  <a:pt x="271586" y="30982"/>
                  <a:pt x="273939" y="31967"/>
                  <a:pt x="276211" y="32632"/>
                </a:cubicBezTo>
                <a:cubicBezTo>
                  <a:pt x="278483" y="33292"/>
                  <a:pt x="280676" y="33622"/>
                  <a:pt x="282790" y="33622"/>
                </a:cubicBezTo>
                <a:cubicBezTo>
                  <a:pt x="284936" y="33622"/>
                  <a:pt x="286579" y="33262"/>
                  <a:pt x="287718" y="32541"/>
                </a:cubicBezTo>
                <a:cubicBezTo>
                  <a:pt x="288856" y="31815"/>
                  <a:pt x="289426" y="30781"/>
                  <a:pt x="289426" y="29439"/>
                </a:cubicBezTo>
                <a:cubicBezTo>
                  <a:pt x="289426" y="28240"/>
                  <a:pt x="289039" y="27313"/>
                  <a:pt x="288265" y="26659"/>
                </a:cubicBezTo>
                <a:cubicBezTo>
                  <a:pt x="287492" y="26004"/>
                  <a:pt x="285947" y="25418"/>
                  <a:pt x="283632" y="24901"/>
                </a:cubicBezTo>
                <a:lnTo>
                  <a:pt x="279823" y="24051"/>
                </a:lnTo>
                <a:cubicBezTo>
                  <a:pt x="276009" y="23226"/>
                  <a:pt x="273220" y="21911"/>
                  <a:pt x="271455" y="20107"/>
                </a:cubicBezTo>
                <a:cubicBezTo>
                  <a:pt x="269695" y="18303"/>
                  <a:pt x="268815" y="15872"/>
                  <a:pt x="268815" y="12814"/>
                </a:cubicBezTo>
                <a:cubicBezTo>
                  <a:pt x="268815" y="8980"/>
                  <a:pt x="270041" y="6031"/>
                  <a:pt x="272493" y="3969"/>
                </a:cubicBezTo>
                <a:cubicBezTo>
                  <a:pt x="274944" y="1906"/>
                  <a:pt x="278469" y="875"/>
                  <a:pt x="283068" y="875"/>
                </a:cubicBezTo>
                <a:cubicBezTo>
                  <a:pt x="285165" y="875"/>
                  <a:pt x="287320" y="1034"/>
                  <a:pt x="289532" y="1353"/>
                </a:cubicBezTo>
                <a:cubicBezTo>
                  <a:pt x="291744" y="1672"/>
                  <a:pt x="294032" y="2148"/>
                  <a:pt x="296397" y="2781"/>
                </a:cubicBezTo>
                <a:close/>
                <a:moveTo>
                  <a:pt x="330674" y="33053"/>
                </a:moveTo>
                <a:lnTo>
                  <a:pt x="315302" y="33053"/>
                </a:lnTo>
                <a:lnTo>
                  <a:pt x="312875" y="40066"/>
                </a:lnTo>
                <a:lnTo>
                  <a:pt x="302987" y="40066"/>
                </a:lnTo>
                <a:lnTo>
                  <a:pt x="317108" y="1568"/>
                </a:lnTo>
                <a:lnTo>
                  <a:pt x="328836" y="1568"/>
                </a:lnTo>
                <a:lnTo>
                  <a:pt x="342957" y="40066"/>
                </a:lnTo>
                <a:lnTo>
                  <a:pt x="333077" y="40066"/>
                </a:lnTo>
                <a:lnTo>
                  <a:pt x="330674" y="33053"/>
                </a:lnTo>
                <a:close/>
                <a:moveTo>
                  <a:pt x="317754" y="25908"/>
                </a:moveTo>
                <a:lnTo>
                  <a:pt x="328198" y="25908"/>
                </a:lnTo>
                <a:lnTo>
                  <a:pt x="322984" y="10594"/>
                </a:lnTo>
                <a:lnTo>
                  <a:pt x="317754" y="25908"/>
                </a:lnTo>
                <a:close/>
                <a:moveTo>
                  <a:pt x="347404" y="47030"/>
                </a:moveTo>
                <a:cubicBezTo>
                  <a:pt x="349583" y="42938"/>
                  <a:pt x="351218" y="38941"/>
                  <a:pt x="352308" y="35041"/>
                </a:cubicBezTo>
                <a:cubicBezTo>
                  <a:pt x="353397" y="31136"/>
                  <a:pt x="353942" y="27286"/>
                  <a:pt x="353942" y="23490"/>
                </a:cubicBezTo>
                <a:cubicBezTo>
                  <a:pt x="353942" y="19689"/>
                  <a:pt x="353397" y="15842"/>
                  <a:pt x="352308" y="11947"/>
                </a:cubicBezTo>
                <a:cubicBezTo>
                  <a:pt x="351218" y="8053"/>
                  <a:pt x="349583" y="4071"/>
                  <a:pt x="347404" y="0"/>
                </a:cubicBezTo>
                <a:lnTo>
                  <a:pt x="354988" y="0"/>
                </a:lnTo>
                <a:cubicBezTo>
                  <a:pt x="357576" y="4208"/>
                  <a:pt x="359494" y="8243"/>
                  <a:pt x="360741" y="12104"/>
                </a:cubicBezTo>
                <a:cubicBezTo>
                  <a:pt x="361995" y="15960"/>
                  <a:pt x="362621" y="19772"/>
                  <a:pt x="362621" y="23540"/>
                </a:cubicBezTo>
                <a:cubicBezTo>
                  <a:pt x="362621" y="27302"/>
                  <a:pt x="362000" y="31098"/>
                  <a:pt x="360758" y="34926"/>
                </a:cubicBezTo>
                <a:cubicBezTo>
                  <a:pt x="359516" y="38749"/>
                  <a:pt x="357592" y="42784"/>
                  <a:pt x="354988" y="47030"/>
                </a:cubicBezTo>
                <a:lnTo>
                  <a:pt x="347404" y="47030"/>
                </a:lnTo>
                <a:close/>
              </a:path>
            </a:pathLst>
          </a:custGeom>
          <a:solidFill>
            <a:srgbClr val="333333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33" name="Freeform 1232">
            <a:extLst>
              <a:ext uri="{FF2B5EF4-FFF2-40B4-BE49-F238E27FC236}">
                <a16:creationId xmlns:a16="http://schemas.microsoft.com/office/drawing/2014/main" id="{4D2C8309-94CE-C9A8-1272-80320C300D51}"/>
              </a:ext>
            </a:extLst>
          </p:cNvPr>
          <p:cNvSpPr>
            <a:spLocks noGrp="1"/>
          </p:cNvSpPr>
          <p:nvPr/>
        </p:nvSpPr>
        <p:spPr>
          <a:xfrm>
            <a:off x="4430000" y="1730000"/>
            <a:ext cx="501616" cy="116715"/>
          </a:xfrm>
          <a:custGeom>
            <a:avLst/>
            <a:gdLst/>
            <a:ahLst/>
            <a:cxnLst/>
            <a:rect l="l" t="t" r="r" b="b"/>
            <a:pathLst>
              <a:path w="501616" h="116715">
                <a:moveTo>
                  <a:pt x="0" y="116715"/>
                </a:moveTo>
                <a:lnTo>
                  <a:pt x="501617" y="116715"/>
                </a:lnTo>
                <a:lnTo>
                  <a:pt x="50161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8000"/>
            </a:srgbClr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34" name="Freeform 1233">
            <a:extLst>
              <a:ext uri="{FF2B5EF4-FFF2-40B4-BE49-F238E27FC236}">
                <a16:creationId xmlns:a16="http://schemas.microsoft.com/office/drawing/2014/main" id="{9D560F2D-B1C4-1C28-302C-C72085F49D51}"/>
              </a:ext>
            </a:extLst>
          </p:cNvPr>
          <p:cNvSpPr>
            <a:spLocks noGrp="1"/>
          </p:cNvSpPr>
          <p:nvPr/>
        </p:nvSpPr>
        <p:spPr>
          <a:xfrm>
            <a:off x="4435230" y="1732954"/>
            <a:ext cx="581613" cy="51518"/>
          </a:xfrm>
          <a:custGeom>
            <a:avLst/>
            <a:gdLst/>
            <a:ahLst/>
            <a:cxnLst/>
            <a:rect l="l" t="t" r="r" b="b"/>
            <a:pathLst>
              <a:path w="581613" h="51518">
                <a:moveTo>
                  <a:pt x="27688" y="33111"/>
                </a:moveTo>
                <a:lnTo>
                  <a:pt x="12316" y="33111"/>
                </a:lnTo>
                <a:lnTo>
                  <a:pt x="9888" y="40124"/>
                </a:lnTo>
                <a:lnTo>
                  <a:pt x="0" y="40124"/>
                </a:lnTo>
                <a:lnTo>
                  <a:pt x="14122" y="1625"/>
                </a:lnTo>
                <a:lnTo>
                  <a:pt x="25849" y="1625"/>
                </a:lnTo>
                <a:lnTo>
                  <a:pt x="39971" y="40124"/>
                </a:lnTo>
                <a:lnTo>
                  <a:pt x="30091" y="40124"/>
                </a:lnTo>
                <a:lnTo>
                  <a:pt x="27688" y="33111"/>
                </a:lnTo>
                <a:close/>
                <a:moveTo>
                  <a:pt x="14767" y="25966"/>
                </a:moveTo>
                <a:lnTo>
                  <a:pt x="25212" y="25966"/>
                </a:lnTo>
                <a:lnTo>
                  <a:pt x="19998" y="10652"/>
                </a:lnTo>
                <a:lnTo>
                  <a:pt x="14767" y="25966"/>
                </a:lnTo>
                <a:close/>
                <a:moveTo>
                  <a:pt x="71125" y="16040"/>
                </a:moveTo>
                <a:cubicBezTo>
                  <a:pt x="72285" y="14252"/>
                  <a:pt x="73661" y="12891"/>
                  <a:pt x="75252" y="11955"/>
                </a:cubicBezTo>
                <a:cubicBezTo>
                  <a:pt x="76843" y="11020"/>
                  <a:pt x="78591" y="10553"/>
                  <a:pt x="80498" y="10553"/>
                </a:cubicBezTo>
                <a:cubicBezTo>
                  <a:pt x="83784" y="10553"/>
                  <a:pt x="86287" y="11576"/>
                  <a:pt x="88009" y="13622"/>
                </a:cubicBezTo>
                <a:cubicBezTo>
                  <a:pt x="89730" y="15663"/>
                  <a:pt x="90591" y="18636"/>
                  <a:pt x="90591" y="22541"/>
                </a:cubicBezTo>
                <a:lnTo>
                  <a:pt x="90591" y="40124"/>
                </a:lnTo>
                <a:lnTo>
                  <a:pt x="81397" y="40124"/>
                </a:lnTo>
                <a:lnTo>
                  <a:pt x="81397" y="25066"/>
                </a:lnTo>
                <a:cubicBezTo>
                  <a:pt x="81414" y="24841"/>
                  <a:pt x="81425" y="24610"/>
                  <a:pt x="81430" y="24373"/>
                </a:cubicBezTo>
                <a:cubicBezTo>
                  <a:pt x="81441" y="24131"/>
                  <a:pt x="81446" y="23787"/>
                  <a:pt x="81446" y="23342"/>
                </a:cubicBezTo>
                <a:cubicBezTo>
                  <a:pt x="81446" y="21296"/>
                  <a:pt x="81147" y="19813"/>
                  <a:pt x="80547" y="18894"/>
                </a:cubicBezTo>
                <a:cubicBezTo>
                  <a:pt x="79953" y="17970"/>
                  <a:pt x="78992" y="17508"/>
                  <a:pt x="77663" y="17508"/>
                </a:cubicBezTo>
                <a:cubicBezTo>
                  <a:pt x="75930" y="17508"/>
                  <a:pt x="74590" y="18232"/>
                  <a:pt x="73642" y="19678"/>
                </a:cubicBezTo>
                <a:cubicBezTo>
                  <a:pt x="72699" y="21119"/>
                  <a:pt x="72209" y="23207"/>
                  <a:pt x="72171" y="25941"/>
                </a:cubicBezTo>
                <a:lnTo>
                  <a:pt x="72171" y="40124"/>
                </a:lnTo>
                <a:lnTo>
                  <a:pt x="62977" y="40124"/>
                </a:lnTo>
                <a:lnTo>
                  <a:pt x="62977" y="25066"/>
                </a:lnTo>
                <a:cubicBezTo>
                  <a:pt x="62977" y="21870"/>
                  <a:pt x="62704" y="19813"/>
                  <a:pt x="62160" y="18894"/>
                </a:cubicBezTo>
                <a:cubicBezTo>
                  <a:pt x="61615" y="17970"/>
                  <a:pt x="60645" y="17508"/>
                  <a:pt x="59250" y="17508"/>
                </a:cubicBezTo>
                <a:cubicBezTo>
                  <a:pt x="57496" y="17508"/>
                  <a:pt x="56142" y="18235"/>
                  <a:pt x="55189" y="19687"/>
                </a:cubicBezTo>
                <a:cubicBezTo>
                  <a:pt x="54235" y="21139"/>
                  <a:pt x="53759" y="23215"/>
                  <a:pt x="53759" y="25916"/>
                </a:cubicBezTo>
                <a:lnTo>
                  <a:pt x="53759" y="40124"/>
                </a:lnTo>
                <a:lnTo>
                  <a:pt x="44565" y="40124"/>
                </a:lnTo>
                <a:lnTo>
                  <a:pt x="44565" y="11246"/>
                </a:lnTo>
                <a:lnTo>
                  <a:pt x="53759" y="11246"/>
                </a:lnTo>
                <a:lnTo>
                  <a:pt x="53759" y="15470"/>
                </a:lnTo>
                <a:cubicBezTo>
                  <a:pt x="54886" y="13842"/>
                  <a:pt x="56178" y="12616"/>
                  <a:pt x="57632" y="11790"/>
                </a:cubicBezTo>
                <a:cubicBezTo>
                  <a:pt x="59087" y="10965"/>
                  <a:pt x="60691" y="10553"/>
                  <a:pt x="62446" y="10553"/>
                </a:cubicBezTo>
                <a:cubicBezTo>
                  <a:pt x="64418" y="10553"/>
                  <a:pt x="66161" y="11034"/>
                  <a:pt x="67676" y="11997"/>
                </a:cubicBezTo>
                <a:cubicBezTo>
                  <a:pt x="69196" y="12959"/>
                  <a:pt x="70346" y="14307"/>
                  <a:pt x="71125" y="16040"/>
                </a:cubicBezTo>
                <a:close/>
                <a:moveTo>
                  <a:pt x="95362" y="11246"/>
                </a:moveTo>
                <a:lnTo>
                  <a:pt x="104507" y="11246"/>
                </a:lnTo>
                <a:lnTo>
                  <a:pt x="112197" y="30842"/>
                </a:lnTo>
                <a:lnTo>
                  <a:pt x="118735" y="11246"/>
                </a:lnTo>
                <a:lnTo>
                  <a:pt x="127871" y="11246"/>
                </a:lnTo>
                <a:lnTo>
                  <a:pt x="115842" y="42855"/>
                </a:lnTo>
                <a:cubicBezTo>
                  <a:pt x="114638" y="46073"/>
                  <a:pt x="113229" y="48320"/>
                  <a:pt x="111616" y="49596"/>
                </a:cubicBezTo>
                <a:cubicBezTo>
                  <a:pt x="110009" y="50878"/>
                  <a:pt x="107887" y="51519"/>
                  <a:pt x="105250" y="51519"/>
                </a:cubicBezTo>
                <a:lnTo>
                  <a:pt x="99963" y="51519"/>
                </a:lnTo>
                <a:lnTo>
                  <a:pt x="99963" y="45462"/>
                </a:lnTo>
                <a:lnTo>
                  <a:pt x="102823" y="45462"/>
                </a:lnTo>
                <a:cubicBezTo>
                  <a:pt x="104370" y="45462"/>
                  <a:pt x="105495" y="45212"/>
                  <a:pt x="106198" y="44711"/>
                </a:cubicBezTo>
                <a:cubicBezTo>
                  <a:pt x="106906" y="44217"/>
                  <a:pt x="107457" y="43323"/>
                  <a:pt x="107849" y="42030"/>
                </a:cubicBezTo>
                <a:lnTo>
                  <a:pt x="108111" y="41230"/>
                </a:lnTo>
                <a:lnTo>
                  <a:pt x="95362" y="11246"/>
                </a:lnTo>
                <a:close/>
                <a:moveTo>
                  <a:pt x="146822" y="17154"/>
                </a:moveTo>
                <a:cubicBezTo>
                  <a:pt x="144795" y="17154"/>
                  <a:pt x="143251" y="17888"/>
                  <a:pt x="142188" y="19357"/>
                </a:cubicBezTo>
                <a:cubicBezTo>
                  <a:pt x="141126" y="20825"/>
                  <a:pt x="140595" y="22943"/>
                  <a:pt x="140595" y="25710"/>
                </a:cubicBezTo>
                <a:cubicBezTo>
                  <a:pt x="140595" y="28477"/>
                  <a:pt x="141126" y="30597"/>
                  <a:pt x="142188" y="32071"/>
                </a:cubicBezTo>
                <a:cubicBezTo>
                  <a:pt x="143251" y="33540"/>
                  <a:pt x="144795" y="34274"/>
                  <a:pt x="146822" y="34274"/>
                </a:cubicBezTo>
                <a:cubicBezTo>
                  <a:pt x="148816" y="34274"/>
                  <a:pt x="150339" y="33540"/>
                  <a:pt x="151390" y="32071"/>
                </a:cubicBezTo>
                <a:cubicBezTo>
                  <a:pt x="152447" y="30597"/>
                  <a:pt x="152976" y="28477"/>
                  <a:pt x="152976" y="25710"/>
                </a:cubicBezTo>
                <a:cubicBezTo>
                  <a:pt x="152976" y="22943"/>
                  <a:pt x="152447" y="20825"/>
                  <a:pt x="151390" y="19357"/>
                </a:cubicBezTo>
                <a:cubicBezTo>
                  <a:pt x="150339" y="17888"/>
                  <a:pt x="148816" y="17154"/>
                  <a:pt x="146822" y="17154"/>
                </a:cubicBezTo>
                <a:close/>
                <a:moveTo>
                  <a:pt x="146822" y="10553"/>
                </a:moveTo>
                <a:cubicBezTo>
                  <a:pt x="151742" y="10553"/>
                  <a:pt x="155585" y="11895"/>
                  <a:pt x="158353" y="14579"/>
                </a:cubicBezTo>
                <a:cubicBezTo>
                  <a:pt x="161121" y="17258"/>
                  <a:pt x="162505" y="20968"/>
                  <a:pt x="162505" y="25710"/>
                </a:cubicBezTo>
                <a:cubicBezTo>
                  <a:pt x="162505" y="30457"/>
                  <a:pt x="161121" y="34173"/>
                  <a:pt x="158353" y="36857"/>
                </a:cubicBezTo>
                <a:cubicBezTo>
                  <a:pt x="155585" y="39536"/>
                  <a:pt x="151742" y="40875"/>
                  <a:pt x="146822" y="40875"/>
                </a:cubicBezTo>
                <a:cubicBezTo>
                  <a:pt x="141886" y="40875"/>
                  <a:pt x="138026" y="39536"/>
                  <a:pt x="135242" y="36857"/>
                </a:cubicBezTo>
                <a:cubicBezTo>
                  <a:pt x="132458" y="34172"/>
                  <a:pt x="131066" y="30457"/>
                  <a:pt x="131066" y="25710"/>
                </a:cubicBezTo>
                <a:cubicBezTo>
                  <a:pt x="131066" y="20968"/>
                  <a:pt x="132458" y="17258"/>
                  <a:pt x="135242" y="14579"/>
                </a:cubicBezTo>
                <a:cubicBezTo>
                  <a:pt x="138026" y="11895"/>
                  <a:pt x="141886" y="10553"/>
                  <a:pt x="146822" y="10553"/>
                </a:cubicBezTo>
                <a:close/>
                <a:moveTo>
                  <a:pt x="179126" y="3045"/>
                </a:moveTo>
                <a:lnTo>
                  <a:pt x="179126" y="11246"/>
                </a:lnTo>
                <a:lnTo>
                  <a:pt x="188557" y="11246"/>
                </a:lnTo>
                <a:lnTo>
                  <a:pt x="188557" y="17847"/>
                </a:lnTo>
                <a:lnTo>
                  <a:pt x="179126" y="17847"/>
                </a:lnTo>
                <a:lnTo>
                  <a:pt x="179126" y="30091"/>
                </a:lnTo>
                <a:cubicBezTo>
                  <a:pt x="179126" y="31433"/>
                  <a:pt x="179390" y="32341"/>
                  <a:pt x="179919" y="32814"/>
                </a:cubicBezTo>
                <a:cubicBezTo>
                  <a:pt x="180447" y="33287"/>
                  <a:pt x="181496" y="33523"/>
                  <a:pt x="183065" y="33523"/>
                </a:cubicBezTo>
                <a:lnTo>
                  <a:pt x="187764" y="33523"/>
                </a:lnTo>
                <a:lnTo>
                  <a:pt x="187764" y="40124"/>
                </a:lnTo>
                <a:lnTo>
                  <a:pt x="179919" y="40124"/>
                </a:lnTo>
                <a:cubicBezTo>
                  <a:pt x="176312" y="40124"/>
                  <a:pt x="173754" y="39365"/>
                  <a:pt x="172245" y="37847"/>
                </a:cubicBezTo>
                <a:cubicBezTo>
                  <a:pt x="170741" y="36323"/>
                  <a:pt x="169989" y="33738"/>
                  <a:pt x="169989" y="30091"/>
                </a:cubicBezTo>
                <a:lnTo>
                  <a:pt x="169989" y="17847"/>
                </a:lnTo>
                <a:lnTo>
                  <a:pt x="165437" y="17847"/>
                </a:lnTo>
                <a:lnTo>
                  <a:pt x="165437" y="11246"/>
                </a:lnTo>
                <a:lnTo>
                  <a:pt x="169989" y="11246"/>
                </a:lnTo>
                <a:lnTo>
                  <a:pt x="169989" y="3045"/>
                </a:lnTo>
                <a:lnTo>
                  <a:pt x="179126" y="3045"/>
                </a:lnTo>
                <a:close/>
                <a:moveTo>
                  <a:pt x="215398" y="19109"/>
                </a:moveTo>
                <a:cubicBezTo>
                  <a:pt x="214597" y="18729"/>
                  <a:pt x="213799" y="18452"/>
                  <a:pt x="213003" y="18276"/>
                </a:cubicBezTo>
                <a:cubicBezTo>
                  <a:pt x="212213" y="18094"/>
                  <a:pt x="211418" y="18003"/>
                  <a:pt x="210617" y="18003"/>
                </a:cubicBezTo>
                <a:cubicBezTo>
                  <a:pt x="208269" y="18003"/>
                  <a:pt x="206460" y="18765"/>
                  <a:pt x="205191" y="20289"/>
                </a:cubicBezTo>
                <a:cubicBezTo>
                  <a:pt x="203921" y="21807"/>
                  <a:pt x="203286" y="23983"/>
                  <a:pt x="203286" y="26815"/>
                </a:cubicBezTo>
                <a:lnTo>
                  <a:pt x="203286" y="40124"/>
                </a:lnTo>
                <a:lnTo>
                  <a:pt x="194150" y="40124"/>
                </a:lnTo>
                <a:lnTo>
                  <a:pt x="194150" y="11246"/>
                </a:lnTo>
                <a:lnTo>
                  <a:pt x="203286" y="11246"/>
                </a:lnTo>
                <a:lnTo>
                  <a:pt x="203286" y="15990"/>
                </a:lnTo>
                <a:cubicBezTo>
                  <a:pt x="204463" y="14098"/>
                  <a:pt x="205812" y="12720"/>
                  <a:pt x="207332" y="11857"/>
                </a:cubicBezTo>
                <a:cubicBezTo>
                  <a:pt x="208857" y="10987"/>
                  <a:pt x="210685" y="10553"/>
                  <a:pt x="212815" y="10553"/>
                </a:cubicBezTo>
                <a:cubicBezTo>
                  <a:pt x="213120" y="10553"/>
                  <a:pt x="213450" y="10567"/>
                  <a:pt x="213804" y="10594"/>
                </a:cubicBezTo>
                <a:cubicBezTo>
                  <a:pt x="214164" y="10616"/>
                  <a:pt x="214684" y="10671"/>
                  <a:pt x="215365" y="10759"/>
                </a:cubicBezTo>
                <a:lnTo>
                  <a:pt x="215398" y="19109"/>
                </a:lnTo>
                <a:close/>
                <a:moveTo>
                  <a:pt x="233551" y="17154"/>
                </a:moveTo>
                <a:cubicBezTo>
                  <a:pt x="231524" y="17154"/>
                  <a:pt x="229979" y="17888"/>
                  <a:pt x="228917" y="19357"/>
                </a:cubicBezTo>
                <a:cubicBezTo>
                  <a:pt x="227854" y="20825"/>
                  <a:pt x="227323" y="22943"/>
                  <a:pt x="227323" y="25710"/>
                </a:cubicBezTo>
                <a:cubicBezTo>
                  <a:pt x="227323" y="28477"/>
                  <a:pt x="227854" y="30597"/>
                  <a:pt x="228917" y="32071"/>
                </a:cubicBezTo>
                <a:cubicBezTo>
                  <a:pt x="229979" y="33540"/>
                  <a:pt x="231524" y="34274"/>
                  <a:pt x="233551" y="34274"/>
                </a:cubicBezTo>
                <a:cubicBezTo>
                  <a:pt x="235545" y="34274"/>
                  <a:pt x="237067" y="33540"/>
                  <a:pt x="238119" y="32071"/>
                </a:cubicBezTo>
                <a:cubicBezTo>
                  <a:pt x="239176" y="30597"/>
                  <a:pt x="239704" y="28477"/>
                  <a:pt x="239704" y="25710"/>
                </a:cubicBezTo>
                <a:cubicBezTo>
                  <a:pt x="239704" y="22943"/>
                  <a:pt x="239176" y="20825"/>
                  <a:pt x="238119" y="19357"/>
                </a:cubicBezTo>
                <a:cubicBezTo>
                  <a:pt x="237067" y="17888"/>
                  <a:pt x="235545" y="17154"/>
                  <a:pt x="233551" y="17154"/>
                </a:cubicBezTo>
                <a:close/>
                <a:moveTo>
                  <a:pt x="233551" y="10553"/>
                </a:moveTo>
                <a:cubicBezTo>
                  <a:pt x="238470" y="10553"/>
                  <a:pt x="242314" y="11895"/>
                  <a:pt x="245082" y="14579"/>
                </a:cubicBezTo>
                <a:cubicBezTo>
                  <a:pt x="247849" y="17258"/>
                  <a:pt x="249233" y="20968"/>
                  <a:pt x="249233" y="25710"/>
                </a:cubicBezTo>
                <a:cubicBezTo>
                  <a:pt x="249233" y="30457"/>
                  <a:pt x="247849" y="34173"/>
                  <a:pt x="245082" y="36857"/>
                </a:cubicBezTo>
                <a:cubicBezTo>
                  <a:pt x="242314" y="39536"/>
                  <a:pt x="238470" y="40875"/>
                  <a:pt x="233551" y="40875"/>
                </a:cubicBezTo>
                <a:cubicBezTo>
                  <a:pt x="228614" y="40875"/>
                  <a:pt x="224754" y="39536"/>
                  <a:pt x="221970" y="36857"/>
                </a:cubicBezTo>
                <a:cubicBezTo>
                  <a:pt x="219186" y="34172"/>
                  <a:pt x="217794" y="30457"/>
                  <a:pt x="217794" y="25710"/>
                </a:cubicBezTo>
                <a:cubicBezTo>
                  <a:pt x="217794" y="20968"/>
                  <a:pt x="219186" y="17258"/>
                  <a:pt x="221970" y="14579"/>
                </a:cubicBezTo>
                <a:cubicBezTo>
                  <a:pt x="224754" y="11895"/>
                  <a:pt x="228614" y="10553"/>
                  <a:pt x="233551" y="10553"/>
                </a:cubicBezTo>
                <a:close/>
                <a:moveTo>
                  <a:pt x="265013" y="35949"/>
                </a:moveTo>
                <a:lnTo>
                  <a:pt x="265013" y="51106"/>
                </a:lnTo>
                <a:lnTo>
                  <a:pt x="255876" y="51106"/>
                </a:lnTo>
                <a:lnTo>
                  <a:pt x="255876" y="11246"/>
                </a:lnTo>
                <a:lnTo>
                  <a:pt x="265013" y="11246"/>
                </a:lnTo>
                <a:lnTo>
                  <a:pt x="265013" y="15470"/>
                </a:lnTo>
                <a:cubicBezTo>
                  <a:pt x="266277" y="13787"/>
                  <a:pt x="267674" y="12547"/>
                  <a:pt x="269205" y="11749"/>
                </a:cubicBezTo>
                <a:cubicBezTo>
                  <a:pt x="270736" y="10952"/>
                  <a:pt x="272499" y="10553"/>
                  <a:pt x="274493" y="10553"/>
                </a:cubicBezTo>
                <a:cubicBezTo>
                  <a:pt x="278018" y="10553"/>
                  <a:pt x="280911" y="11967"/>
                  <a:pt x="283172" y="14794"/>
                </a:cubicBezTo>
                <a:cubicBezTo>
                  <a:pt x="285438" y="17621"/>
                  <a:pt x="286572" y="21260"/>
                  <a:pt x="286572" y="25710"/>
                </a:cubicBezTo>
                <a:cubicBezTo>
                  <a:pt x="286572" y="30160"/>
                  <a:pt x="285438" y="33801"/>
                  <a:pt x="283172" y="36634"/>
                </a:cubicBezTo>
                <a:cubicBezTo>
                  <a:pt x="280911" y="39461"/>
                  <a:pt x="278018" y="40875"/>
                  <a:pt x="274493" y="40875"/>
                </a:cubicBezTo>
                <a:cubicBezTo>
                  <a:pt x="272499" y="40875"/>
                  <a:pt x="270736" y="40476"/>
                  <a:pt x="269205" y="39678"/>
                </a:cubicBezTo>
                <a:cubicBezTo>
                  <a:pt x="267674" y="38875"/>
                  <a:pt x="266277" y="37632"/>
                  <a:pt x="265013" y="35949"/>
                </a:cubicBezTo>
                <a:close/>
                <a:moveTo>
                  <a:pt x="271093" y="17253"/>
                </a:moveTo>
                <a:cubicBezTo>
                  <a:pt x="269137" y="17253"/>
                  <a:pt x="267634" y="17979"/>
                  <a:pt x="266582" y="19431"/>
                </a:cubicBezTo>
                <a:cubicBezTo>
                  <a:pt x="265536" y="20883"/>
                  <a:pt x="265013" y="22976"/>
                  <a:pt x="265013" y="25710"/>
                </a:cubicBezTo>
                <a:cubicBezTo>
                  <a:pt x="265013" y="28444"/>
                  <a:pt x="265536" y="30537"/>
                  <a:pt x="266582" y="31989"/>
                </a:cubicBezTo>
                <a:cubicBezTo>
                  <a:pt x="267634" y="33441"/>
                  <a:pt x="269137" y="34167"/>
                  <a:pt x="271093" y="34167"/>
                </a:cubicBezTo>
                <a:cubicBezTo>
                  <a:pt x="273049" y="34167"/>
                  <a:pt x="274542" y="33446"/>
                  <a:pt x="275572" y="32005"/>
                </a:cubicBezTo>
                <a:cubicBezTo>
                  <a:pt x="276607" y="30558"/>
                  <a:pt x="277124" y="28460"/>
                  <a:pt x="277124" y="25710"/>
                </a:cubicBezTo>
                <a:cubicBezTo>
                  <a:pt x="277124" y="22960"/>
                  <a:pt x="276607" y="20864"/>
                  <a:pt x="275572" y="19423"/>
                </a:cubicBezTo>
                <a:cubicBezTo>
                  <a:pt x="274542" y="17976"/>
                  <a:pt x="273049" y="17253"/>
                  <a:pt x="271093" y="17253"/>
                </a:cubicBezTo>
                <a:close/>
                <a:moveTo>
                  <a:pt x="322066" y="22541"/>
                </a:moveTo>
                <a:lnTo>
                  <a:pt x="322066" y="40124"/>
                </a:lnTo>
                <a:lnTo>
                  <a:pt x="312872" y="40124"/>
                </a:lnTo>
                <a:lnTo>
                  <a:pt x="312872" y="37261"/>
                </a:lnTo>
                <a:lnTo>
                  <a:pt x="312872" y="26716"/>
                </a:lnTo>
                <a:cubicBezTo>
                  <a:pt x="312872" y="24192"/>
                  <a:pt x="312818" y="22456"/>
                  <a:pt x="312709" y="21510"/>
                </a:cubicBezTo>
                <a:cubicBezTo>
                  <a:pt x="312600" y="20564"/>
                  <a:pt x="312409" y="19868"/>
                  <a:pt x="312137" y="19423"/>
                </a:cubicBezTo>
                <a:cubicBezTo>
                  <a:pt x="311777" y="18818"/>
                  <a:pt x="311289" y="18347"/>
                  <a:pt x="310674" y="18012"/>
                </a:cubicBezTo>
                <a:cubicBezTo>
                  <a:pt x="310064" y="17676"/>
                  <a:pt x="309366" y="17508"/>
                  <a:pt x="308582" y="17508"/>
                </a:cubicBezTo>
                <a:cubicBezTo>
                  <a:pt x="306675" y="17508"/>
                  <a:pt x="305177" y="18254"/>
                  <a:pt x="304087" y="19744"/>
                </a:cubicBezTo>
                <a:cubicBezTo>
                  <a:pt x="302997" y="21229"/>
                  <a:pt x="302452" y="23287"/>
                  <a:pt x="302452" y="25916"/>
                </a:cubicBezTo>
                <a:lnTo>
                  <a:pt x="302452" y="40124"/>
                </a:lnTo>
                <a:lnTo>
                  <a:pt x="293316" y="40124"/>
                </a:lnTo>
                <a:lnTo>
                  <a:pt x="293316" y="0"/>
                </a:lnTo>
                <a:lnTo>
                  <a:pt x="302452" y="0"/>
                </a:lnTo>
                <a:lnTo>
                  <a:pt x="302452" y="15470"/>
                </a:lnTo>
                <a:cubicBezTo>
                  <a:pt x="303831" y="13787"/>
                  <a:pt x="305294" y="12547"/>
                  <a:pt x="306841" y="11749"/>
                </a:cubicBezTo>
                <a:cubicBezTo>
                  <a:pt x="308394" y="10952"/>
                  <a:pt x="310107" y="10553"/>
                  <a:pt x="311981" y="10553"/>
                </a:cubicBezTo>
                <a:cubicBezTo>
                  <a:pt x="315283" y="10553"/>
                  <a:pt x="317789" y="11576"/>
                  <a:pt x="319500" y="13622"/>
                </a:cubicBezTo>
                <a:cubicBezTo>
                  <a:pt x="321211" y="15663"/>
                  <a:pt x="322066" y="18636"/>
                  <a:pt x="322066" y="22541"/>
                </a:cubicBezTo>
                <a:close/>
                <a:moveTo>
                  <a:pt x="330551" y="11246"/>
                </a:moveTo>
                <a:lnTo>
                  <a:pt x="339688" y="11246"/>
                </a:lnTo>
                <a:lnTo>
                  <a:pt x="339688" y="40124"/>
                </a:lnTo>
                <a:lnTo>
                  <a:pt x="330551" y="40124"/>
                </a:lnTo>
                <a:lnTo>
                  <a:pt x="330551" y="11246"/>
                </a:lnTo>
                <a:close/>
                <a:moveTo>
                  <a:pt x="330551" y="0"/>
                </a:moveTo>
                <a:lnTo>
                  <a:pt x="339688" y="0"/>
                </a:lnTo>
                <a:lnTo>
                  <a:pt x="339688" y="7533"/>
                </a:lnTo>
                <a:lnTo>
                  <a:pt x="330551" y="7533"/>
                </a:lnTo>
                <a:lnTo>
                  <a:pt x="330551" y="0"/>
                </a:lnTo>
                <a:close/>
                <a:moveTo>
                  <a:pt x="371590" y="12145"/>
                </a:moveTo>
                <a:lnTo>
                  <a:pt x="371590" y="19678"/>
                </a:lnTo>
                <a:cubicBezTo>
                  <a:pt x="370348" y="18820"/>
                  <a:pt x="369100" y="18185"/>
                  <a:pt x="367847" y="17772"/>
                </a:cubicBezTo>
                <a:cubicBezTo>
                  <a:pt x="366594" y="17360"/>
                  <a:pt x="365295" y="17154"/>
                  <a:pt x="363949" y="17154"/>
                </a:cubicBezTo>
                <a:cubicBezTo>
                  <a:pt x="361399" y="17154"/>
                  <a:pt x="359414" y="17904"/>
                  <a:pt x="357991" y="19406"/>
                </a:cubicBezTo>
                <a:cubicBezTo>
                  <a:pt x="356570" y="20908"/>
                  <a:pt x="355859" y="23009"/>
                  <a:pt x="355859" y="25710"/>
                </a:cubicBezTo>
                <a:cubicBezTo>
                  <a:pt x="355859" y="28410"/>
                  <a:pt x="356570" y="30514"/>
                  <a:pt x="357991" y="32022"/>
                </a:cubicBezTo>
                <a:cubicBezTo>
                  <a:pt x="359414" y="33523"/>
                  <a:pt x="361399" y="34274"/>
                  <a:pt x="363949" y="34274"/>
                </a:cubicBezTo>
                <a:cubicBezTo>
                  <a:pt x="365382" y="34274"/>
                  <a:pt x="366741" y="34060"/>
                  <a:pt x="368027" y="33631"/>
                </a:cubicBezTo>
                <a:cubicBezTo>
                  <a:pt x="369313" y="33196"/>
                  <a:pt x="370501" y="32558"/>
                  <a:pt x="371590" y="31717"/>
                </a:cubicBezTo>
                <a:lnTo>
                  <a:pt x="371590" y="39274"/>
                </a:lnTo>
                <a:cubicBezTo>
                  <a:pt x="370157" y="39808"/>
                  <a:pt x="368705" y="40207"/>
                  <a:pt x="367234" y="40471"/>
                </a:cubicBezTo>
                <a:cubicBezTo>
                  <a:pt x="365763" y="40740"/>
                  <a:pt x="364287" y="40875"/>
                  <a:pt x="362805" y="40875"/>
                </a:cubicBezTo>
                <a:cubicBezTo>
                  <a:pt x="357646" y="40875"/>
                  <a:pt x="353608" y="39538"/>
                  <a:pt x="350694" y="36865"/>
                </a:cubicBezTo>
                <a:cubicBezTo>
                  <a:pt x="347784" y="34192"/>
                  <a:pt x="346330" y="30473"/>
                  <a:pt x="346330" y="25710"/>
                </a:cubicBezTo>
                <a:cubicBezTo>
                  <a:pt x="346330" y="20946"/>
                  <a:pt x="347784" y="17230"/>
                  <a:pt x="350694" y="14563"/>
                </a:cubicBezTo>
                <a:cubicBezTo>
                  <a:pt x="353608" y="11890"/>
                  <a:pt x="357646" y="10553"/>
                  <a:pt x="362805" y="10553"/>
                </a:cubicBezTo>
                <a:cubicBezTo>
                  <a:pt x="364303" y="10553"/>
                  <a:pt x="365780" y="10685"/>
                  <a:pt x="367234" y="10949"/>
                </a:cubicBezTo>
                <a:cubicBezTo>
                  <a:pt x="368689" y="11213"/>
                  <a:pt x="370141" y="11612"/>
                  <a:pt x="371590" y="12145"/>
                </a:cubicBezTo>
                <a:close/>
                <a:moveTo>
                  <a:pt x="397692" y="0"/>
                </a:moveTo>
                <a:lnTo>
                  <a:pt x="406828" y="0"/>
                </a:lnTo>
                <a:lnTo>
                  <a:pt x="406828" y="40124"/>
                </a:lnTo>
                <a:lnTo>
                  <a:pt x="397692" y="40124"/>
                </a:lnTo>
                <a:lnTo>
                  <a:pt x="397692" y="0"/>
                </a:lnTo>
                <a:close/>
                <a:moveTo>
                  <a:pt x="428434" y="27129"/>
                </a:moveTo>
                <a:cubicBezTo>
                  <a:pt x="426527" y="27129"/>
                  <a:pt x="425091" y="27456"/>
                  <a:pt x="424127" y="28111"/>
                </a:cubicBezTo>
                <a:cubicBezTo>
                  <a:pt x="423168" y="28760"/>
                  <a:pt x="422689" y="29722"/>
                  <a:pt x="422689" y="30999"/>
                </a:cubicBezTo>
                <a:cubicBezTo>
                  <a:pt x="422689" y="32165"/>
                  <a:pt x="423076" y="33081"/>
                  <a:pt x="423849" y="33746"/>
                </a:cubicBezTo>
                <a:cubicBezTo>
                  <a:pt x="424628" y="34406"/>
                  <a:pt x="425707" y="34736"/>
                  <a:pt x="427085" y="34736"/>
                </a:cubicBezTo>
                <a:cubicBezTo>
                  <a:pt x="428802" y="34736"/>
                  <a:pt x="430248" y="34115"/>
                  <a:pt x="431425" y="32872"/>
                </a:cubicBezTo>
                <a:cubicBezTo>
                  <a:pt x="432602" y="31623"/>
                  <a:pt x="433190" y="30061"/>
                  <a:pt x="433190" y="28185"/>
                </a:cubicBezTo>
                <a:lnTo>
                  <a:pt x="433190" y="27129"/>
                </a:lnTo>
                <a:lnTo>
                  <a:pt x="428434" y="27129"/>
                </a:lnTo>
                <a:close/>
                <a:moveTo>
                  <a:pt x="442408" y="23647"/>
                </a:moveTo>
                <a:lnTo>
                  <a:pt x="442408" y="40124"/>
                </a:lnTo>
                <a:lnTo>
                  <a:pt x="433190" y="40124"/>
                </a:lnTo>
                <a:lnTo>
                  <a:pt x="433190" y="35842"/>
                </a:lnTo>
                <a:cubicBezTo>
                  <a:pt x="431964" y="37597"/>
                  <a:pt x="430583" y="38875"/>
                  <a:pt x="429047" y="39678"/>
                </a:cubicBezTo>
                <a:cubicBezTo>
                  <a:pt x="427516" y="40476"/>
                  <a:pt x="425652" y="40875"/>
                  <a:pt x="423457" y="40875"/>
                </a:cubicBezTo>
                <a:cubicBezTo>
                  <a:pt x="420493" y="40875"/>
                  <a:pt x="418088" y="40003"/>
                  <a:pt x="416241" y="38259"/>
                </a:cubicBezTo>
                <a:cubicBezTo>
                  <a:pt x="414394" y="36510"/>
                  <a:pt x="413470" y="34244"/>
                  <a:pt x="413470" y="31461"/>
                </a:cubicBezTo>
                <a:cubicBezTo>
                  <a:pt x="413470" y="28072"/>
                  <a:pt x="414623" y="25589"/>
                  <a:pt x="416927" y="24010"/>
                </a:cubicBezTo>
                <a:cubicBezTo>
                  <a:pt x="419237" y="22426"/>
                  <a:pt x="422860" y="21634"/>
                  <a:pt x="427796" y="21634"/>
                </a:cubicBezTo>
                <a:lnTo>
                  <a:pt x="433190" y="21634"/>
                </a:lnTo>
                <a:lnTo>
                  <a:pt x="433190" y="20916"/>
                </a:lnTo>
                <a:cubicBezTo>
                  <a:pt x="433190" y="19453"/>
                  <a:pt x="432618" y="18383"/>
                  <a:pt x="431474" y="17706"/>
                </a:cubicBezTo>
                <a:cubicBezTo>
                  <a:pt x="430335" y="17024"/>
                  <a:pt x="428556" y="16683"/>
                  <a:pt x="426137" y="16683"/>
                </a:cubicBezTo>
                <a:cubicBezTo>
                  <a:pt x="424181" y="16683"/>
                  <a:pt x="422359" y="16881"/>
                  <a:pt x="420670" y="17277"/>
                </a:cubicBezTo>
                <a:cubicBezTo>
                  <a:pt x="418987" y="17674"/>
                  <a:pt x="417420" y="18268"/>
                  <a:pt x="415971" y="19060"/>
                </a:cubicBezTo>
                <a:lnTo>
                  <a:pt x="415971" y="12022"/>
                </a:lnTo>
                <a:cubicBezTo>
                  <a:pt x="417932" y="11538"/>
                  <a:pt x="419899" y="11172"/>
                  <a:pt x="421871" y="10924"/>
                </a:cubicBezTo>
                <a:cubicBezTo>
                  <a:pt x="423849" y="10677"/>
                  <a:pt x="425824" y="10553"/>
                  <a:pt x="427796" y="10553"/>
                </a:cubicBezTo>
                <a:cubicBezTo>
                  <a:pt x="432956" y="10553"/>
                  <a:pt x="436680" y="11579"/>
                  <a:pt x="438968" y="13631"/>
                </a:cubicBezTo>
                <a:cubicBezTo>
                  <a:pt x="441262" y="15682"/>
                  <a:pt x="442408" y="19021"/>
                  <a:pt x="442408" y="23647"/>
                </a:cubicBezTo>
                <a:close/>
                <a:moveTo>
                  <a:pt x="460892" y="3045"/>
                </a:moveTo>
                <a:lnTo>
                  <a:pt x="460892" y="11246"/>
                </a:lnTo>
                <a:lnTo>
                  <a:pt x="470323" y="11246"/>
                </a:lnTo>
                <a:lnTo>
                  <a:pt x="470323" y="17847"/>
                </a:lnTo>
                <a:lnTo>
                  <a:pt x="460892" y="17847"/>
                </a:lnTo>
                <a:lnTo>
                  <a:pt x="460892" y="30091"/>
                </a:lnTo>
                <a:cubicBezTo>
                  <a:pt x="460892" y="31433"/>
                  <a:pt x="461156" y="32341"/>
                  <a:pt x="461685" y="32814"/>
                </a:cubicBezTo>
                <a:cubicBezTo>
                  <a:pt x="462213" y="33287"/>
                  <a:pt x="463262" y="33523"/>
                  <a:pt x="464831" y="33523"/>
                </a:cubicBezTo>
                <a:lnTo>
                  <a:pt x="469530" y="33523"/>
                </a:lnTo>
                <a:lnTo>
                  <a:pt x="469530" y="40124"/>
                </a:lnTo>
                <a:lnTo>
                  <a:pt x="461685" y="40124"/>
                </a:lnTo>
                <a:cubicBezTo>
                  <a:pt x="458078" y="40124"/>
                  <a:pt x="455520" y="39365"/>
                  <a:pt x="454011" y="37847"/>
                </a:cubicBezTo>
                <a:cubicBezTo>
                  <a:pt x="452507" y="36323"/>
                  <a:pt x="451756" y="33738"/>
                  <a:pt x="451756" y="30091"/>
                </a:cubicBezTo>
                <a:lnTo>
                  <a:pt x="451756" y="17847"/>
                </a:lnTo>
                <a:lnTo>
                  <a:pt x="447204" y="17847"/>
                </a:lnTo>
                <a:lnTo>
                  <a:pt x="447204" y="11246"/>
                </a:lnTo>
                <a:lnTo>
                  <a:pt x="451756" y="11246"/>
                </a:lnTo>
                <a:lnTo>
                  <a:pt x="451756" y="3045"/>
                </a:lnTo>
                <a:lnTo>
                  <a:pt x="460892" y="3045"/>
                </a:lnTo>
                <a:close/>
                <a:moveTo>
                  <a:pt x="504462" y="25611"/>
                </a:moveTo>
                <a:lnTo>
                  <a:pt x="504462" y="28235"/>
                </a:lnTo>
                <a:lnTo>
                  <a:pt x="483091" y="28235"/>
                </a:lnTo>
                <a:cubicBezTo>
                  <a:pt x="483309" y="30402"/>
                  <a:pt x="484083" y="32027"/>
                  <a:pt x="485412" y="33111"/>
                </a:cubicBezTo>
                <a:cubicBezTo>
                  <a:pt x="486742" y="34194"/>
                  <a:pt x="488597" y="34736"/>
                  <a:pt x="490978" y="34736"/>
                </a:cubicBezTo>
                <a:cubicBezTo>
                  <a:pt x="492901" y="34736"/>
                  <a:pt x="494870" y="34448"/>
                  <a:pt x="496886" y="33870"/>
                </a:cubicBezTo>
                <a:cubicBezTo>
                  <a:pt x="498908" y="33292"/>
                  <a:pt x="500983" y="32420"/>
                  <a:pt x="503114" y="31254"/>
                </a:cubicBezTo>
                <a:lnTo>
                  <a:pt x="503114" y="38367"/>
                </a:lnTo>
                <a:cubicBezTo>
                  <a:pt x="500951" y="39192"/>
                  <a:pt x="498788" y="39816"/>
                  <a:pt x="496625" y="40239"/>
                </a:cubicBezTo>
                <a:cubicBezTo>
                  <a:pt x="494462" y="40663"/>
                  <a:pt x="492299" y="40875"/>
                  <a:pt x="490136" y="40875"/>
                </a:cubicBezTo>
                <a:cubicBezTo>
                  <a:pt x="484960" y="40875"/>
                  <a:pt x="480937" y="39546"/>
                  <a:pt x="478065" y="36890"/>
                </a:cubicBezTo>
                <a:cubicBezTo>
                  <a:pt x="475200" y="34233"/>
                  <a:pt x="473767" y="30506"/>
                  <a:pt x="473767" y="25710"/>
                </a:cubicBezTo>
                <a:cubicBezTo>
                  <a:pt x="473767" y="21001"/>
                  <a:pt x="475175" y="17299"/>
                  <a:pt x="477992" y="14604"/>
                </a:cubicBezTo>
                <a:cubicBezTo>
                  <a:pt x="480808" y="11903"/>
                  <a:pt x="484688" y="10553"/>
                  <a:pt x="489629" y="10553"/>
                </a:cubicBezTo>
                <a:cubicBezTo>
                  <a:pt x="494124" y="10553"/>
                  <a:pt x="497720" y="11920"/>
                  <a:pt x="500417" y="14654"/>
                </a:cubicBezTo>
                <a:cubicBezTo>
                  <a:pt x="503113" y="17382"/>
                  <a:pt x="504462" y="21034"/>
                  <a:pt x="504462" y="25611"/>
                </a:cubicBezTo>
                <a:close/>
                <a:moveTo>
                  <a:pt x="495064" y="22541"/>
                </a:moveTo>
                <a:cubicBezTo>
                  <a:pt x="495064" y="20787"/>
                  <a:pt x="494557" y="19373"/>
                  <a:pt x="493544" y="18300"/>
                </a:cubicBezTo>
                <a:cubicBezTo>
                  <a:pt x="492530" y="17222"/>
                  <a:pt x="491206" y="16683"/>
                  <a:pt x="489572" y="16683"/>
                </a:cubicBezTo>
                <a:cubicBezTo>
                  <a:pt x="487801" y="16683"/>
                  <a:pt x="486363" y="17187"/>
                  <a:pt x="485257" y="18193"/>
                </a:cubicBezTo>
                <a:cubicBezTo>
                  <a:pt x="484151" y="19200"/>
                  <a:pt x="483462" y="20649"/>
                  <a:pt x="483189" y="22541"/>
                </a:cubicBezTo>
                <a:lnTo>
                  <a:pt x="495064" y="22541"/>
                </a:lnTo>
                <a:close/>
                <a:moveTo>
                  <a:pt x="532637" y="19109"/>
                </a:moveTo>
                <a:cubicBezTo>
                  <a:pt x="531836" y="18729"/>
                  <a:pt x="531038" y="18452"/>
                  <a:pt x="530243" y="18276"/>
                </a:cubicBezTo>
                <a:cubicBezTo>
                  <a:pt x="529453" y="18094"/>
                  <a:pt x="528657" y="18003"/>
                  <a:pt x="527856" y="18003"/>
                </a:cubicBezTo>
                <a:cubicBezTo>
                  <a:pt x="525508" y="18003"/>
                  <a:pt x="523699" y="18765"/>
                  <a:pt x="522430" y="20289"/>
                </a:cubicBezTo>
                <a:cubicBezTo>
                  <a:pt x="521160" y="21807"/>
                  <a:pt x="520526" y="23983"/>
                  <a:pt x="520526" y="26815"/>
                </a:cubicBezTo>
                <a:lnTo>
                  <a:pt x="520526" y="40124"/>
                </a:lnTo>
                <a:lnTo>
                  <a:pt x="511389" y="40124"/>
                </a:lnTo>
                <a:lnTo>
                  <a:pt x="511389" y="11246"/>
                </a:lnTo>
                <a:lnTo>
                  <a:pt x="520526" y="11246"/>
                </a:lnTo>
                <a:lnTo>
                  <a:pt x="520526" y="15990"/>
                </a:lnTo>
                <a:cubicBezTo>
                  <a:pt x="521702" y="14098"/>
                  <a:pt x="523051" y="12720"/>
                  <a:pt x="524571" y="11857"/>
                </a:cubicBezTo>
                <a:cubicBezTo>
                  <a:pt x="526096" y="10987"/>
                  <a:pt x="527924" y="10553"/>
                  <a:pt x="530055" y="10553"/>
                </a:cubicBezTo>
                <a:cubicBezTo>
                  <a:pt x="530360" y="10553"/>
                  <a:pt x="530689" y="10567"/>
                  <a:pt x="531043" y="10594"/>
                </a:cubicBezTo>
                <a:cubicBezTo>
                  <a:pt x="531403" y="10616"/>
                  <a:pt x="531923" y="10671"/>
                  <a:pt x="532604" y="10759"/>
                </a:cubicBezTo>
                <a:lnTo>
                  <a:pt x="532637" y="19109"/>
                </a:lnTo>
                <a:close/>
                <a:moveTo>
                  <a:pt x="549997" y="27129"/>
                </a:moveTo>
                <a:cubicBezTo>
                  <a:pt x="548090" y="27129"/>
                  <a:pt x="546655" y="27456"/>
                  <a:pt x="545690" y="28111"/>
                </a:cubicBezTo>
                <a:cubicBezTo>
                  <a:pt x="544731" y="28760"/>
                  <a:pt x="544252" y="29722"/>
                  <a:pt x="544252" y="30999"/>
                </a:cubicBezTo>
                <a:cubicBezTo>
                  <a:pt x="544252" y="32165"/>
                  <a:pt x="544639" y="33081"/>
                  <a:pt x="545412" y="33746"/>
                </a:cubicBezTo>
                <a:cubicBezTo>
                  <a:pt x="546192" y="34406"/>
                  <a:pt x="547270" y="34736"/>
                  <a:pt x="548649" y="34736"/>
                </a:cubicBezTo>
                <a:cubicBezTo>
                  <a:pt x="550365" y="34736"/>
                  <a:pt x="551811" y="34115"/>
                  <a:pt x="552988" y="32872"/>
                </a:cubicBezTo>
                <a:cubicBezTo>
                  <a:pt x="554165" y="31623"/>
                  <a:pt x="554753" y="30061"/>
                  <a:pt x="554753" y="28185"/>
                </a:cubicBezTo>
                <a:lnTo>
                  <a:pt x="554753" y="27129"/>
                </a:lnTo>
                <a:lnTo>
                  <a:pt x="549997" y="27129"/>
                </a:lnTo>
                <a:close/>
                <a:moveTo>
                  <a:pt x="563972" y="23647"/>
                </a:moveTo>
                <a:lnTo>
                  <a:pt x="563972" y="40124"/>
                </a:lnTo>
                <a:lnTo>
                  <a:pt x="554753" y="40124"/>
                </a:lnTo>
                <a:lnTo>
                  <a:pt x="554753" y="35842"/>
                </a:lnTo>
                <a:cubicBezTo>
                  <a:pt x="553527" y="37597"/>
                  <a:pt x="552146" y="38875"/>
                  <a:pt x="550610" y="39678"/>
                </a:cubicBezTo>
                <a:cubicBezTo>
                  <a:pt x="549079" y="40476"/>
                  <a:pt x="547216" y="40875"/>
                  <a:pt x="545020" y="40875"/>
                </a:cubicBezTo>
                <a:cubicBezTo>
                  <a:pt x="542056" y="40875"/>
                  <a:pt x="539651" y="40003"/>
                  <a:pt x="537804" y="38259"/>
                </a:cubicBezTo>
                <a:cubicBezTo>
                  <a:pt x="535957" y="36510"/>
                  <a:pt x="535034" y="34244"/>
                  <a:pt x="535034" y="31461"/>
                </a:cubicBezTo>
                <a:cubicBezTo>
                  <a:pt x="535034" y="28072"/>
                  <a:pt x="536186" y="25589"/>
                  <a:pt x="538490" y="24010"/>
                </a:cubicBezTo>
                <a:cubicBezTo>
                  <a:pt x="540800" y="22426"/>
                  <a:pt x="544424" y="21634"/>
                  <a:pt x="549360" y="21634"/>
                </a:cubicBezTo>
                <a:lnTo>
                  <a:pt x="554753" y="21634"/>
                </a:lnTo>
                <a:lnTo>
                  <a:pt x="554753" y="20916"/>
                </a:lnTo>
                <a:cubicBezTo>
                  <a:pt x="554753" y="19453"/>
                  <a:pt x="554181" y="18383"/>
                  <a:pt x="553037" y="17706"/>
                </a:cubicBezTo>
                <a:cubicBezTo>
                  <a:pt x="551898" y="17024"/>
                  <a:pt x="550120" y="16683"/>
                  <a:pt x="547701" y="16683"/>
                </a:cubicBezTo>
                <a:cubicBezTo>
                  <a:pt x="545745" y="16683"/>
                  <a:pt x="543922" y="16881"/>
                  <a:pt x="542233" y="17277"/>
                </a:cubicBezTo>
                <a:cubicBezTo>
                  <a:pt x="540550" y="17674"/>
                  <a:pt x="538984" y="18268"/>
                  <a:pt x="537534" y="19060"/>
                </a:cubicBezTo>
                <a:lnTo>
                  <a:pt x="537534" y="12022"/>
                </a:lnTo>
                <a:cubicBezTo>
                  <a:pt x="539496" y="11538"/>
                  <a:pt x="541462" y="11172"/>
                  <a:pt x="543435" y="10924"/>
                </a:cubicBezTo>
                <a:cubicBezTo>
                  <a:pt x="545412" y="10677"/>
                  <a:pt x="547387" y="10553"/>
                  <a:pt x="549360" y="10553"/>
                </a:cubicBezTo>
                <a:cubicBezTo>
                  <a:pt x="554519" y="10553"/>
                  <a:pt x="558243" y="11579"/>
                  <a:pt x="560531" y="13631"/>
                </a:cubicBezTo>
                <a:cubicBezTo>
                  <a:pt x="562825" y="15682"/>
                  <a:pt x="563972" y="19021"/>
                  <a:pt x="563972" y="23647"/>
                </a:cubicBezTo>
                <a:close/>
                <a:moveTo>
                  <a:pt x="572477" y="0"/>
                </a:moveTo>
                <a:lnTo>
                  <a:pt x="581614" y="0"/>
                </a:lnTo>
                <a:lnTo>
                  <a:pt x="581614" y="40124"/>
                </a:lnTo>
                <a:lnTo>
                  <a:pt x="572477" y="40124"/>
                </a:lnTo>
                <a:lnTo>
                  <a:pt x="572477" y="0"/>
                </a:lnTo>
                <a:close/>
              </a:path>
            </a:pathLst>
          </a:custGeom>
          <a:solidFill>
            <a:srgbClr val="333333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35" name="Freeform 1234">
            <a:extLst>
              <a:ext uri="{FF2B5EF4-FFF2-40B4-BE49-F238E27FC236}">
                <a16:creationId xmlns:a16="http://schemas.microsoft.com/office/drawing/2014/main" id="{14E6F510-F028-5E23-C653-14EB2CEE59F8}"/>
              </a:ext>
            </a:extLst>
          </p:cNvPr>
          <p:cNvSpPr>
            <a:spLocks noGrp="1"/>
          </p:cNvSpPr>
          <p:nvPr/>
        </p:nvSpPr>
        <p:spPr>
          <a:xfrm>
            <a:off x="4435230" y="1790197"/>
            <a:ext cx="427746" cy="47087"/>
          </a:xfrm>
          <a:custGeom>
            <a:avLst/>
            <a:gdLst/>
            <a:ahLst/>
            <a:cxnLst/>
            <a:rect l="l" t="t" r="r" b="b"/>
            <a:pathLst>
              <a:path w="427746" h="47087">
                <a:moveTo>
                  <a:pt x="24035" y="12145"/>
                </a:moveTo>
                <a:lnTo>
                  <a:pt x="24035" y="19159"/>
                </a:lnTo>
                <a:cubicBezTo>
                  <a:pt x="22079" y="18333"/>
                  <a:pt x="20188" y="17715"/>
                  <a:pt x="18363" y="17302"/>
                </a:cubicBezTo>
                <a:cubicBezTo>
                  <a:pt x="16543" y="16890"/>
                  <a:pt x="14825" y="16683"/>
                  <a:pt x="13206" y="16683"/>
                </a:cubicBezTo>
                <a:cubicBezTo>
                  <a:pt x="11469" y="16683"/>
                  <a:pt x="10177" y="16903"/>
                  <a:pt x="9333" y="17343"/>
                </a:cubicBezTo>
                <a:cubicBezTo>
                  <a:pt x="8494" y="17783"/>
                  <a:pt x="8074" y="18457"/>
                  <a:pt x="8074" y="19365"/>
                </a:cubicBezTo>
                <a:cubicBezTo>
                  <a:pt x="8074" y="20107"/>
                  <a:pt x="8393" y="20677"/>
                  <a:pt x="9030" y="21073"/>
                </a:cubicBezTo>
                <a:cubicBezTo>
                  <a:pt x="9668" y="21463"/>
                  <a:pt x="10812" y="21755"/>
                  <a:pt x="12463" y="21947"/>
                </a:cubicBezTo>
                <a:lnTo>
                  <a:pt x="14073" y="22178"/>
                </a:lnTo>
                <a:cubicBezTo>
                  <a:pt x="18758" y="22778"/>
                  <a:pt x="21907" y="23765"/>
                  <a:pt x="23520" y="25140"/>
                </a:cubicBezTo>
                <a:cubicBezTo>
                  <a:pt x="25138" y="26516"/>
                  <a:pt x="25947" y="28675"/>
                  <a:pt x="25947" y="31617"/>
                </a:cubicBezTo>
                <a:cubicBezTo>
                  <a:pt x="25947" y="34692"/>
                  <a:pt x="24822" y="37005"/>
                  <a:pt x="22572" y="38556"/>
                </a:cubicBezTo>
                <a:cubicBezTo>
                  <a:pt x="20327" y="40102"/>
                  <a:pt x="16977" y="40875"/>
                  <a:pt x="12520" y="40875"/>
                </a:cubicBezTo>
                <a:cubicBezTo>
                  <a:pt x="10629" y="40875"/>
                  <a:pt x="8673" y="40724"/>
                  <a:pt x="6652" y="40421"/>
                </a:cubicBezTo>
                <a:cubicBezTo>
                  <a:pt x="4636" y="40118"/>
                  <a:pt x="2563" y="39667"/>
                  <a:pt x="433" y="39068"/>
                </a:cubicBezTo>
                <a:lnTo>
                  <a:pt x="433" y="32055"/>
                </a:lnTo>
                <a:cubicBezTo>
                  <a:pt x="2258" y="32946"/>
                  <a:pt x="4127" y="33617"/>
                  <a:pt x="6039" y="34068"/>
                </a:cubicBezTo>
                <a:cubicBezTo>
                  <a:pt x="7957" y="34513"/>
                  <a:pt x="9902" y="34736"/>
                  <a:pt x="11874" y="34736"/>
                </a:cubicBezTo>
                <a:cubicBezTo>
                  <a:pt x="13667" y="34736"/>
                  <a:pt x="15013" y="34489"/>
                  <a:pt x="15912" y="33994"/>
                </a:cubicBezTo>
                <a:cubicBezTo>
                  <a:pt x="16816" y="33493"/>
                  <a:pt x="17268" y="32751"/>
                  <a:pt x="17268" y="31766"/>
                </a:cubicBezTo>
                <a:cubicBezTo>
                  <a:pt x="17268" y="30941"/>
                  <a:pt x="16958" y="30328"/>
                  <a:pt x="16336" y="29926"/>
                </a:cubicBezTo>
                <a:cubicBezTo>
                  <a:pt x="15715" y="29525"/>
                  <a:pt x="14476" y="29211"/>
                  <a:pt x="12618" y="28985"/>
                </a:cubicBezTo>
                <a:lnTo>
                  <a:pt x="11008" y="28779"/>
                </a:lnTo>
                <a:cubicBezTo>
                  <a:pt x="6938" y="28262"/>
                  <a:pt x="4086" y="27308"/>
                  <a:pt x="2452" y="25916"/>
                </a:cubicBezTo>
                <a:cubicBezTo>
                  <a:pt x="817" y="24524"/>
                  <a:pt x="0" y="22409"/>
                  <a:pt x="0" y="19571"/>
                </a:cubicBezTo>
                <a:cubicBezTo>
                  <a:pt x="0" y="16513"/>
                  <a:pt x="1038" y="14246"/>
                  <a:pt x="3114" y="12772"/>
                </a:cubicBezTo>
                <a:cubicBezTo>
                  <a:pt x="5195" y="11293"/>
                  <a:pt x="8379" y="10553"/>
                  <a:pt x="12667" y="10553"/>
                </a:cubicBezTo>
                <a:cubicBezTo>
                  <a:pt x="14356" y="10553"/>
                  <a:pt x="16127" y="10682"/>
                  <a:pt x="17979" y="10941"/>
                </a:cubicBezTo>
                <a:cubicBezTo>
                  <a:pt x="19837" y="11194"/>
                  <a:pt x="21855" y="11595"/>
                  <a:pt x="24035" y="12145"/>
                </a:cubicBezTo>
                <a:close/>
                <a:moveTo>
                  <a:pt x="55934" y="12145"/>
                </a:moveTo>
                <a:lnTo>
                  <a:pt x="55934" y="19678"/>
                </a:lnTo>
                <a:cubicBezTo>
                  <a:pt x="54692" y="18820"/>
                  <a:pt x="53445" y="18185"/>
                  <a:pt x="52191" y="17772"/>
                </a:cubicBezTo>
                <a:cubicBezTo>
                  <a:pt x="50938" y="17360"/>
                  <a:pt x="49639" y="17154"/>
                  <a:pt x="48293" y="17154"/>
                </a:cubicBezTo>
                <a:cubicBezTo>
                  <a:pt x="45744" y="17154"/>
                  <a:pt x="43758" y="17905"/>
                  <a:pt x="42336" y="19406"/>
                </a:cubicBezTo>
                <a:cubicBezTo>
                  <a:pt x="40914" y="20908"/>
                  <a:pt x="40203" y="23009"/>
                  <a:pt x="40203" y="25710"/>
                </a:cubicBezTo>
                <a:cubicBezTo>
                  <a:pt x="40203" y="28410"/>
                  <a:pt x="40914" y="30514"/>
                  <a:pt x="42336" y="32022"/>
                </a:cubicBezTo>
                <a:cubicBezTo>
                  <a:pt x="43758" y="33523"/>
                  <a:pt x="45744" y="34274"/>
                  <a:pt x="48293" y="34274"/>
                </a:cubicBezTo>
                <a:cubicBezTo>
                  <a:pt x="49726" y="34274"/>
                  <a:pt x="51086" y="34060"/>
                  <a:pt x="52371" y="33631"/>
                </a:cubicBezTo>
                <a:cubicBezTo>
                  <a:pt x="53657" y="33196"/>
                  <a:pt x="54845" y="32558"/>
                  <a:pt x="55934" y="31717"/>
                </a:cubicBezTo>
                <a:lnTo>
                  <a:pt x="55934" y="39274"/>
                </a:lnTo>
                <a:cubicBezTo>
                  <a:pt x="54502" y="39808"/>
                  <a:pt x="53050" y="40207"/>
                  <a:pt x="51579" y="40471"/>
                </a:cubicBezTo>
                <a:cubicBezTo>
                  <a:pt x="50108" y="40740"/>
                  <a:pt x="48631" y="40875"/>
                  <a:pt x="47149" y="40875"/>
                </a:cubicBezTo>
                <a:cubicBezTo>
                  <a:pt x="41990" y="40875"/>
                  <a:pt x="37953" y="39538"/>
                  <a:pt x="35038" y="36865"/>
                </a:cubicBezTo>
                <a:cubicBezTo>
                  <a:pt x="32128" y="34192"/>
                  <a:pt x="30674" y="30473"/>
                  <a:pt x="30674" y="25710"/>
                </a:cubicBezTo>
                <a:cubicBezTo>
                  <a:pt x="30674" y="20946"/>
                  <a:pt x="32128" y="17231"/>
                  <a:pt x="35038" y="14563"/>
                </a:cubicBezTo>
                <a:cubicBezTo>
                  <a:pt x="37953" y="11890"/>
                  <a:pt x="41990" y="10553"/>
                  <a:pt x="47149" y="10553"/>
                </a:cubicBezTo>
                <a:cubicBezTo>
                  <a:pt x="48647" y="10553"/>
                  <a:pt x="50124" y="10685"/>
                  <a:pt x="51579" y="10949"/>
                </a:cubicBezTo>
                <a:cubicBezTo>
                  <a:pt x="53033" y="11213"/>
                  <a:pt x="54485" y="11612"/>
                  <a:pt x="55934" y="12145"/>
                </a:cubicBezTo>
                <a:close/>
                <a:moveTo>
                  <a:pt x="63827" y="0"/>
                </a:moveTo>
                <a:lnTo>
                  <a:pt x="72963" y="0"/>
                </a:lnTo>
                <a:lnTo>
                  <a:pt x="72963" y="40124"/>
                </a:lnTo>
                <a:lnTo>
                  <a:pt x="63827" y="40124"/>
                </a:lnTo>
                <a:lnTo>
                  <a:pt x="63827" y="0"/>
                </a:lnTo>
                <a:close/>
                <a:moveTo>
                  <a:pt x="110301" y="25611"/>
                </a:moveTo>
                <a:lnTo>
                  <a:pt x="110301" y="28235"/>
                </a:lnTo>
                <a:lnTo>
                  <a:pt x="88930" y="28235"/>
                </a:lnTo>
                <a:cubicBezTo>
                  <a:pt x="89148" y="30402"/>
                  <a:pt x="89922" y="32027"/>
                  <a:pt x="91251" y="33111"/>
                </a:cubicBezTo>
                <a:cubicBezTo>
                  <a:pt x="92580" y="34194"/>
                  <a:pt x="94435" y="34736"/>
                  <a:pt x="96816" y="34736"/>
                </a:cubicBezTo>
                <a:cubicBezTo>
                  <a:pt x="98740" y="34736"/>
                  <a:pt x="100709" y="34448"/>
                  <a:pt x="102725" y="33870"/>
                </a:cubicBezTo>
                <a:cubicBezTo>
                  <a:pt x="104746" y="33292"/>
                  <a:pt x="106822" y="32420"/>
                  <a:pt x="108952" y="31254"/>
                </a:cubicBezTo>
                <a:lnTo>
                  <a:pt x="108952" y="38367"/>
                </a:lnTo>
                <a:cubicBezTo>
                  <a:pt x="106789" y="39192"/>
                  <a:pt x="104626" y="39816"/>
                  <a:pt x="102463" y="40240"/>
                </a:cubicBezTo>
                <a:cubicBezTo>
                  <a:pt x="100301" y="40663"/>
                  <a:pt x="98138" y="40875"/>
                  <a:pt x="95975" y="40875"/>
                </a:cubicBezTo>
                <a:cubicBezTo>
                  <a:pt x="90799" y="40875"/>
                  <a:pt x="86775" y="39546"/>
                  <a:pt x="83904" y="36890"/>
                </a:cubicBezTo>
                <a:cubicBezTo>
                  <a:pt x="81038" y="34233"/>
                  <a:pt x="79606" y="30506"/>
                  <a:pt x="79606" y="25710"/>
                </a:cubicBezTo>
                <a:cubicBezTo>
                  <a:pt x="79606" y="21001"/>
                  <a:pt x="81014" y="17299"/>
                  <a:pt x="83831" y="14604"/>
                </a:cubicBezTo>
                <a:cubicBezTo>
                  <a:pt x="86647" y="11903"/>
                  <a:pt x="90526" y="10553"/>
                  <a:pt x="95468" y="10553"/>
                </a:cubicBezTo>
                <a:cubicBezTo>
                  <a:pt x="99963" y="10553"/>
                  <a:pt x="103559" y="11920"/>
                  <a:pt x="106255" y="14654"/>
                </a:cubicBezTo>
                <a:cubicBezTo>
                  <a:pt x="108952" y="17382"/>
                  <a:pt x="110301" y="21034"/>
                  <a:pt x="110301" y="25611"/>
                </a:cubicBezTo>
                <a:close/>
                <a:moveTo>
                  <a:pt x="100903" y="22541"/>
                </a:moveTo>
                <a:cubicBezTo>
                  <a:pt x="100903" y="20787"/>
                  <a:pt x="100396" y="19373"/>
                  <a:pt x="99382" y="18301"/>
                </a:cubicBezTo>
                <a:cubicBezTo>
                  <a:pt x="98369" y="17222"/>
                  <a:pt x="97045" y="16683"/>
                  <a:pt x="95411" y="16683"/>
                </a:cubicBezTo>
                <a:cubicBezTo>
                  <a:pt x="93640" y="16683"/>
                  <a:pt x="92202" y="17187"/>
                  <a:pt x="91096" y="18193"/>
                </a:cubicBezTo>
                <a:cubicBezTo>
                  <a:pt x="89990" y="19200"/>
                  <a:pt x="89301" y="20649"/>
                  <a:pt x="89028" y="22541"/>
                </a:cubicBezTo>
                <a:lnTo>
                  <a:pt x="100903" y="22541"/>
                </a:lnTo>
                <a:close/>
                <a:moveTo>
                  <a:pt x="138476" y="19109"/>
                </a:moveTo>
                <a:cubicBezTo>
                  <a:pt x="137675" y="18729"/>
                  <a:pt x="136877" y="18452"/>
                  <a:pt x="136081" y="18276"/>
                </a:cubicBezTo>
                <a:cubicBezTo>
                  <a:pt x="135291" y="18094"/>
                  <a:pt x="134496" y="18003"/>
                  <a:pt x="133695" y="18003"/>
                </a:cubicBezTo>
                <a:cubicBezTo>
                  <a:pt x="131347" y="18003"/>
                  <a:pt x="129538" y="18765"/>
                  <a:pt x="128269" y="20289"/>
                </a:cubicBezTo>
                <a:cubicBezTo>
                  <a:pt x="126999" y="21807"/>
                  <a:pt x="126364" y="23983"/>
                  <a:pt x="126364" y="26815"/>
                </a:cubicBezTo>
                <a:lnTo>
                  <a:pt x="126364" y="40124"/>
                </a:lnTo>
                <a:lnTo>
                  <a:pt x="117228" y="40124"/>
                </a:lnTo>
                <a:lnTo>
                  <a:pt x="117228" y="11246"/>
                </a:lnTo>
                <a:lnTo>
                  <a:pt x="126364" y="11246"/>
                </a:lnTo>
                <a:lnTo>
                  <a:pt x="126364" y="15990"/>
                </a:lnTo>
                <a:cubicBezTo>
                  <a:pt x="127541" y="14098"/>
                  <a:pt x="128890" y="12720"/>
                  <a:pt x="130410" y="11857"/>
                </a:cubicBezTo>
                <a:cubicBezTo>
                  <a:pt x="131935" y="10987"/>
                  <a:pt x="133763" y="10553"/>
                  <a:pt x="135893" y="10553"/>
                </a:cubicBezTo>
                <a:cubicBezTo>
                  <a:pt x="136199" y="10553"/>
                  <a:pt x="136528" y="10567"/>
                  <a:pt x="136882" y="10594"/>
                </a:cubicBezTo>
                <a:cubicBezTo>
                  <a:pt x="137242" y="10616"/>
                  <a:pt x="137762" y="10671"/>
                  <a:pt x="138443" y="10759"/>
                </a:cubicBezTo>
                <a:lnTo>
                  <a:pt x="138476" y="19109"/>
                </a:lnTo>
                <a:close/>
                <a:moveTo>
                  <a:pt x="156629" y="17154"/>
                </a:moveTo>
                <a:cubicBezTo>
                  <a:pt x="154602" y="17154"/>
                  <a:pt x="153057" y="17888"/>
                  <a:pt x="151995" y="19357"/>
                </a:cubicBezTo>
                <a:cubicBezTo>
                  <a:pt x="150933" y="20825"/>
                  <a:pt x="150401" y="22943"/>
                  <a:pt x="150401" y="25710"/>
                </a:cubicBezTo>
                <a:cubicBezTo>
                  <a:pt x="150401" y="28477"/>
                  <a:pt x="150933" y="30597"/>
                  <a:pt x="151995" y="32071"/>
                </a:cubicBezTo>
                <a:cubicBezTo>
                  <a:pt x="153057" y="33540"/>
                  <a:pt x="154602" y="34274"/>
                  <a:pt x="156629" y="34274"/>
                </a:cubicBezTo>
                <a:cubicBezTo>
                  <a:pt x="158623" y="34274"/>
                  <a:pt x="160145" y="33540"/>
                  <a:pt x="161197" y="32071"/>
                </a:cubicBezTo>
                <a:cubicBezTo>
                  <a:pt x="162254" y="30597"/>
                  <a:pt x="162782" y="28477"/>
                  <a:pt x="162782" y="25710"/>
                </a:cubicBezTo>
                <a:cubicBezTo>
                  <a:pt x="162782" y="22943"/>
                  <a:pt x="162254" y="20825"/>
                  <a:pt x="161197" y="19357"/>
                </a:cubicBezTo>
                <a:cubicBezTo>
                  <a:pt x="160145" y="17888"/>
                  <a:pt x="158623" y="17154"/>
                  <a:pt x="156629" y="17154"/>
                </a:cubicBezTo>
                <a:close/>
                <a:moveTo>
                  <a:pt x="156629" y="10553"/>
                </a:moveTo>
                <a:cubicBezTo>
                  <a:pt x="161548" y="10553"/>
                  <a:pt x="165392" y="11895"/>
                  <a:pt x="168160" y="14579"/>
                </a:cubicBezTo>
                <a:cubicBezTo>
                  <a:pt x="170927" y="17258"/>
                  <a:pt x="172311" y="20968"/>
                  <a:pt x="172311" y="25710"/>
                </a:cubicBezTo>
                <a:cubicBezTo>
                  <a:pt x="172311" y="30457"/>
                  <a:pt x="170927" y="34173"/>
                  <a:pt x="168160" y="36857"/>
                </a:cubicBezTo>
                <a:cubicBezTo>
                  <a:pt x="165392" y="39536"/>
                  <a:pt x="161548" y="40875"/>
                  <a:pt x="156629" y="40875"/>
                </a:cubicBezTo>
                <a:cubicBezTo>
                  <a:pt x="151693" y="40875"/>
                  <a:pt x="147832" y="39536"/>
                  <a:pt x="145048" y="36857"/>
                </a:cubicBezTo>
                <a:cubicBezTo>
                  <a:pt x="142264" y="34173"/>
                  <a:pt x="140872" y="30457"/>
                  <a:pt x="140872" y="25710"/>
                </a:cubicBezTo>
                <a:cubicBezTo>
                  <a:pt x="140872" y="20968"/>
                  <a:pt x="142264" y="17258"/>
                  <a:pt x="145048" y="14579"/>
                </a:cubicBezTo>
                <a:cubicBezTo>
                  <a:pt x="147832" y="11895"/>
                  <a:pt x="151693" y="10553"/>
                  <a:pt x="156629" y="10553"/>
                </a:cubicBezTo>
                <a:close/>
                <a:moveTo>
                  <a:pt x="201297" y="12145"/>
                </a:moveTo>
                <a:lnTo>
                  <a:pt x="201297" y="19159"/>
                </a:lnTo>
                <a:cubicBezTo>
                  <a:pt x="199341" y="18333"/>
                  <a:pt x="197451" y="17715"/>
                  <a:pt x="195626" y="17302"/>
                </a:cubicBezTo>
                <a:cubicBezTo>
                  <a:pt x="193806" y="16890"/>
                  <a:pt x="192087" y="16683"/>
                  <a:pt x="190469" y="16683"/>
                </a:cubicBezTo>
                <a:cubicBezTo>
                  <a:pt x="188731" y="16683"/>
                  <a:pt x="187440" y="16903"/>
                  <a:pt x="186596" y="17343"/>
                </a:cubicBezTo>
                <a:cubicBezTo>
                  <a:pt x="185756" y="17783"/>
                  <a:pt x="185337" y="18457"/>
                  <a:pt x="185337" y="19365"/>
                </a:cubicBezTo>
                <a:cubicBezTo>
                  <a:pt x="185337" y="20107"/>
                  <a:pt x="185656" y="20677"/>
                  <a:pt x="186293" y="21073"/>
                </a:cubicBezTo>
                <a:cubicBezTo>
                  <a:pt x="186931" y="21463"/>
                  <a:pt x="188075" y="21755"/>
                  <a:pt x="189725" y="21947"/>
                </a:cubicBezTo>
                <a:lnTo>
                  <a:pt x="191335" y="22178"/>
                </a:lnTo>
                <a:cubicBezTo>
                  <a:pt x="196021" y="22778"/>
                  <a:pt x="199170" y="23765"/>
                  <a:pt x="200783" y="25140"/>
                </a:cubicBezTo>
                <a:cubicBezTo>
                  <a:pt x="202401" y="26516"/>
                  <a:pt x="203210" y="28675"/>
                  <a:pt x="203210" y="31617"/>
                </a:cubicBezTo>
                <a:cubicBezTo>
                  <a:pt x="203210" y="34692"/>
                  <a:pt x="202085" y="37005"/>
                  <a:pt x="199835" y="38556"/>
                </a:cubicBezTo>
                <a:cubicBezTo>
                  <a:pt x="197590" y="40102"/>
                  <a:pt x="194239" y="40875"/>
                  <a:pt x="189783" y="40875"/>
                </a:cubicBezTo>
                <a:cubicBezTo>
                  <a:pt x="187892" y="40875"/>
                  <a:pt x="185936" y="40724"/>
                  <a:pt x="183915" y="40421"/>
                </a:cubicBezTo>
                <a:cubicBezTo>
                  <a:pt x="181899" y="40118"/>
                  <a:pt x="179826" y="39667"/>
                  <a:pt x="177696" y="39068"/>
                </a:cubicBezTo>
                <a:lnTo>
                  <a:pt x="177696" y="32055"/>
                </a:lnTo>
                <a:cubicBezTo>
                  <a:pt x="179521" y="32946"/>
                  <a:pt x="181390" y="33617"/>
                  <a:pt x="183302" y="34068"/>
                </a:cubicBezTo>
                <a:cubicBezTo>
                  <a:pt x="185220" y="34513"/>
                  <a:pt x="187165" y="34736"/>
                  <a:pt x="189137" y="34736"/>
                </a:cubicBezTo>
                <a:cubicBezTo>
                  <a:pt x="190929" y="34736"/>
                  <a:pt x="192275" y="34489"/>
                  <a:pt x="193174" y="33994"/>
                </a:cubicBezTo>
                <a:cubicBezTo>
                  <a:pt x="194079" y="33493"/>
                  <a:pt x="194531" y="32751"/>
                  <a:pt x="194531" y="31766"/>
                </a:cubicBezTo>
                <a:cubicBezTo>
                  <a:pt x="194531" y="30941"/>
                  <a:pt x="194220" y="30328"/>
                  <a:pt x="193599" y="29926"/>
                </a:cubicBezTo>
                <a:cubicBezTo>
                  <a:pt x="192978" y="29525"/>
                  <a:pt x="191739" y="29211"/>
                  <a:pt x="189881" y="28985"/>
                </a:cubicBezTo>
                <a:lnTo>
                  <a:pt x="188271" y="28779"/>
                </a:lnTo>
                <a:cubicBezTo>
                  <a:pt x="184201" y="28262"/>
                  <a:pt x="181349" y="27308"/>
                  <a:pt x="179714" y="25916"/>
                </a:cubicBezTo>
                <a:cubicBezTo>
                  <a:pt x="178080" y="24524"/>
                  <a:pt x="177263" y="22409"/>
                  <a:pt x="177263" y="19571"/>
                </a:cubicBezTo>
                <a:cubicBezTo>
                  <a:pt x="177263" y="16513"/>
                  <a:pt x="178301" y="14246"/>
                  <a:pt x="180376" y="12772"/>
                </a:cubicBezTo>
                <a:cubicBezTo>
                  <a:pt x="182458" y="11293"/>
                  <a:pt x="185642" y="10553"/>
                  <a:pt x="189930" y="10553"/>
                </a:cubicBezTo>
                <a:cubicBezTo>
                  <a:pt x="191619" y="10553"/>
                  <a:pt x="193389" y="10682"/>
                  <a:pt x="195242" y="10941"/>
                </a:cubicBezTo>
                <a:cubicBezTo>
                  <a:pt x="197100" y="11194"/>
                  <a:pt x="199118" y="11595"/>
                  <a:pt x="201297" y="12145"/>
                </a:cubicBezTo>
                <a:close/>
                <a:moveTo>
                  <a:pt x="210086" y="11246"/>
                </a:moveTo>
                <a:lnTo>
                  <a:pt x="219222" y="11246"/>
                </a:lnTo>
                <a:lnTo>
                  <a:pt x="219222" y="40124"/>
                </a:lnTo>
                <a:lnTo>
                  <a:pt x="210086" y="40124"/>
                </a:lnTo>
                <a:lnTo>
                  <a:pt x="210086" y="11246"/>
                </a:lnTo>
                <a:close/>
                <a:moveTo>
                  <a:pt x="210086" y="0"/>
                </a:moveTo>
                <a:lnTo>
                  <a:pt x="219222" y="0"/>
                </a:lnTo>
                <a:lnTo>
                  <a:pt x="219222" y="7533"/>
                </a:lnTo>
                <a:lnTo>
                  <a:pt x="210086" y="7533"/>
                </a:lnTo>
                <a:lnTo>
                  <a:pt x="210086" y="0"/>
                </a:lnTo>
                <a:close/>
                <a:moveTo>
                  <a:pt x="250357" y="12145"/>
                </a:moveTo>
                <a:lnTo>
                  <a:pt x="250357" y="19159"/>
                </a:lnTo>
                <a:cubicBezTo>
                  <a:pt x="248401" y="18333"/>
                  <a:pt x="246510" y="17715"/>
                  <a:pt x="244685" y="17302"/>
                </a:cubicBezTo>
                <a:cubicBezTo>
                  <a:pt x="242866" y="16890"/>
                  <a:pt x="241147" y="16683"/>
                  <a:pt x="239529" y="16683"/>
                </a:cubicBezTo>
                <a:cubicBezTo>
                  <a:pt x="237791" y="16683"/>
                  <a:pt x="236499" y="16903"/>
                  <a:pt x="235655" y="17343"/>
                </a:cubicBezTo>
                <a:cubicBezTo>
                  <a:pt x="234816" y="17783"/>
                  <a:pt x="234396" y="18457"/>
                  <a:pt x="234396" y="19365"/>
                </a:cubicBezTo>
                <a:cubicBezTo>
                  <a:pt x="234396" y="20107"/>
                  <a:pt x="234715" y="20677"/>
                  <a:pt x="235353" y="21073"/>
                </a:cubicBezTo>
                <a:cubicBezTo>
                  <a:pt x="235990" y="21463"/>
                  <a:pt x="237134" y="21755"/>
                  <a:pt x="238785" y="21947"/>
                </a:cubicBezTo>
                <a:lnTo>
                  <a:pt x="240395" y="22178"/>
                </a:lnTo>
                <a:cubicBezTo>
                  <a:pt x="245080" y="22778"/>
                  <a:pt x="248229" y="23765"/>
                  <a:pt x="249842" y="25140"/>
                </a:cubicBezTo>
                <a:cubicBezTo>
                  <a:pt x="251460" y="26516"/>
                  <a:pt x="252269" y="28675"/>
                  <a:pt x="252269" y="31617"/>
                </a:cubicBezTo>
                <a:cubicBezTo>
                  <a:pt x="252269" y="34692"/>
                  <a:pt x="251144" y="37005"/>
                  <a:pt x="248894" y="38556"/>
                </a:cubicBezTo>
                <a:cubicBezTo>
                  <a:pt x="246649" y="40102"/>
                  <a:pt x="243299" y="40875"/>
                  <a:pt x="238842" y="40875"/>
                </a:cubicBezTo>
                <a:cubicBezTo>
                  <a:pt x="236952" y="40875"/>
                  <a:pt x="234996" y="40724"/>
                  <a:pt x="232974" y="40421"/>
                </a:cubicBezTo>
                <a:cubicBezTo>
                  <a:pt x="230959" y="40118"/>
                  <a:pt x="228886" y="39667"/>
                  <a:pt x="226755" y="39068"/>
                </a:cubicBezTo>
                <a:lnTo>
                  <a:pt x="226755" y="32055"/>
                </a:lnTo>
                <a:cubicBezTo>
                  <a:pt x="228580" y="32946"/>
                  <a:pt x="230449" y="33617"/>
                  <a:pt x="232362" y="34068"/>
                </a:cubicBezTo>
                <a:cubicBezTo>
                  <a:pt x="234279" y="34513"/>
                  <a:pt x="236224" y="34736"/>
                  <a:pt x="238197" y="34736"/>
                </a:cubicBezTo>
                <a:cubicBezTo>
                  <a:pt x="239989" y="34736"/>
                  <a:pt x="241335" y="34489"/>
                  <a:pt x="242234" y="33994"/>
                </a:cubicBezTo>
                <a:cubicBezTo>
                  <a:pt x="243138" y="33493"/>
                  <a:pt x="243590" y="32751"/>
                  <a:pt x="243590" y="31766"/>
                </a:cubicBezTo>
                <a:cubicBezTo>
                  <a:pt x="243590" y="30941"/>
                  <a:pt x="243280" y="30328"/>
                  <a:pt x="242659" y="29926"/>
                </a:cubicBezTo>
                <a:cubicBezTo>
                  <a:pt x="242037" y="29525"/>
                  <a:pt x="240798" y="29211"/>
                  <a:pt x="238940" y="28985"/>
                </a:cubicBezTo>
                <a:lnTo>
                  <a:pt x="237330" y="28779"/>
                </a:lnTo>
                <a:cubicBezTo>
                  <a:pt x="233260" y="28262"/>
                  <a:pt x="230408" y="27308"/>
                  <a:pt x="228774" y="25916"/>
                </a:cubicBezTo>
                <a:cubicBezTo>
                  <a:pt x="227139" y="24524"/>
                  <a:pt x="226322" y="22409"/>
                  <a:pt x="226322" y="19571"/>
                </a:cubicBezTo>
                <a:cubicBezTo>
                  <a:pt x="226322" y="16513"/>
                  <a:pt x="227360" y="14246"/>
                  <a:pt x="229436" y="12772"/>
                </a:cubicBezTo>
                <a:cubicBezTo>
                  <a:pt x="231517" y="11293"/>
                  <a:pt x="234701" y="10553"/>
                  <a:pt x="238989" y="10553"/>
                </a:cubicBezTo>
                <a:cubicBezTo>
                  <a:pt x="240678" y="10553"/>
                  <a:pt x="242449" y="10682"/>
                  <a:pt x="244301" y="10941"/>
                </a:cubicBezTo>
                <a:cubicBezTo>
                  <a:pt x="246159" y="11194"/>
                  <a:pt x="248178" y="11595"/>
                  <a:pt x="250357" y="12145"/>
                </a:cubicBezTo>
                <a:close/>
                <a:moveTo>
                  <a:pt x="292677" y="47088"/>
                </a:moveTo>
                <a:lnTo>
                  <a:pt x="285085" y="47088"/>
                </a:lnTo>
                <a:cubicBezTo>
                  <a:pt x="282481" y="42841"/>
                  <a:pt x="280558" y="38807"/>
                  <a:pt x="279316" y="34984"/>
                </a:cubicBezTo>
                <a:cubicBezTo>
                  <a:pt x="278073" y="31155"/>
                  <a:pt x="277452" y="27360"/>
                  <a:pt x="277452" y="23598"/>
                </a:cubicBezTo>
                <a:cubicBezTo>
                  <a:pt x="277452" y="19830"/>
                  <a:pt x="278076" y="16018"/>
                  <a:pt x="279324" y="12162"/>
                </a:cubicBezTo>
                <a:cubicBezTo>
                  <a:pt x="280577" y="8300"/>
                  <a:pt x="282497" y="4266"/>
                  <a:pt x="285085" y="58"/>
                </a:cubicBezTo>
                <a:lnTo>
                  <a:pt x="292677" y="58"/>
                </a:lnTo>
                <a:cubicBezTo>
                  <a:pt x="290498" y="4128"/>
                  <a:pt x="288864" y="8111"/>
                  <a:pt x="287774" y="12005"/>
                </a:cubicBezTo>
                <a:cubicBezTo>
                  <a:pt x="286684" y="15899"/>
                  <a:pt x="286139" y="19747"/>
                  <a:pt x="286139" y="23548"/>
                </a:cubicBezTo>
                <a:cubicBezTo>
                  <a:pt x="286139" y="27344"/>
                  <a:pt x="286679" y="31194"/>
                  <a:pt x="287758" y="35099"/>
                </a:cubicBezTo>
                <a:cubicBezTo>
                  <a:pt x="288836" y="38999"/>
                  <a:pt x="290476" y="42995"/>
                  <a:pt x="292677" y="47088"/>
                </a:cubicBezTo>
                <a:close/>
                <a:moveTo>
                  <a:pt x="324803" y="33111"/>
                </a:moveTo>
                <a:lnTo>
                  <a:pt x="309431" y="33111"/>
                </a:lnTo>
                <a:lnTo>
                  <a:pt x="307003" y="40124"/>
                </a:lnTo>
                <a:lnTo>
                  <a:pt x="297115" y="40124"/>
                </a:lnTo>
                <a:lnTo>
                  <a:pt x="311237" y="1625"/>
                </a:lnTo>
                <a:lnTo>
                  <a:pt x="322964" y="1625"/>
                </a:lnTo>
                <a:lnTo>
                  <a:pt x="337086" y="40124"/>
                </a:lnTo>
                <a:lnTo>
                  <a:pt x="327205" y="40124"/>
                </a:lnTo>
                <a:lnTo>
                  <a:pt x="324803" y="33111"/>
                </a:lnTo>
                <a:close/>
                <a:moveTo>
                  <a:pt x="311882" y="25966"/>
                </a:moveTo>
                <a:lnTo>
                  <a:pt x="322326" y="25966"/>
                </a:lnTo>
                <a:lnTo>
                  <a:pt x="317113" y="10652"/>
                </a:lnTo>
                <a:lnTo>
                  <a:pt x="311882" y="25966"/>
                </a:lnTo>
                <a:close/>
                <a:moveTo>
                  <a:pt x="342145" y="1625"/>
                </a:moveTo>
                <a:lnTo>
                  <a:pt x="351977" y="1625"/>
                </a:lnTo>
                <a:lnTo>
                  <a:pt x="351977" y="32624"/>
                </a:lnTo>
                <a:lnTo>
                  <a:pt x="369237" y="32624"/>
                </a:lnTo>
                <a:lnTo>
                  <a:pt x="369237" y="40124"/>
                </a:lnTo>
                <a:lnTo>
                  <a:pt x="342145" y="40124"/>
                </a:lnTo>
                <a:lnTo>
                  <a:pt x="342145" y="1625"/>
                </a:lnTo>
                <a:close/>
                <a:moveTo>
                  <a:pt x="402000" y="2838"/>
                </a:moveTo>
                <a:lnTo>
                  <a:pt x="402000" y="10990"/>
                </a:lnTo>
                <a:cubicBezTo>
                  <a:pt x="399908" y="10044"/>
                  <a:pt x="397865" y="9332"/>
                  <a:pt x="395871" y="8853"/>
                </a:cubicBezTo>
                <a:cubicBezTo>
                  <a:pt x="393883" y="8369"/>
                  <a:pt x="392003" y="8127"/>
                  <a:pt x="390232" y="8127"/>
                </a:cubicBezTo>
                <a:cubicBezTo>
                  <a:pt x="387884" y="8127"/>
                  <a:pt x="386146" y="8454"/>
                  <a:pt x="385018" y="9109"/>
                </a:cubicBezTo>
                <a:cubicBezTo>
                  <a:pt x="383896" y="9758"/>
                  <a:pt x="383335" y="10770"/>
                  <a:pt x="383335" y="12145"/>
                </a:cubicBezTo>
                <a:cubicBezTo>
                  <a:pt x="383335" y="13179"/>
                  <a:pt x="383713" y="13985"/>
                  <a:pt x="384471" y="14563"/>
                </a:cubicBezTo>
                <a:cubicBezTo>
                  <a:pt x="385228" y="15135"/>
                  <a:pt x="386604" y="15627"/>
                  <a:pt x="388598" y="16040"/>
                </a:cubicBezTo>
                <a:lnTo>
                  <a:pt x="392782" y="16890"/>
                </a:lnTo>
                <a:cubicBezTo>
                  <a:pt x="397021" y="17753"/>
                  <a:pt x="400034" y="19062"/>
                  <a:pt x="401821" y="20817"/>
                </a:cubicBezTo>
                <a:cubicBezTo>
                  <a:pt x="403613" y="22566"/>
                  <a:pt x="404509" y="25058"/>
                  <a:pt x="404509" y="28292"/>
                </a:cubicBezTo>
                <a:cubicBezTo>
                  <a:pt x="404509" y="32533"/>
                  <a:pt x="403262" y="35691"/>
                  <a:pt x="400766" y="37764"/>
                </a:cubicBezTo>
                <a:cubicBezTo>
                  <a:pt x="398271" y="39838"/>
                  <a:pt x="394460" y="40875"/>
                  <a:pt x="389333" y="40875"/>
                </a:cubicBezTo>
                <a:cubicBezTo>
                  <a:pt x="386920" y="40875"/>
                  <a:pt x="384495" y="40641"/>
                  <a:pt x="382060" y="40174"/>
                </a:cubicBezTo>
                <a:cubicBezTo>
                  <a:pt x="379625" y="39711"/>
                  <a:pt x="377189" y="39024"/>
                  <a:pt x="374754" y="38111"/>
                </a:cubicBezTo>
                <a:lnTo>
                  <a:pt x="374754" y="29736"/>
                </a:lnTo>
                <a:cubicBezTo>
                  <a:pt x="377189" y="31040"/>
                  <a:pt x="379543" y="32025"/>
                  <a:pt x="381815" y="32690"/>
                </a:cubicBezTo>
                <a:cubicBezTo>
                  <a:pt x="384087" y="33350"/>
                  <a:pt x="386280" y="33680"/>
                  <a:pt x="388393" y="33680"/>
                </a:cubicBezTo>
                <a:cubicBezTo>
                  <a:pt x="390540" y="33680"/>
                  <a:pt x="392183" y="33320"/>
                  <a:pt x="393321" y="32599"/>
                </a:cubicBezTo>
                <a:cubicBezTo>
                  <a:pt x="394460" y="31873"/>
                  <a:pt x="395029" y="30839"/>
                  <a:pt x="395029" y="29497"/>
                </a:cubicBezTo>
                <a:cubicBezTo>
                  <a:pt x="395029" y="28298"/>
                  <a:pt x="394643" y="27371"/>
                  <a:pt x="393869" y="26716"/>
                </a:cubicBezTo>
                <a:cubicBezTo>
                  <a:pt x="393095" y="26062"/>
                  <a:pt x="391551" y="25476"/>
                  <a:pt x="389235" y="24959"/>
                </a:cubicBezTo>
                <a:lnTo>
                  <a:pt x="385427" y="24109"/>
                </a:lnTo>
                <a:cubicBezTo>
                  <a:pt x="381613" y="23284"/>
                  <a:pt x="378824" y="21969"/>
                  <a:pt x="377058" y="20165"/>
                </a:cubicBezTo>
                <a:cubicBezTo>
                  <a:pt x="375299" y="18361"/>
                  <a:pt x="374419" y="15930"/>
                  <a:pt x="374419" y="12872"/>
                </a:cubicBezTo>
                <a:cubicBezTo>
                  <a:pt x="374419" y="9038"/>
                  <a:pt x="375645" y="6089"/>
                  <a:pt x="378096" y="4027"/>
                </a:cubicBezTo>
                <a:cubicBezTo>
                  <a:pt x="380548" y="1964"/>
                  <a:pt x="384073" y="932"/>
                  <a:pt x="388671" y="932"/>
                </a:cubicBezTo>
                <a:cubicBezTo>
                  <a:pt x="390769" y="932"/>
                  <a:pt x="392924" y="1092"/>
                  <a:pt x="395136" y="1411"/>
                </a:cubicBezTo>
                <a:cubicBezTo>
                  <a:pt x="397348" y="1730"/>
                  <a:pt x="399636" y="2206"/>
                  <a:pt x="402000" y="2838"/>
                </a:cubicBezTo>
                <a:close/>
                <a:moveTo>
                  <a:pt x="412530" y="47088"/>
                </a:moveTo>
                <a:cubicBezTo>
                  <a:pt x="414709" y="42995"/>
                  <a:pt x="416343" y="38999"/>
                  <a:pt x="417433" y="35099"/>
                </a:cubicBezTo>
                <a:cubicBezTo>
                  <a:pt x="418523" y="31194"/>
                  <a:pt x="419067" y="27343"/>
                  <a:pt x="419067" y="23548"/>
                </a:cubicBezTo>
                <a:cubicBezTo>
                  <a:pt x="419067" y="19747"/>
                  <a:pt x="418523" y="15899"/>
                  <a:pt x="417433" y="12005"/>
                </a:cubicBezTo>
                <a:cubicBezTo>
                  <a:pt x="416343" y="8111"/>
                  <a:pt x="414709" y="4128"/>
                  <a:pt x="412530" y="58"/>
                </a:cubicBezTo>
                <a:lnTo>
                  <a:pt x="420113" y="58"/>
                </a:lnTo>
                <a:cubicBezTo>
                  <a:pt x="422701" y="4266"/>
                  <a:pt x="424619" y="8300"/>
                  <a:pt x="425867" y="12162"/>
                </a:cubicBezTo>
                <a:cubicBezTo>
                  <a:pt x="427120" y="16018"/>
                  <a:pt x="427746" y="19830"/>
                  <a:pt x="427746" y="23598"/>
                </a:cubicBezTo>
                <a:cubicBezTo>
                  <a:pt x="427746" y="27360"/>
                  <a:pt x="427125" y="31155"/>
                  <a:pt x="425883" y="34984"/>
                </a:cubicBezTo>
                <a:cubicBezTo>
                  <a:pt x="424641" y="38807"/>
                  <a:pt x="422718" y="42841"/>
                  <a:pt x="420113" y="47088"/>
                </a:cubicBezTo>
                <a:lnTo>
                  <a:pt x="412530" y="47088"/>
                </a:lnTo>
                <a:close/>
              </a:path>
            </a:pathLst>
          </a:custGeom>
          <a:solidFill>
            <a:srgbClr val="333333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37" name="Freeform 1236">
            <a:extLst>
              <a:ext uri="{FF2B5EF4-FFF2-40B4-BE49-F238E27FC236}">
                <a16:creationId xmlns:a16="http://schemas.microsoft.com/office/drawing/2014/main" id="{FE0428B9-F218-EEE8-C15C-A68F3ACAD92F}"/>
              </a:ext>
            </a:extLst>
          </p:cNvPr>
          <p:cNvSpPr>
            <a:spLocks noGrp="1"/>
          </p:cNvSpPr>
          <p:nvPr/>
        </p:nvSpPr>
        <p:spPr>
          <a:xfrm>
            <a:off x="4830000" y="985000"/>
            <a:ext cx="411443" cy="115329"/>
          </a:xfrm>
          <a:custGeom>
            <a:avLst/>
            <a:gdLst/>
            <a:ahLst/>
            <a:cxnLst/>
            <a:rect l="l" t="t" r="r" b="b"/>
            <a:pathLst>
              <a:path w="411443" h="115329">
                <a:moveTo>
                  <a:pt x="0" y="115329"/>
                </a:moveTo>
                <a:lnTo>
                  <a:pt x="411443" y="115329"/>
                </a:lnTo>
                <a:lnTo>
                  <a:pt x="41144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8000"/>
            </a:srgbClr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38" name="Freeform 1237">
            <a:extLst>
              <a:ext uri="{FF2B5EF4-FFF2-40B4-BE49-F238E27FC236}">
                <a16:creationId xmlns:a16="http://schemas.microsoft.com/office/drawing/2014/main" id="{A68262F6-807A-B506-8F0A-29A2D2174FD7}"/>
              </a:ext>
            </a:extLst>
          </p:cNvPr>
          <p:cNvSpPr>
            <a:spLocks noGrp="1"/>
          </p:cNvSpPr>
          <p:nvPr/>
        </p:nvSpPr>
        <p:spPr>
          <a:xfrm>
            <a:off x="4835230" y="987261"/>
            <a:ext cx="485384" cy="40875"/>
          </a:xfrm>
          <a:custGeom>
            <a:avLst/>
            <a:gdLst/>
            <a:ahLst/>
            <a:cxnLst/>
            <a:rect l="l" t="t" r="r" b="b"/>
            <a:pathLst>
              <a:path w="485384" h="40875">
                <a:moveTo>
                  <a:pt x="27688" y="33111"/>
                </a:moveTo>
                <a:lnTo>
                  <a:pt x="12316" y="33111"/>
                </a:lnTo>
                <a:lnTo>
                  <a:pt x="9889" y="40124"/>
                </a:lnTo>
                <a:lnTo>
                  <a:pt x="0" y="40124"/>
                </a:lnTo>
                <a:lnTo>
                  <a:pt x="14122" y="1625"/>
                </a:lnTo>
                <a:lnTo>
                  <a:pt x="25849" y="1625"/>
                </a:lnTo>
                <a:lnTo>
                  <a:pt x="39971" y="40124"/>
                </a:lnTo>
                <a:lnTo>
                  <a:pt x="30091" y="40124"/>
                </a:lnTo>
                <a:lnTo>
                  <a:pt x="27688" y="33111"/>
                </a:lnTo>
                <a:close/>
                <a:moveTo>
                  <a:pt x="14767" y="25966"/>
                </a:moveTo>
                <a:lnTo>
                  <a:pt x="25212" y="25966"/>
                </a:lnTo>
                <a:lnTo>
                  <a:pt x="19998" y="10652"/>
                </a:lnTo>
                <a:lnTo>
                  <a:pt x="14767" y="25966"/>
                </a:lnTo>
                <a:close/>
                <a:moveTo>
                  <a:pt x="54600" y="3045"/>
                </a:moveTo>
                <a:lnTo>
                  <a:pt x="54600" y="11246"/>
                </a:lnTo>
                <a:lnTo>
                  <a:pt x="64031" y="11246"/>
                </a:lnTo>
                <a:lnTo>
                  <a:pt x="64031" y="17847"/>
                </a:lnTo>
                <a:lnTo>
                  <a:pt x="54600" y="17847"/>
                </a:lnTo>
                <a:lnTo>
                  <a:pt x="54600" y="30091"/>
                </a:lnTo>
                <a:cubicBezTo>
                  <a:pt x="54600" y="31433"/>
                  <a:pt x="54865" y="32341"/>
                  <a:pt x="55393" y="32814"/>
                </a:cubicBezTo>
                <a:cubicBezTo>
                  <a:pt x="55921" y="33287"/>
                  <a:pt x="56970" y="33523"/>
                  <a:pt x="58539" y="33523"/>
                </a:cubicBezTo>
                <a:lnTo>
                  <a:pt x="63238" y="33523"/>
                </a:lnTo>
                <a:lnTo>
                  <a:pt x="63238" y="40124"/>
                </a:lnTo>
                <a:lnTo>
                  <a:pt x="55393" y="40124"/>
                </a:lnTo>
                <a:cubicBezTo>
                  <a:pt x="51786" y="40124"/>
                  <a:pt x="49228" y="39365"/>
                  <a:pt x="47719" y="37847"/>
                </a:cubicBezTo>
                <a:cubicBezTo>
                  <a:pt x="46215" y="36323"/>
                  <a:pt x="45464" y="33738"/>
                  <a:pt x="45464" y="30091"/>
                </a:cubicBezTo>
                <a:lnTo>
                  <a:pt x="45464" y="17847"/>
                </a:lnTo>
                <a:lnTo>
                  <a:pt x="40912" y="17847"/>
                </a:lnTo>
                <a:lnTo>
                  <a:pt x="40912" y="11246"/>
                </a:lnTo>
                <a:lnTo>
                  <a:pt x="45464" y="11246"/>
                </a:lnTo>
                <a:lnTo>
                  <a:pt x="45464" y="3045"/>
                </a:lnTo>
                <a:lnTo>
                  <a:pt x="54600" y="3045"/>
                </a:lnTo>
                <a:close/>
                <a:moveTo>
                  <a:pt x="90872" y="19109"/>
                </a:moveTo>
                <a:cubicBezTo>
                  <a:pt x="90071" y="18729"/>
                  <a:pt x="89273" y="18452"/>
                  <a:pt x="88478" y="18276"/>
                </a:cubicBezTo>
                <a:cubicBezTo>
                  <a:pt x="87688" y="18094"/>
                  <a:pt x="86892" y="18003"/>
                  <a:pt x="86091" y="18003"/>
                </a:cubicBezTo>
                <a:cubicBezTo>
                  <a:pt x="83743" y="18003"/>
                  <a:pt x="81934" y="18765"/>
                  <a:pt x="80665" y="20289"/>
                </a:cubicBezTo>
                <a:cubicBezTo>
                  <a:pt x="79396" y="21807"/>
                  <a:pt x="78761" y="23983"/>
                  <a:pt x="78761" y="26815"/>
                </a:cubicBezTo>
                <a:lnTo>
                  <a:pt x="78761" y="40124"/>
                </a:lnTo>
                <a:lnTo>
                  <a:pt x="69624" y="40124"/>
                </a:lnTo>
                <a:lnTo>
                  <a:pt x="69624" y="11246"/>
                </a:lnTo>
                <a:lnTo>
                  <a:pt x="78761" y="11246"/>
                </a:lnTo>
                <a:lnTo>
                  <a:pt x="78761" y="15990"/>
                </a:lnTo>
                <a:cubicBezTo>
                  <a:pt x="79938" y="14098"/>
                  <a:pt x="81286" y="12720"/>
                  <a:pt x="82806" y="11857"/>
                </a:cubicBezTo>
                <a:cubicBezTo>
                  <a:pt x="84332" y="10987"/>
                  <a:pt x="86159" y="10553"/>
                  <a:pt x="88290" y="10553"/>
                </a:cubicBezTo>
                <a:cubicBezTo>
                  <a:pt x="88595" y="10553"/>
                  <a:pt x="88924" y="10567"/>
                  <a:pt x="89279" y="10594"/>
                </a:cubicBezTo>
                <a:cubicBezTo>
                  <a:pt x="89638" y="10616"/>
                  <a:pt x="90158" y="10671"/>
                  <a:pt x="90839" y="10759"/>
                </a:cubicBezTo>
                <a:lnTo>
                  <a:pt x="90872" y="19109"/>
                </a:lnTo>
                <a:close/>
                <a:moveTo>
                  <a:pt x="95418" y="11246"/>
                </a:moveTo>
                <a:lnTo>
                  <a:pt x="104555" y="11246"/>
                </a:lnTo>
                <a:lnTo>
                  <a:pt x="104555" y="40124"/>
                </a:lnTo>
                <a:lnTo>
                  <a:pt x="95418" y="40124"/>
                </a:lnTo>
                <a:lnTo>
                  <a:pt x="95418" y="11246"/>
                </a:lnTo>
                <a:close/>
                <a:moveTo>
                  <a:pt x="95418" y="0"/>
                </a:moveTo>
                <a:lnTo>
                  <a:pt x="104555" y="0"/>
                </a:lnTo>
                <a:lnTo>
                  <a:pt x="104555" y="7533"/>
                </a:lnTo>
                <a:lnTo>
                  <a:pt x="95418" y="7533"/>
                </a:lnTo>
                <a:lnTo>
                  <a:pt x="95418" y="0"/>
                </a:lnTo>
                <a:close/>
                <a:moveTo>
                  <a:pt x="126160" y="27129"/>
                </a:moveTo>
                <a:cubicBezTo>
                  <a:pt x="124253" y="27129"/>
                  <a:pt x="122818" y="27456"/>
                  <a:pt x="121853" y="28111"/>
                </a:cubicBezTo>
                <a:cubicBezTo>
                  <a:pt x="120894" y="28760"/>
                  <a:pt x="120415" y="29722"/>
                  <a:pt x="120415" y="30999"/>
                </a:cubicBezTo>
                <a:cubicBezTo>
                  <a:pt x="120415" y="32165"/>
                  <a:pt x="120802" y="33081"/>
                  <a:pt x="121576" y="33746"/>
                </a:cubicBezTo>
                <a:cubicBezTo>
                  <a:pt x="122355" y="34406"/>
                  <a:pt x="123433" y="34736"/>
                  <a:pt x="124812" y="34736"/>
                </a:cubicBezTo>
                <a:cubicBezTo>
                  <a:pt x="126528" y="34736"/>
                  <a:pt x="127975" y="34115"/>
                  <a:pt x="129151" y="32872"/>
                </a:cubicBezTo>
                <a:cubicBezTo>
                  <a:pt x="130328" y="31623"/>
                  <a:pt x="130916" y="30061"/>
                  <a:pt x="130916" y="28185"/>
                </a:cubicBezTo>
                <a:lnTo>
                  <a:pt x="130916" y="27129"/>
                </a:lnTo>
                <a:lnTo>
                  <a:pt x="126160" y="27129"/>
                </a:lnTo>
                <a:close/>
                <a:moveTo>
                  <a:pt x="140135" y="23647"/>
                </a:moveTo>
                <a:lnTo>
                  <a:pt x="140135" y="40124"/>
                </a:lnTo>
                <a:lnTo>
                  <a:pt x="130916" y="40124"/>
                </a:lnTo>
                <a:lnTo>
                  <a:pt x="130916" y="35842"/>
                </a:lnTo>
                <a:cubicBezTo>
                  <a:pt x="129691" y="37597"/>
                  <a:pt x="128310" y="38875"/>
                  <a:pt x="126773" y="39678"/>
                </a:cubicBezTo>
                <a:cubicBezTo>
                  <a:pt x="125242" y="40476"/>
                  <a:pt x="123379" y="40875"/>
                  <a:pt x="121183" y="40875"/>
                </a:cubicBezTo>
                <a:cubicBezTo>
                  <a:pt x="118219" y="40875"/>
                  <a:pt x="115814" y="40003"/>
                  <a:pt x="113967" y="38259"/>
                </a:cubicBezTo>
                <a:cubicBezTo>
                  <a:pt x="112120" y="36510"/>
                  <a:pt x="111197" y="34244"/>
                  <a:pt x="111197" y="31461"/>
                </a:cubicBezTo>
                <a:cubicBezTo>
                  <a:pt x="111197" y="28072"/>
                  <a:pt x="112349" y="25589"/>
                  <a:pt x="114654" y="24010"/>
                </a:cubicBezTo>
                <a:cubicBezTo>
                  <a:pt x="116964" y="22426"/>
                  <a:pt x="120587" y="21634"/>
                  <a:pt x="125523" y="21634"/>
                </a:cubicBezTo>
                <a:lnTo>
                  <a:pt x="130916" y="21634"/>
                </a:lnTo>
                <a:lnTo>
                  <a:pt x="130916" y="20916"/>
                </a:lnTo>
                <a:cubicBezTo>
                  <a:pt x="130916" y="19453"/>
                  <a:pt x="130344" y="18383"/>
                  <a:pt x="129200" y="17706"/>
                </a:cubicBezTo>
                <a:cubicBezTo>
                  <a:pt x="128062" y="17024"/>
                  <a:pt x="126283" y="16683"/>
                  <a:pt x="123864" y="16683"/>
                </a:cubicBezTo>
                <a:cubicBezTo>
                  <a:pt x="121908" y="16683"/>
                  <a:pt x="120085" y="16881"/>
                  <a:pt x="118397" y="17277"/>
                </a:cubicBezTo>
                <a:cubicBezTo>
                  <a:pt x="116713" y="17674"/>
                  <a:pt x="115147" y="18268"/>
                  <a:pt x="113697" y="19060"/>
                </a:cubicBezTo>
                <a:lnTo>
                  <a:pt x="113697" y="12022"/>
                </a:lnTo>
                <a:cubicBezTo>
                  <a:pt x="115659" y="11538"/>
                  <a:pt x="117626" y="11172"/>
                  <a:pt x="119598" y="10924"/>
                </a:cubicBezTo>
                <a:cubicBezTo>
                  <a:pt x="121576" y="10677"/>
                  <a:pt x="123550" y="10553"/>
                  <a:pt x="125523" y="10553"/>
                </a:cubicBezTo>
                <a:cubicBezTo>
                  <a:pt x="130682" y="10553"/>
                  <a:pt x="134406" y="11579"/>
                  <a:pt x="136694" y="13631"/>
                </a:cubicBezTo>
                <a:cubicBezTo>
                  <a:pt x="138988" y="15682"/>
                  <a:pt x="140135" y="19021"/>
                  <a:pt x="140135" y="23647"/>
                </a:cubicBezTo>
                <a:close/>
                <a:moveTo>
                  <a:pt x="148640" y="0"/>
                </a:moveTo>
                <a:lnTo>
                  <a:pt x="157777" y="0"/>
                </a:lnTo>
                <a:lnTo>
                  <a:pt x="157777" y="40124"/>
                </a:lnTo>
                <a:lnTo>
                  <a:pt x="148640" y="40124"/>
                </a:lnTo>
                <a:lnTo>
                  <a:pt x="148640" y="0"/>
                </a:lnTo>
                <a:close/>
                <a:moveTo>
                  <a:pt x="203598" y="0"/>
                </a:moveTo>
                <a:lnTo>
                  <a:pt x="203598" y="6064"/>
                </a:lnTo>
                <a:lnTo>
                  <a:pt x="198539" y="6064"/>
                </a:lnTo>
                <a:cubicBezTo>
                  <a:pt x="197243" y="6064"/>
                  <a:pt x="196338" y="6301"/>
                  <a:pt x="195826" y="6774"/>
                </a:cubicBezTo>
                <a:cubicBezTo>
                  <a:pt x="195319" y="7247"/>
                  <a:pt x="195066" y="8067"/>
                  <a:pt x="195066" y="9233"/>
                </a:cubicBezTo>
                <a:lnTo>
                  <a:pt x="195066" y="11246"/>
                </a:lnTo>
                <a:lnTo>
                  <a:pt x="202879" y="11246"/>
                </a:lnTo>
                <a:lnTo>
                  <a:pt x="202879" y="17847"/>
                </a:lnTo>
                <a:lnTo>
                  <a:pt x="195066" y="17847"/>
                </a:lnTo>
                <a:lnTo>
                  <a:pt x="195066" y="40124"/>
                </a:lnTo>
                <a:lnTo>
                  <a:pt x="185921" y="40124"/>
                </a:lnTo>
                <a:lnTo>
                  <a:pt x="185921" y="17847"/>
                </a:lnTo>
                <a:lnTo>
                  <a:pt x="181377" y="17847"/>
                </a:lnTo>
                <a:lnTo>
                  <a:pt x="181377" y="11246"/>
                </a:lnTo>
                <a:lnTo>
                  <a:pt x="185921" y="11246"/>
                </a:lnTo>
                <a:lnTo>
                  <a:pt x="185921" y="9233"/>
                </a:lnTo>
                <a:cubicBezTo>
                  <a:pt x="185921" y="6087"/>
                  <a:pt x="186790" y="3762"/>
                  <a:pt x="188528" y="2261"/>
                </a:cubicBezTo>
                <a:cubicBezTo>
                  <a:pt x="190266" y="754"/>
                  <a:pt x="192955" y="0"/>
                  <a:pt x="196594" y="0"/>
                </a:cubicBezTo>
                <a:lnTo>
                  <a:pt x="203598" y="0"/>
                </a:lnTo>
                <a:close/>
                <a:moveTo>
                  <a:pt x="207532" y="11246"/>
                </a:moveTo>
                <a:lnTo>
                  <a:pt x="216669" y="11246"/>
                </a:lnTo>
                <a:lnTo>
                  <a:pt x="216669" y="40124"/>
                </a:lnTo>
                <a:lnTo>
                  <a:pt x="207532" y="40124"/>
                </a:lnTo>
                <a:lnTo>
                  <a:pt x="207532" y="11246"/>
                </a:lnTo>
                <a:close/>
                <a:moveTo>
                  <a:pt x="207532" y="0"/>
                </a:moveTo>
                <a:lnTo>
                  <a:pt x="216669" y="0"/>
                </a:lnTo>
                <a:lnTo>
                  <a:pt x="216669" y="7533"/>
                </a:lnTo>
                <a:lnTo>
                  <a:pt x="207532" y="7533"/>
                </a:lnTo>
                <a:lnTo>
                  <a:pt x="207532" y="0"/>
                </a:lnTo>
                <a:close/>
                <a:moveTo>
                  <a:pt x="240677" y="34167"/>
                </a:moveTo>
                <a:cubicBezTo>
                  <a:pt x="242633" y="34167"/>
                  <a:pt x="244126" y="33446"/>
                  <a:pt x="245155" y="32005"/>
                </a:cubicBezTo>
                <a:cubicBezTo>
                  <a:pt x="246190" y="30558"/>
                  <a:pt x="246708" y="28460"/>
                  <a:pt x="246708" y="25710"/>
                </a:cubicBezTo>
                <a:cubicBezTo>
                  <a:pt x="246708" y="22960"/>
                  <a:pt x="246190" y="20864"/>
                  <a:pt x="245155" y="19423"/>
                </a:cubicBezTo>
                <a:cubicBezTo>
                  <a:pt x="244126" y="17976"/>
                  <a:pt x="242633" y="17253"/>
                  <a:pt x="240677" y="17253"/>
                </a:cubicBezTo>
                <a:cubicBezTo>
                  <a:pt x="238721" y="17253"/>
                  <a:pt x="237217" y="17979"/>
                  <a:pt x="236166" y="19431"/>
                </a:cubicBezTo>
                <a:cubicBezTo>
                  <a:pt x="235120" y="20883"/>
                  <a:pt x="234597" y="22976"/>
                  <a:pt x="234597" y="25710"/>
                </a:cubicBezTo>
                <a:cubicBezTo>
                  <a:pt x="234597" y="28444"/>
                  <a:pt x="235120" y="30537"/>
                  <a:pt x="236166" y="31989"/>
                </a:cubicBezTo>
                <a:cubicBezTo>
                  <a:pt x="237217" y="33441"/>
                  <a:pt x="238721" y="34167"/>
                  <a:pt x="240677" y="34167"/>
                </a:cubicBezTo>
                <a:close/>
                <a:moveTo>
                  <a:pt x="234597" y="15470"/>
                </a:moveTo>
                <a:cubicBezTo>
                  <a:pt x="235861" y="13787"/>
                  <a:pt x="237258" y="12547"/>
                  <a:pt x="238789" y="11749"/>
                </a:cubicBezTo>
                <a:cubicBezTo>
                  <a:pt x="240320" y="10952"/>
                  <a:pt x="242083" y="10553"/>
                  <a:pt x="244077" y="10553"/>
                </a:cubicBezTo>
                <a:cubicBezTo>
                  <a:pt x="247602" y="10553"/>
                  <a:pt x="250495" y="11967"/>
                  <a:pt x="252756" y="14794"/>
                </a:cubicBezTo>
                <a:cubicBezTo>
                  <a:pt x="255022" y="17621"/>
                  <a:pt x="256155" y="21260"/>
                  <a:pt x="256155" y="25710"/>
                </a:cubicBezTo>
                <a:cubicBezTo>
                  <a:pt x="256155" y="30160"/>
                  <a:pt x="255022" y="33801"/>
                  <a:pt x="252756" y="36634"/>
                </a:cubicBezTo>
                <a:cubicBezTo>
                  <a:pt x="250495" y="39461"/>
                  <a:pt x="247602" y="40875"/>
                  <a:pt x="244077" y="40875"/>
                </a:cubicBezTo>
                <a:cubicBezTo>
                  <a:pt x="242083" y="40875"/>
                  <a:pt x="240320" y="40476"/>
                  <a:pt x="238789" y="39678"/>
                </a:cubicBezTo>
                <a:cubicBezTo>
                  <a:pt x="237258" y="38875"/>
                  <a:pt x="235861" y="37632"/>
                  <a:pt x="234597" y="35949"/>
                </a:cubicBezTo>
                <a:lnTo>
                  <a:pt x="234597" y="40124"/>
                </a:lnTo>
                <a:lnTo>
                  <a:pt x="225460" y="40124"/>
                </a:lnTo>
                <a:lnTo>
                  <a:pt x="225460" y="0"/>
                </a:lnTo>
                <a:lnTo>
                  <a:pt x="234597" y="0"/>
                </a:lnTo>
                <a:lnTo>
                  <a:pt x="234597" y="15470"/>
                </a:lnTo>
                <a:close/>
                <a:moveTo>
                  <a:pt x="284147" y="19109"/>
                </a:moveTo>
                <a:cubicBezTo>
                  <a:pt x="283347" y="18729"/>
                  <a:pt x="282548" y="18452"/>
                  <a:pt x="281753" y="18276"/>
                </a:cubicBezTo>
                <a:cubicBezTo>
                  <a:pt x="280963" y="18094"/>
                  <a:pt x="280168" y="18003"/>
                  <a:pt x="279367" y="18003"/>
                </a:cubicBezTo>
                <a:cubicBezTo>
                  <a:pt x="277018" y="18003"/>
                  <a:pt x="275210" y="18765"/>
                  <a:pt x="273940" y="20289"/>
                </a:cubicBezTo>
                <a:cubicBezTo>
                  <a:pt x="272671" y="21807"/>
                  <a:pt x="272036" y="23983"/>
                  <a:pt x="272036" y="26815"/>
                </a:cubicBezTo>
                <a:lnTo>
                  <a:pt x="272036" y="40124"/>
                </a:lnTo>
                <a:lnTo>
                  <a:pt x="262899" y="40124"/>
                </a:lnTo>
                <a:lnTo>
                  <a:pt x="262899" y="11246"/>
                </a:lnTo>
                <a:lnTo>
                  <a:pt x="272036" y="11246"/>
                </a:lnTo>
                <a:lnTo>
                  <a:pt x="272036" y="15990"/>
                </a:lnTo>
                <a:cubicBezTo>
                  <a:pt x="273213" y="14098"/>
                  <a:pt x="274561" y="12720"/>
                  <a:pt x="276081" y="11857"/>
                </a:cubicBezTo>
                <a:cubicBezTo>
                  <a:pt x="277607" y="10987"/>
                  <a:pt x="279435" y="10553"/>
                  <a:pt x="281565" y="10553"/>
                </a:cubicBezTo>
                <a:cubicBezTo>
                  <a:pt x="281870" y="10553"/>
                  <a:pt x="282200" y="10567"/>
                  <a:pt x="282554" y="10594"/>
                </a:cubicBezTo>
                <a:cubicBezTo>
                  <a:pt x="282913" y="10616"/>
                  <a:pt x="283434" y="10671"/>
                  <a:pt x="284115" y="10759"/>
                </a:cubicBezTo>
                <a:lnTo>
                  <a:pt x="284147" y="19109"/>
                </a:lnTo>
                <a:close/>
                <a:moveTo>
                  <a:pt x="288693" y="11246"/>
                </a:moveTo>
                <a:lnTo>
                  <a:pt x="297830" y="11246"/>
                </a:lnTo>
                <a:lnTo>
                  <a:pt x="297830" y="40124"/>
                </a:lnTo>
                <a:lnTo>
                  <a:pt x="288693" y="40124"/>
                </a:lnTo>
                <a:lnTo>
                  <a:pt x="288693" y="11246"/>
                </a:lnTo>
                <a:close/>
                <a:moveTo>
                  <a:pt x="288693" y="0"/>
                </a:moveTo>
                <a:lnTo>
                  <a:pt x="297830" y="0"/>
                </a:lnTo>
                <a:lnTo>
                  <a:pt x="297830" y="7533"/>
                </a:lnTo>
                <a:lnTo>
                  <a:pt x="288693" y="7533"/>
                </a:lnTo>
                <a:lnTo>
                  <a:pt x="288693" y="0"/>
                </a:lnTo>
                <a:close/>
                <a:moveTo>
                  <a:pt x="306621" y="0"/>
                </a:moveTo>
                <a:lnTo>
                  <a:pt x="315758" y="0"/>
                </a:lnTo>
                <a:lnTo>
                  <a:pt x="315758" y="40124"/>
                </a:lnTo>
                <a:lnTo>
                  <a:pt x="306621" y="40124"/>
                </a:lnTo>
                <a:lnTo>
                  <a:pt x="306621" y="0"/>
                </a:lnTo>
                <a:close/>
                <a:moveTo>
                  <a:pt x="324549" y="0"/>
                </a:moveTo>
                <a:lnTo>
                  <a:pt x="333686" y="0"/>
                </a:lnTo>
                <a:lnTo>
                  <a:pt x="333686" y="40124"/>
                </a:lnTo>
                <a:lnTo>
                  <a:pt x="324549" y="40124"/>
                </a:lnTo>
                <a:lnTo>
                  <a:pt x="324549" y="0"/>
                </a:lnTo>
                <a:close/>
                <a:moveTo>
                  <a:pt x="355291" y="27129"/>
                </a:moveTo>
                <a:cubicBezTo>
                  <a:pt x="353385" y="27129"/>
                  <a:pt x="351949" y="27456"/>
                  <a:pt x="350985" y="28111"/>
                </a:cubicBezTo>
                <a:cubicBezTo>
                  <a:pt x="350026" y="28760"/>
                  <a:pt x="349546" y="29722"/>
                  <a:pt x="349546" y="30999"/>
                </a:cubicBezTo>
                <a:cubicBezTo>
                  <a:pt x="349546" y="32165"/>
                  <a:pt x="349933" y="33081"/>
                  <a:pt x="350707" y="33746"/>
                </a:cubicBezTo>
                <a:cubicBezTo>
                  <a:pt x="351486" y="34406"/>
                  <a:pt x="352565" y="34736"/>
                  <a:pt x="353943" y="34736"/>
                </a:cubicBezTo>
                <a:cubicBezTo>
                  <a:pt x="355659" y="34736"/>
                  <a:pt x="357106" y="34115"/>
                  <a:pt x="358283" y="32872"/>
                </a:cubicBezTo>
                <a:cubicBezTo>
                  <a:pt x="359460" y="31623"/>
                  <a:pt x="360048" y="30061"/>
                  <a:pt x="360048" y="28185"/>
                </a:cubicBezTo>
                <a:lnTo>
                  <a:pt x="360048" y="27129"/>
                </a:lnTo>
                <a:lnTo>
                  <a:pt x="355291" y="27129"/>
                </a:lnTo>
                <a:close/>
                <a:moveTo>
                  <a:pt x="369266" y="23647"/>
                </a:moveTo>
                <a:lnTo>
                  <a:pt x="369266" y="40124"/>
                </a:lnTo>
                <a:lnTo>
                  <a:pt x="360048" y="40124"/>
                </a:lnTo>
                <a:lnTo>
                  <a:pt x="360048" y="35842"/>
                </a:lnTo>
                <a:cubicBezTo>
                  <a:pt x="358822" y="37597"/>
                  <a:pt x="357441" y="38875"/>
                  <a:pt x="355905" y="39678"/>
                </a:cubicBezTo>
                <a:cubicBezTo>
                  <a:pt x="354374" y="40476"/>
                  <a:pt x="352510" y="40875"/>
                  <a:pt x="350315" y="40875"/>
                </a:cubicBezTo>
                <a:cubicBezTo>
                  <a:pt x="347351" y="40875"/>
                  <a:pt x="344945" y="40003"/>
                  <a:pt x="343098" y="38259"/>
                </a:cubicBezTo>
                <a:cubicBezTo>
                  <a:pt x="341252" y="36510"/>
                  <a:pt x="340328" y="34244"/>
                  <a:pt x="340328" y="31461"/>
                </a:cubicBezTo>
                <a:cubicBezTo>
                  <a:pt x="340328" y="28072"/>
                  <a:pt x="341480" y="25589"/>
                  <a:pt x="343785" y="24010"/>
                </a:cubicBezTo>
                <a:cubicBezTo>
                  <a:pt x="346095" y="22426"/>
                  <a:pt x="349718" y="21634"/>
                  <a:pt x="354654" y="21634"/>
                </a:cubicBezTo>
                <a:lnTo>
                  <a:pt x="360048" y="21634"/>
                </a:lnTo>
                <a:lnTo>
                  <a:pt x="360048" y="20916"/>
                </a:lnTo>
                <a:cubicBezTo>
                  <a:pt x="360048" y="19453"/>
                  <a:pt x="359476" y="18383"/>
                  <a:pt x="358332" y="17706"/>
                </a:cubicBezTo>
                <a:cubicBezTo>
                  <a:pt x="357193" y="17024"/>
                  <a:pt x="355414" y="16683"/>
                  <a:pt x="352995" y="16683"/>
                </a:cubicBezTo>
                <a:cubicBezTo>
                  <a:pt x="351039" y="16683"/>
                  <a:pt x="349217" y="16881"/>
                  <a:pt x="347528" y="17277"/>
                </a:cubicBezTo>
                <a:cubicBezTo>
                  <a:pt x="345844" y="17674"/>
                  <a:pt x="344278" y="18268"/>
                  <a:pt x="342829" y="19060"/>
                </a:cubicBezTo>
                <a:lnTo>
                  <a:pt x="342829" y="12022"/>
                </a:lnTo>
                <a:cubicBezTo>
                  <a:pt x="344790" y="11538"/>
                  <a:pt x="346757" y="11172"/>
                  <a:pt x="348729" y="10924"/>
                </a:cubicBezTo>
                <a:cubicBezTo>
                  <a:pt x="350707" y="10677"/>
                  <a:pt x="352682" y="10553"/>
                  <a:pt x="354654" y="10553"/>
                </a:cubicBezTo>
                <a:cubicBezTo>
                  <a:pt x="359813" y="10553"/>
                  <a:pt x="363537" y="11579"/>
                  <a:pt x="365826" y="13631"/>
                </a:cubicBezTo>
                <a:cubicBezTo>
                  <a:pt x="368119" y="15682"/>
                  <a:pt x="369266" y="19021"/>
                  <a:pt x="369266" y="23647"/>
                </a:cubicBezTo>
                <a:close/>
                <a:moveTo>
                  <a:pt x="387750" y="3045"/>
                </a:moveTo>
                <a:lnTo>
                  <a:pt x="387750" y="11246"/>
                </a:lnTo>
                <a:lnTo>
                  <a:pt x="397181" y="11246"/>
                </a:lnTo>
                <a:lnTo>
                  <a:pt x="397181" y="17847"/>
                </a:lnTo>
                <a:lnTo>
                  <a:pt x="387750" y="17847"/>
                </a:lnTo>
                <a:lnTo>
                  <a:pt x="387750" y="30091"/>
                </a:lnTo>
                <a:cubicBezTo>
                  <a:pt x="387750" y="31433"/>
                  <a:pt x="388014" y="32341"/>
                  <a:pt x="388543" y="32814"/>
                </a:cubicBezTo>
                <a:cubicBezTo>
                  <a:pt x="389071" y="33287"/>
                  <a:pt x="390120" y="33523"/>
                  <a:pt x="391689" y="33523"/>
                </a:cubicBezTo>
                <a:lnTo>
                  <a:pt x="396388" y="33523"/>
                </a:lnTo>
                <a:lnTo>
                  <a:pt x="396388" y="40124"/>
                </a:lnTo>
                <a:lnTo>
                  <a:pt x="388543" y="40124"/>
                </a:lnTo>
                <a:cubicBezTo>
                  <a:pt x="384936" y="40124"/>
                  <a:pt x="382378" y="39365"/>
                  <a:pt x="380869" y="37847"/>
                </a:cubicBezTo>
                <a:cubicBezTo>
                  <a:pt x="379365" y="36323"/>
                  <a:pt x="378613" y="33738"/>
                  <a:pt x="378613" y="30091"/>
                </a:cubicBezTo>
                <a:lnTo>
                  <a:pt x="378613" y="17847"/>
                </a:lnTo>
                <a:lnTo>
                  <a:pt x="374061" y="17847"/>
                </a:lnTo>
                <a:lnTo>
                  <a:pt x="374061" y="11246"/>
                </a:lnTo>
                <a:lnTo>
                  <a:pt x="378613" y="11246"/>
                </a:lnTo>
                <a:lnTo>
                  <a:pt x="378613" y="3045"/>
                </a:lnTo>
                <a:lnTo>
                  <a:pt x="387750" y="3045"/>
                </a:lnTo>
                <a:close/>
                <a:moveTo>
                  <a:pt x="402774" y="11246"/>
                </a:moveTo>
                <a:lnTo>
                  <a:pt x="411910" y="11246"/>
                </a:lnTo>
                <a:lnTo>
                  <a:pt x="411910" y="40124"/>
                </a:lnTo>
                <a:lnTo>
                  <a:pt x="402774" y="40124"/>
                </a:lnTo>
                <a:lnTo>
                  <a:pt x="402774" y="11246"/>
                </a:lnTo>
                <a:close/>
                <a:moveTo>
                  <a:pt x="402774" y="0"/>
                </a:moveTo>
                <a:lnTo>
                  <a:pt x="411910" y="0"/>
                </a:lnTo>
                <a:lnTo>
                  <a:pt x="411910" y="7533"/>
                </a:lnTo>
                <a:lnTo>
                  <a:pt x="402774" y="7533"/>
                </a:lnTo>
                <a:lnTo>
                  <a:pt x="402774" y="0"/>
                </a:lnTo>
                <a:close/>
                <a:moveTo>
                  <a:pt x="434309" y="17154"/>
                </a:moveTo>
                <a:cubicBezTo>
                  <a:pt x="432282" y="17154"/>
                  <a:pt x="430737" y="17888"/>
                  <a:pt x="429675" y="19357"/>
                </a:cubicBezTo>
                <a:cubicBezTo>
                  <a:pt x="428613" y="20825"/>
                  <a:pt x="428081" y="22943"/>
                  <a:pt x="428081" y="25710"/>
                </a:cubicBezTo>
                <a:cubicBezTo>
                  <a:pt x="428081" y="28477"/>
                  <a:pt x="428613" y="30597"/>
                  <a:pt x="429675" y="32071"/>
                </a:cubicBezTo>
                <a:cubicBezTo>
                  <a:pt x="430737" y="33540"/>
                  <a:pt x="432282" y="34274"/>
                  <a:pt x="434309" y="34274"/>
                </a:cubicBezTo>
                <a:cubicBezTo>
                  <a:pt x="436303" y="34274"/>
                  <a:pt x="437825" y="33540"/>
                  <a:pt x="438877" y="32071"/>
                </a:cubicBezTo>
                <a:cubicBezTo>
                  <a:pt x="439934" y="30597"/>
                  <a:pt x="440462" y="28477"/>
                  <a:pt x="440462" y="25710"/>
                </a:cubicBezTo>
                <a:cubicBezTo>
                  <a:pt x="440462" y="22943"/>
                  <a:pt x="439934" y="20825"/>
                  <a:pt x="438877" y="19357"/>
                </a:cubicBezTo>
                <a:cubicBezTo>
                  <a:pt x="437825" y="17888"/>
                  <a:pt x="436303" y="17154"/>
                  <a:pt x="434309" y="17154"/>
                </a:cubicBezTo>
                <a:close/>
                <a:moveTo>
                  <a:pt x="434309" y="10553"/>
                </a:moveTo>
                <a:cubicBezTo>
                  <a:pt x="439228" y="10553"/>
                  <a:pt x="443072" y="11895"/>
                  <a:pt x="445840" y="14579"/>
                </a:cubicBezTo>
                <a:cubicBezTo>
                  <a:pt x="448608" y="17258"/>
                  <a:pt x="449991" y="20968"/>
                  <a:pt x="449991" y="25710"/>
                </a:cubicBezTo>
                <a:cubicBezTo>
                  <a:pt x="449991" y="30457"/>
                  <a:pt x="448608" y="34173"/>
                  <a:pt x="445840" y="36857"/>
                </a:cubicBezTo>
                <a:cubicBezTo>
                  <a:pt x="443072" y="39536"/>
                  <a:pt x="439228" y="40875"/>
                  <a:pt x="434309" y="40875"/>
                </a:cubicBezTo>
                <a:cubicBezTo>
                  <a:pt x="429373" y="40875"/>
                  <a:pt x="425513" y="39536"/>
                  <a:pt x="422729" y="36857"/>
                </a:cubicBezTo>
                <a:cubicBezTo>
                  <a:pt x="419944" y="34173"/>
                  <a:pt x="418553" y="30457"/>
                  <a:pt x="418553" y="25710"/>
                </a:cubicBezTo>
                <a:cubicBezTo>
                  <a:pt x="418553" y="20968"/>
                  <a:pt x="419944" y="17258"/>
                  <a:pt x="422729" y="14579"/>
                </a:cubicBezTo>
                <a:cubicBezTo>
                  <a:pt x="425513" y="11895"/>
                  <a:pt x="429373" y="10553"/>
                  <a:pt x="434309" y="10553"/>
                </a:cubicBezTo>
                <a:close/>
                <a:moveTo>
                  <a:pt x="485385" y="22541"/>
                </a:moveTo>
                <a:lnTo>
                  <a:pt x="485385" y="40124"/>
                </a:lnTo>
                <a:lnTo>
                  <a:pt x="476191" y="40124"/>
                </a:lnTo>
                <a:lnTo>
                  <a:pt x="476191" y="37261"/>
                </a:lnTo>
                <a:lnTo>
                  <a:pt x="476191" y="26667"/>
                </a:lnTo>
                <a:cubicBezTo>
                  <a:pt x="476191" y="24175"/>
                  <a:pt x="476136" y="22456"/>
                  <a:pt x="476027" y="21510"/>
                </a:cubicBezTo>
                <a:cubicBezTo>
                  <a:pt x="475918" y="20564"/>
                  <a:pt x="475728" y="19868"/>
                  <a:pt x="475455" y="19423"/>
                </a:cubicBezTo>
                <a:cubicBezTo>
                  <a:pt x="475096" y="18818"/>
                  <a:pt x="474608" y="18347"/>
                  <a:pt x="473992" y="18012"/>
                </a:cubicBezTo>
                <a:cubicBezTo>
                  <a:pt x="473382" y="17676"/>
                  <a:pt x="472685" y="17509"/>
                  <a:pt x="471900" y="17509"/>
                </a:cubicBezTo>
                <a:cubicBezTo>
                  <a:pt x="469993" y="17509"/>
                  <a:pt x="468495" y="18254"/>
                  <a:pt x="467405" y="19744"/>
                </a:cubicBezTo>
                <a:cubicBezTo>
                  <a:pt x="466316" y="21229"/>
                  <a:pt x="465771" y="23287"/>
                  <a:pt x="465771" y="25916"/>
                </a:cubicBezTo>
                <a:lnTo>
                  <a:pt x="465771" y="40124"/>
                </a:lnTo>
                <a:lnTo>
                  <a:pt x="456634" y="40124"/>
                </a:lnTo>
                <a:lnTo>
                  <a:pt x="456634" y="11246"/>
                </a:lnTo>
                <a:lnTo>
                  <a:pt x="465771" y="11246"/>
                </a:lnTo>
                <a:lnTo>
                  <a:pt x="465771" y="15470"/>
                </a:lnTo>
                <a:cubicBezTo>
                  <a:pt x="467150" y="13787"/>
                  <a:pt x="468612" y="12547"/>
                  <a:pt x="470160" y="11749"/>
                </a:cubicBezTo>
                <a:cubicBezTo>
                  <a:pt x="471712" y="10952"/>
                  <a:pt x="473426" y="10553"/>
                  <a:pt x="475300" y="10553"/>
                </a:cubicBezTo>
                <a:cubicBezTo>
                  <a:pt x="478602" y="10553"/>
                  <a:pt x="481108" y="11576"/>
                  <a:pt x="482819" y="13622"/>
                </a:cubicBezTo>
                <a:cubicBezTo>
                  <a:pt x="484529" y="15663"/>
                  <a:pt x="485385" y="18636"/>
                  <a:pt x="485385" y="22541"/>
                </a:cubicBezTo>
                <a:close/>
              </a:path>
            </a:pathLst>
          </a:custGeom>
          <a:solidFill>
            <a:srgbClr val="333333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39" name="Freeform 1238">
            <a:extLst>
              <a:ext uri="{FF2B5EF4-FFF2-40B4-BE49-F238E27FC236}">
                <a16:creationId xmlns:a16="http://schemas.microsoft.com/office/drawing/2014/main" id="{450CC88D-7D13-495D-8003-5D0400FB5B80}"/>
              </a:ext>
            </a:extLst>
          </p:cNvPr>
          <p:cNvSpPr>
            <a:spLocks noGrp="1"/>
          </p:cNvSpPr>
          <p:nvPr/>
        </p:nvSpPr>
        <p:spPr>
          <a:xfrm>
            <a:off x="4835230" y="1043869"/>
            <a:ext cx="115025" cy="47030"/>
          </a:xfrm>
          <a:custGeom>
            <a:avLst/>
            <a:gdLst/>
            <a:ahLst/>
            <a:cxnLst/>
            <a:rect l="l" t="t" r="r" b="b"/>
            <a:pathLst>
              <a:path w="115025" h="47030">
                <a:moveTo>
                  <a:pt x="15225" y="47030"/>
                </a:moveTo>
                <a:lnTo>
                  <a:pt x="7633" y="47030"/>
                </a:lnTo>
                <a:cubicBezTo>
                  <a:pt x="5029" y="42784"/>
                  <a:pt x="3105" y="38749"/>
                  <a:pt x="1863" y="34926"/>
                </a:cubicBezTo>
                <a:cubicBezTo>
                  <a:pt x="621" y="31098"/>
                  <a:pt x="0" y="27302"/>
                  <a:pt x="0" y="23540"/>
                </a:cubicBezTo>
                <a:cubicBezTo>
                  <a:pt x="0" y="19772"/>
                  <a:pt x="624" y="15960"/>
                  <a:pt x="1871" y="12104"/>
                </a:cubicBezTo>
                <a:cubicBezTo>
                  <a:pt x="3125" y="8243"/>
                  <a:pt x="5045" y="4208"/>
                  <a:pt x="7633" y="0"/>
                </a:cubicBezTo>
                <a:lnTo>
                  <a:pt x="15225" y="0"/>
                </a:lnTo>
                <a:cubicBezTo>
                  <a:pt x="13046" y="4071"/>
                  <a:pt x="11411" y="8053"/>
                  <a:pt x="10322" y="11947"/>
                </a:cubicBezTo>
                <a:cubicBezTo>
                  <a:pt x="9232" y="15842"/>
                  <a:pt x="8687" y="19690"/>
                  <a:pt x="8687" y="23490"/>
                </a:cubicBezTo>
                <a:cubicBezTo>
                  <a:pt x="8687" y="27286"/>
                  <a:pt x="9227" y="31136"/>
                  <a:pt x="10305" y="35042"/>
                </a:cubicBezTo>
                <a:cubicBezTo>
                  <a:pt x="11384" y="38941"/>
                  <a:pt x="13024" y="42938"/>
                  <a:pt x="15225" y="47030"/>
                </a:cubicBezTo>
                <a:close/>
                <a:moveTo>
                  <a:pt x="47351" y="33053"/>
                </a:moveTo>
                <a:lnTo>
                  <a:pt x="31978" y="33053"/>
                </a:lnTo>
                <a:lnTo>
                  <a:pt x="29551" y="40066"/>
                </a:lnTo>
                <a:lnTo>
                  <a:pt x="19663" y="40066"/>
                </a:lnTo>
                <a:lnTo>
                  <a:pt x="33784" y="1568"/>
                </a:lnTo>
                <a:lnTo>
                  <a:pt x="45512" y="1568"/>
                </a:lnTo>
                <a:lnTo>
                  <a:pt x="59633" y="40066"/>
                </a:lnTo>
                <a:lnTo>
                  <a:pt x="49753" y="40066"/>
                </a:lnTo>
                <a:lnTo>
                  <a:pt x="47351" y="33053"/>
                </a:lnTo>
                <a:close/>
                <a:moveTo>
                  <a:pt x="34430" y="25908"/>
                </a:moveTo>
                <a:lnTo>
                  <a:pt x="44874" y="25908"/>
                </a:lnTo>
                <a:lnTo>
                  <a:pt x="39660" y="10594"/>
                </a:lnTo>
                <a:lnTo>
                  <a:pt x="34430" y="25908"/>
                </a:lnTo>
                <a:close/>
                <a:moveTo>
                  <a:pt x="64693" y="1568"/>
                </a:moveTo>
                <a:lnTo>
                  <a:pt x="91220" y="1568"/>
                </a:lnTo>
                <a:lnTo>
                  <a:pt x="91220" y="9076"/>
                </a:lnTo>
                <a:lnTo>
                  <a:pt x="74524" y="9076"/>
                </a:lnTo>
                <a:lnTo>
                  <a:pt x="74524" y="16238"/>
                </a:lnTo>
                <a:lnTo>
                  <a:pt x="90232" y="16238"/>
                </a:lnTo>
                <a:lnTo>
                  <a:pt x="90232" y="23746"/>
                </a:lnTo>
                <a:lnTo>
                  <a:pt x="74524" y="23746"/>
                </a:lnTo>
                <a:lnTo>
                  <a:pt x="74524" y="40066"/>
                </a:lnTo>
                <a:lnTo>
                  <a:pt x="64693" y="40066"/>
                </a:lnTo>
                <a:lnTo>
                  <a:pt x="64693" y="1568"/>
                </a:lnTo>
                <a:close/>
                <a:moveTo>
                  <a:pt x="99809" y="47030"/>
                </a:moveTo>
                <a:cubicBezTo>
                  <a:pt x="101988" y="42938"/>
                  <a:pt x="103622" y="38941"/>
                  <a:pt x="104712" y="35042"/>
                </a:cubicBezTo>
                <a:cubicBezTo>
                  <a:pt x="105802" y="31136"/>
                  <a:pt x="106346" y="27286"/>
                  <a:pt x="106346" y="23490"/>
                </a:cubicBezTo>
                <a:cubicBezTo>
                  <a:pt x="106346" y="19689"/>
                  <a:pt x="105802" y="15842"/>
                  <a:pt x="104712" y="11947"/>
                </a:cubicBezTo>
                <a:cubicBezTo>
                  <a:pt x="103622" y="8053"/>
                  <a:pt x="101988" y="4071"/>
                  <a:pt x="99809" y="0"/>
                </a:cubicBezTo>
                <a:lnTo>
                  <a:pt x="107392" y="0"/>
                </a:lnTo>
                <a:cubicBezTo>
                  <a:pt x="109980" y="4208"/>
                  <a:pt x="111898" y="8243"/>
                  <a:pt x="113146" y="12104"/>
                </a:cubicBezTo>
                <a:cubicBezTo>
                  <a:pt x="114399" y="15960"/>
                  <a:pt x="115025" y="19772"/>
                  <a:pt x="115025" y="23540"/>
                </a:cubicBezTo>
                <a:cubicBezTo>
                  <a:pt x="115025" y="27302"/>
                  <a:pt x="114404" y="31098"/>
                  <a:pt x="113162" y="34926"/>
                </a:cubicBezTo>
                <a:cubicBezTo>
                  <a:pt x="111920" y="38749"/>
                  <a:pt x="109997" y="42784"/>
                  <a:pt x="107392" y="47030"/>
                </a:cubicBezTo>
                <a:lnTo>
                  <a:pt x="99809" y="47030"/>
                </a:lnTo>
                <a:close/>
              </a:path>
            </a:pathLst>
          </a:custGeom>
          <a:solidFill>
            <a:srgbClr val="333333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2" name="Freeform 1241">
            <a:extLst>
              <a:ext uri="{FF2B5EF4-FFF2-40B4-BE49-F238E27FC236}">
                <a16:creationId xmlns:a16="http://schemas.microsoft.com/office/drawing/2014/main" id="{D8D28162-6F4F-E77D-55CC-F1212D3E781F}"/>
              </a:ext>
            </a:extLst>
          </p:cNvPr>
          <p:cNvSpPr>
            <a:spLocks noGrp="1"/>
          </p:cNvSpPr>
          <p:nvPr/>
        </p:nvSpPr>
        <p:spPr>
          <a:xfrm>
            <a:off x="4742367" y="1405764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7" y="47813"/>
                </a:moveTo>
                <a:cubicBezTo>
                  <a:pt x="29887" y="47813"/>
                  <a:pt x="35853" y="45318"/>
                  <a:pt x="40252" y="40878"/>
                </a:cubicBezTo>
                <a:cubicBezTo>
                  <a:pt x="44650" y="36437"/>
                  <a:pt x="47121" y="30413"/>
                  <a:pt x="47121" y="24133"/>
                </a:cubicBezTo>
                <a:cubicBezTo>
                  <a:pt x="47121" y="17853"/>
                  <a:pt x="44650" y="11830"/>
                  <a:pt x="40252" y="7389"/>
                </a:cubicBezTo>
                <a:cubicBezTo>
                  <a:pt x="35853" y="2949"/>
                  <a:pt x="29887" y="454"/>
                  <a:pt x="23667" y="454"/>
                </a:cubicBezTo>
                <a:cubicBezTo>
                  <a:pt x="17447" y="454"/>
                  <a:pt x="11481" y="2949"/>
                  <a:pt x="7082" y="7389"/>
                </a:cubicBezTo>
                <a:cubicBezTo>
                  <a:pt x="2684" y="11830"/>
                  <a:pt x="213" y="17853"/>
                  <a:pt x="213" y="24133"/>
                </a:cubicBezTo>
                <a:cubicBezTo>
                  <a:pt x="213" y="30413"/>
                  <a:pt x="2684" y="36437"/>
                  <a:pt x="7082" y="40878"/>
                </a:cubicBezTo>
                <a:cubicBezTo>
                  <a:pt x="11481" y="45318"/>
                  <a:pt x="17447" y="47813"/>
                  <a:pt x="23667" y="47813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3" name="Freeform 1242">
            <a:extLst>
              <a:ext uri="{FF2B5EF4-FFF2-40B4-BE49-F238E27FC236}">
                <a16:creationId xmlns:a16="http://schemas.microsoft.com/office/drawing/2014/main" id="{FB132C8C-8338-55E2-F6F0-4668A7F412D3}"/>
              </a:ext>
            </a:extLst>
          </p:cNvPr>
          <p:cNvSpPr>
            <a:spLocks noGrp="1"/>
          </p:cNvSpPr>
          <p:nvPr/>
        </p:nvSpPr>
        <p:spPr>
          <a:xfrm>
            <a:off x="4743957" y="938438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7" y="47768"/>
                </a:moveTo>
                <a:cubicBezTo>
                  <a:pt x="29887" y="47768"/>
                  <a:pt x="35854" y="45273"/>
                  <a:pt x="40252" y="40832"/>
                </a:cubicBezTo>
                <a:cubicBezTo>
                  <a:pt x="44650" y="36391"/>
                  <a:pt x="47122" y="30368"/>
                  <a:pt x="47122" y="24088"/>
                </a:cubicBezTo>
                <a:cubicBezTo>
                  <a:pt x="47122" y="17808"/>
                  <a:pt x="44650" y="11784"/>
                  <a:pt x="40252" y="7344"/>
                </a:cubicBezTo>
                <a:cubicBezTo>
                  <a:pt x="35854" y="2903"/>
                  <a:pt x="29887" y="408"/>
                  <a:pt x="23667" y="408"/>
                </a:cubicBezTo>
                <a:cubicBezTo>
                  <a:pt x="17447" y="408"/>
                  <a:pt x="11481" y="2903"/>
                  <a:pt x="7083" y="7344"/>
                </a:cubicBezTo>
                <a:cubicBezTo>
                  <a:pt x="2684" y="11784"/>
                  <a:pt x="213" y="17808"/>
                  <a:pt x="213" y="24088"/>
                </a:cubicBezTo>
                <a:cubicBezTo>
                  <a:pt x="213" y="30368"/>
                  <a:pt x="2684" y="36391"/>
                  <a:pt x="7083" y="40832"/>
                </a:cubicBezTo>
                <a:cubicBezTo>
                  <a:pt x="11481" y="45273"/>
                  <a:pt x="17447" y="47768"/>
                  <a:pt x="23667" y="47768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4" name="Freeform 1243">
            <a:extLst>
              <a:ext uri="{FF2B5EF4-FFF2-40B4-BE49-F238E27FC236}">
                <a16:creationId xmlns:a16="http://schemas.microsoft.com/office/drawing/2014/main" id="{8D22D1FC-D9F4-497B-2A96-9C8EDC85D10D}"/>
              </a:ext>
            </a:extLst>
          </p:cNvPr>
          <p:cNvSpPr>
            <a:spLocks noGrp="1"/>
          </p:cNvSpPr>
          <p:nvPr/>
        </p:nvSpPr>
        <p:spPr>
          <a:xfrm>
            <a:off x="4721883" y="1167252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5" y="47789"/>
                </a:moveTo>
                <a:cubicBezTo>
                  <a:pt x="29885" y="47789"/>
                  <a:pt x="35851" y="45294"/>
                  <a:pt x="40249" y="40853"/>
                </a:cubicBezTo>
                <a:cubicBezTo>
                  <a:pt x="44648" y="36412"/>
                  <a:pt x="47119" y="30389"/>
                  <a:pt x="47119" y="24109"/>
                </a:cubicBezTo>
                <a:cubicBezTo>
                  <a:pt x="47119" y="17829"/>
                  <a:pt x="44648" y="11805"/>
                  <a:pt x="40249" y="7365"/>
                </a:cubicBezTo>
                <a:cubicBezTo>
                  <a:pt x="35851" y="2924"/>
                  <a:pt x="29885" y="429"/>
                  <a:pt x="23665" y="429"/>
                </a:cubicBezTo>
                <a:cubicBezTo>
                  <a:pt x="17445" y="429"/>
                  <a:pt x="11478" y="2924"/>
                  <a:pt x="7080" y="7365"/>
                </a:cubicBezTo>
                <a:cubicBezTo>
                  <a:pt x="2682" y="11805"/>
                  <a:pt x="210" y="17829"/>
                  <a:pt x="210" y="24109"/>
                </a:cubicBezTo>
                <a:cubicBezTo>
                  <a:pt x="210" y="30389"/>
                  <a:pt x="2682" y="36412"/>
                  <a:pt x="7080" y="40853"/>
                </a:cubicBezTo>
                <a:cubicBezTo>
                  <a:pt x="11478" y="45294"/>
                  <a:pt x="17445" y="47789"/>
                  <a:pt x="23665" y="47789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5" name="Freeform 1244">
            <a:extLst>
              <a:ext uri="{FF2B5EF4-FFF2-40B4-BE49-F238E27FC236}">
                <a16:creationId xmlns:a16="http://schemas.microsoft.com/office/drawing/2014/main" id="{714013EA-A471-7E9B-E4B0-2D87901A371B}"/>
              </a:ext>
            </a:extLst>
          </p:cNvPr>
          <p:cNvSpPr>
            <a:spLocks noGrp="1"/>
          </p:cNvSpPr>
          <p:nvPr/>
        </p:nvSpPr>
        <p:spPr>
          <a:xfrm>
            <a:off x="4381990" y="1666930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26" y="47831"/>
                </a:moveTo>
                <a:cubicBezTo>
                  <a:pt x="29847" y="47831"/>
                  <a:pt x="35813" y="45336"/>
                  <a:pt x="40211" y="40895"/>
                </a:cubicBezTo>
                <a:cubicBezTo>
                  <a:pt x="44609" y="36454"/>
                  <a:pt x="47081" y="30431"/>
                  <a:pt x="47081" y="24151"/>
                </a:cubicBezTo>
                <a:cubicBezTo>
                  <a:pt x="47081" y="17871"/>
                  <a:pt x="44609" y="11847"/>
                  <a:pt x="40211" y="7407"/>
                </a:cubicBezTo>
                <a:cubicBezTo>
                  <a:pt x="35813" y="2966"/>
                  <a:pt x="29847" y="471"/>
                  <a:pt x="23626" y="471"/>
                </a:cubicBezTo>
                <a:cubicBezTo>
                  <a:pt x="17406" y="471"/>
                  <a:pt x="11440" y="2966"/>
                  <a:pt x="7042" y="7407"/>
                </a:cubicBezTo>
                <a:cubicBezTo>
                  <a:pt x="2643" y="11847"/>
                  <a:pt x="172" y="17871"/>
                  <a:pt x="172" y="24151"/>
                </a:cubicBezTo>
                <a:cubicBezTo>
                  <a:pt x="172" y="30431"/>
                  <a:pt x="2643" y="36454"/>
                  <a:pt x="7042" y="40895"/>
                </a:cubicBezTo>
                <a:cubicBezTo>
                  <a:pt x="11440" y="45336"/>
                  <a:pt x="17406" y="47831"/>
                  <a:pt x="23626" y="47831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6" name="Freeform 1245">
            <a:extLst>
              <a:ext uri="{FF2B5EF4-FFF2-40B4-BE49-F238E27FC236}">
                <a16:creationId xmlns:a16="http://schemas.microsoft.com/office/drawing/2014/main" id="{AC52A459-9F02-0AAF-757A-B050A20F877B}"/>
              </a:ext>
            </a:extLst>
          </p:cNvPr>
          <p:cNvSpPr>
            <a:spLocks noGrp="1"/>
          </p:cNvSpPr>
          <p:nvPr/>
        </p:nvSpPr>
        <p:spPr>
          <a:xfrm>
            <a:off x="4670248" y="1051166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9" y="47776"/>
                </a:moveTo>
                <a:cubicBezTo>
                  <a:pt x="29889" y="47776"/>
                  <a:pt x="35855" y="45281"/>
                  <a:pt x="40253" y="40840"/>
                </a:cubicBezTo>
                <a:cubicBezTo>
                  <a:pt x="44652" y="36400"/>
                  <a:pt x="47123" y="30376"/>
                  <a:pt x="47123" y="24096"/>
                </a:cubicBezTo>
                <a:cubicBezTo>
                  <a:pt x="47123" y="17816"/>
                  <a:pt x="44652" y="11793"/>
                  <a:pt x="40253" y="7352"/>
                </a:cubicBezTo>
                <a:cubicBezTo>
                  <a:pt x="35855" y="2912"/>
                  <a:pt x="29889" y="416"/>
                  <a:pt x="23669" y="416"/>
                </a:cubicBezTo>
                <a:cubicBezTo>
                  <a:pt x="17448" y="416"/>
                  <a:pt x="11482" y="2912"/>
                  <a:pt x="7084" y="7352"/>
                </a:cubicBezTo>
                <a:cubicBezTo>
                  <a:pt x="2686" y="11793"/>
                  <a:pt x="214" y="17816"/>
                  <a:pt x="214" y="24096"/>
                </a:cubicBezTo>
                <a:cubicBezTo>
                  <a:pt x="214" y="30376"/>
                  <a:pt x="2686" y="36400"/>
                  <a:pt x="7084" y="40840"/>
                </a:cubicBezTo>
                <a:cubicBezTo>
                  <a:pt x="11482" y="45281"/>
                  <a:pt x="17448" y="47776"/>
                  <a:pt x="23669" y="47776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7" name="Freeform 1246">
            <a:extLst>
              <a:ext uri="{FF2B5EF4-FFF2-40B4-BE49-F238E27FC236}">
                <a16:creationId xmlns:a16="http://schemas.microsoft.com/office/drawing/2014/main" id="{1219C89D-722D-EDB8-C057-D4B6FA437AE7}"/>
              </a:ext>
            </a:extLst>
          </p:cNvPr>
          <p:cNvSpPr>
            <a:spLocks noGrp="1"/>
          </p:cNvSpPr>
          <p:nvPr/>
        </p:nvSpPr>
        <p:spPr>
          <a:xfrm>
            <a:off x="4705073" y="1114598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3" y="47789"/>
                </a:moveTo>
                <a:cubicBezTo>
                  <a:pt x="29883" y="47789"/>
                  <a:pt x="35849" y="45294"/>
                  <a:pt x="40248" y="40854"/>
                </a:cubicBezTo>
                <a:cubicBezTo>
                  <a:pt x="44646" y="36413"/>
                  <a:pt x="47117" y="30389"/>
                  <a:pt x="47117" y="24110"/>
                </a:cubicBezTo>
                <a:cubicBezTo>
                  <a:pt x="47117" y="17830"/>
                  <a:pt x="44646" y="11806"/>
                  <a:pt x="40248" y="7365"/>
                </a:cubicBezTo>
                <a:cubicBezTo>
                  <a:pt x="35849" y="2925"/>
                  <a:pt x="29883" y="430"/>
                  <a:pt x="23663" y="430"/>
                </a:cubicBezTo>
                <a:cubicBezTo>
                  <a:pt x="17443" y="430"/>
                  <a:pt x="11476" y="2925"/>
                  <a:pt x="7078" y="7365"/>
                </a:cubicBezTo>
                <a:cubicBezTo>
                  <a:pt x="2680" y="11806"/>
                  <a:pt x="209" y="17830"/>
                  <a:pt x="209" y="24110"/>
                </a:cubicBezTo>
                <a:cubicBezTo>
                  <a:pt x="209" y="30389"/>
                  <a:pt x="2680" y="36413"/>
                  <a:pt x="7078" y="40854"/>
                </a:cubicBezTo>
                <a:cubicBezTo>
                  <a:pt x="11476" y="45294"/>
                  <a:pt x="17443" y="47789"/>
                  <a:pt x="23663" y="47789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8" name="Freeform 1247">
            <a:extLst>
              <a:ext uri="{FF2B5EF4-FFF2-40B4-BE49-F238E27FC236}">
                <a16:creationId xmlns:a16="http://schemas.microsoft.com/office/drawing/2014/main" id="{D0A70349-57DE-83D8-24A7-E75E856FFDF6}"/>
              </a:ext>
            </a:extLst>
          </p:cNvPr>
          <p:cNvSpPr>
            <a:spLocks noGrp="1"/>
          </p:cNvSpPr>
          <p:nvPr/>
        </p:nvSpPr>
        <p:spPr>
          <a:xfrm>
            <a:off x="4710957" y="1034477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4" y="47778"/>
                </a:moveTo>
                <a:cubicBezTo>
                  <a:pt x="29884" y="47778"/>
                  <a:pt x="35850" y="45282"/>
                  <a:pt x="40248" y="40842"/>
                </a:cubicBezTo>
                <a:cubicBezTo>
                  <a:pt x="44647" y="36401"/>
                  <a:pt x="47118" y="30378"/>
                  <a:pt x="47118" y="24098"/>
                </a:cubicBezTo>
                <a:cubicBezTo>
                  <a:pt x="47118" y="17818"/>
                  <a:pt x="44647" y="11794"/>
                  <a:pt x="40248" y="7354"/>
                </a:cubicBezTo>
                <a:cubicBezTo>
                  <a:pt x="35850" y="2913"/>
                  <a:pt x="29884" y="418"/>
                  <a:pt x="23664" y="418"/>
                </a:cubicBezTo>
                <a:cubicBezTo>
                  <a:pt x="17443" y="418"/>
                  <a:pt x="11477" y="2913"/>
                  <a:pt x="7079" y="7354"/>
                </a:cubicBezTo>
                <a:cubicBezTo>
                  <a:pt x="2681" y="11794"/>
                  <a:pt x="209" y="17818"/>
                  <a:pt x="209" y="24098"/>
                </a:cubicBezTo>
                <a:cubicBezTo>
                  <a:pt x="209" y="30378"/>
                  <a:pt x="2681" y="36401"/>
                  <a:pt x="7079" y="40842"/>
                </a:cubicBezTo>
                <a:cubicBezTo>
                  <a:pt x="11477" y="45282"/>
                  <a:pt x="17443" y="47778"/>
                  <a:pt x="23664" y="47778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9" name="Freeform 1248">
            <a:extLst>
              <a:ext uri="{FF2B5EF4-FFF2-40B4-BE49-F238E27FC236}">
                <a16:creationId xmlns:a16="http://schemas.microsoft.com/office/drawing/2014/main" id="{A53BD939-83CD-A27A-6221-44F209D3E1E8}"/>
              </a:ext>
            </a:extLst>
          </p:cNvPr>
          <p:cNvSpPr>
            <a:spLocks noGrp="1"/>
          </p:cNvSpPr>
          <p:nvPr/>
        </p:nvSpPr>
        <p:spPr>
          <a:xfrm>
            <a:off x="4719356" y="1023771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4" y="47775"/>
                </a:moveTo>
                <a:cubicBezTo>
                  <a:pt x="29885" y="47775"/>
                  <a:pt x="35851" y="45280"/>
                  <a:pt x="40249" y="40840"/>
                </a:cubicBezTo>
                <a:cubicBezTo>
                  <a:pt x="44647" y="36399"/>
                  <a:pt x="47119" y="30376"/>
                  <a:pt x="47119" y="24096"/>
                </a:cubicBezTo>
                <a:cubicBezTo>
                  <a:pt x="47119" y="17816"/>
                  <a:pt x="44647" y="11792"/>
                  <a:pt x="40249" y="7352"/>
                </a:cubicBezTo>
                <a:cubicBezTo>
                  <a:pt x="35851" y="2911"/>
                  <a:pt x="29885" y="416"/>
                  <a:pt x="23664" y="416"/>
                </a:cubicBezTo>
                <a:cubicBezTo>
                  <a:pt x="17444" y="416"/>
                  <a:pt x="11478" y="2911"/>
                  <a:pt x="7080" y="7352"/>
                </a:cubicBezTo>
                <a:cubicBezTo>
                  <a:pt x="2681" y="11792"/>
                  <a:pt x="210" y="17816"/>
                  <a:pt x="210" y="24096"/>
                </a:cubicBezTo>
                <a:cubicBezTo>
                  <a:pt x="210" y="30376"/>
                  <a:pt x="2681" y="36399"/>
                  <a:pt x="7080" y="40840"/>
                </a:cubicBezTo>
                <a:cubicBezTo>
                  <a:pt x="11478" y="45280"/>
                  <a:pt x="17444" y="47775"/>
                  <a:pt x="23664" y="47775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0" name="Freeform 1249">
            <a:extLst>
              <a:ext uri="{FF2B5EF4-FFF2-40B4-BE49-F238E27FC236}">
                <a16:creationId xmlns:a16="http://schemas.microsoft.com/office/drawing/2014/main" id="{CE5E8D78-861A-90E4-3C67-87B397F87885}"/>
              </a:ext>
            </a:extLst>
          </p:cNvPr>
          <p:cNvSpPr>
            <a:spLocks noGrp="1"/>
          </p:cNvSpPr>
          <p:nvPr/>
        </p:nvSpPr>
        <p:spPr>
          <a:xfrm>
            <a:off x="4764723" y="1195804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70" y="47800"/>
                </a:moveTo>
                <a:cubicBezTo>
                  <a:pt x="29890" y="47800"/>
                  <a:pt x="35856" y="45305"/>
                  <a:pt x="40254" y="40865"/>
                </a:cubicBezTo>
                <a:cubicBezTo>
                  <a:pt x="44653" y="36424"/>
                  <a:pt x="47124" y="30401"/>
                  <a:pt x="47124" y="24121"/>
                </a:cubicBezTo>
                <a:cubicBezTo>
                  <a:pt x="47124" y="17841"/>
                  <a:pt x="44653" y="11817"/>
                  <a:pt x="40254" y="7376"/>
                </a:cubicBezTo>
                <a:cubicBezTo>
                  <a:pt x="35856" y="2936"/>
                  <a:pt x="29890" y="441"/>
                  <a:pt x="23670" y="441"/>
                </a:cubicBezTo>
                <a:cubicBezTo>
                  <a:pt x="17449" y="441"/>
                  <a:pt x="11483" y="2936"/>
                  <a:pt x="7085" y="7376"/>
                </a:cubicBezTo>
                <a:cubicBezTo>
                  <a:pt x="2687" y="11817"/>
                  <a:pt x="215" y="17841"/>
                  <a:pt x="215" y="24121"/>
                </a:cubicBezTo>
                <a:cubicBezTo>
                  <a:pt x="215" y="30401"/>
                  <a:pt x="2687" y="36424"/>
                  <a:pt x="7085" y="40865"/>
                </a:cubicBezTo>
                <a:cubicBezTo>
                  <a:pt x="11483" y="45305"/>
                  <a:pt x="17449" y="47800"/>
                  <a:pt x="23670" y="47800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1" name="Freeform 1250">
            <a:extLst>
              <a:ext uri="{FF2B5EF4-FFF2-40B4-BE49-F238E27FC236}">
                <a16:creationId xmlns:a16="http://schemas.microsoft.com/office/drawing/2014/main" id="{0561104D-FCA7-0AC7-8E1D-BD5BFF4F6E56}"/>
              </a:ext>
            </a:extLst>
          </p:cNvPr>
          <p:cNvSpPr>
            <a:spLocks noGrp="1"/>
          </p:cNvSpPr>
          <p:nvPr/>
        </p:nvSpPr>
        <p:spPr>
          <a:xfrm>
            <a:off x="4570168" y="1399338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48" y="47823"/>
                </a:moveTo>
                <a:cubicBezTo>
                  <a:pt x="29868" y="47823"/>
                  <a:pt x="35834" y="45328"/>
                  <a:pt x="40232" y="40887"/>
                </a:cubicBezTo>
                <a:cubicBezTo>
                  <a:pt x="44631" y="36447"/>
                  <a:pt x="47102" y="30423"/>
                  <a:pt x="47102" y="24143"/>
                </a:cubicBezTo>
                <a:cubicBezTo>
                  <a:pt x="47102" y="17863"/>
                  <a:pt x="44631" y="11840"/>
                  <a:pt x="40232" y="7399"/>
                </a:cubicBezTo>
                <a:cubicBezTo>
                  <a:pt x="35834" y="2959"/>
                  <a:pt x="29868" y="464"/>
                  <a:pt x="23648" y="464"/>
                </a:cubicBezTo>
                <a:cubicBezTo>
                  <a:pt x="17428" y="464"/>
                  <a:pt x="11461" y="2959"/>
                  <a:pt x="7063" y="7399"/>
                </a:cubicBezTo>
                <a:cubicBezTo>
                  <a:pt x="2665" y="11840"/>
                  <a:pt x="193" y="17863"/>
                  <a:pt x="193" y="24143"/>
                </a:cubicBezTo>
                <a:cubicBezTo>
                  <a:pt x="193" y="30423"/>
                  <a:pt x="2665" y="36447"/>
                  <a:pt x="7063" y="40887"/>
                </a:cubicBezTo>
                <a:cubicBezTo>
                  <a:pt x="11461" y="45328"/>
                  <a:pt x="17428" y="47823"/>
                  <a:pt x="23648" y="47823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2" name="Freeform 1251">
            <a:extLst>
              <a:ext uri="{FF2B5EF4-FFF2-40B4-BE49-F238E27FC236}">
                <a16:creationId xmlns:a16="http://schemas.microsoft.com/office/drawing/2014/main" id="{032E4D38-74E7-8310-4ABF-ABBAA0798DFF}"/>
              </a:ext>
            </a:extLst>
          </p:cNvPr>
          <p:cNvSpPr>
            <a:spLocks noGrp="1"/>
          </p:cNvSpPr>
          <p:nvPr/>
        </p:nvSpPr>
        <p:spPr>
          <a:xfrm>
            <a:off x="4899411" y="1086866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85" y="47788"/>
                </a:moveTo>
                <a:cubicBezTo>
                  <a:pt x="29905" y="47788"/>
                  <a:pt x="35871" y="45293"/>
                  <a:pt x="40269" y="40853"/>
                </a:cubicBezTo>
                <a:cubicBezTo>
                  <a:pt x="44668" y="36412"/>
                  <a:pt x="47139" y="30388"/>
                  <a:pt x="47139" y="24108"/>
                </a:cubicBezTo>
                <a:cubicBezTo>
                  <a:pt x="47139" y="17828"/>
                  <a:pt x="44668" y="11805"/>
                  <a:pt x="40269" y="7364"/>
                </a:cubicBezTo>
                <a:cubicBezTo>
                  <a:pt x="35871" y="2924"/>
                  <a:pt x="29905" y="429"/>
                  <a:pt x="23685" y="429"/>
                </a:cubicBezTo>
                <a:cubicBezTo>
                  <a:pt x="17465" y="429"/>
                  <a:pt x="11498" y="2924"/>
                  <a:pt x="7100" y="7364"/>
                </a:cubicBezTo>
                <a:cubicBezTo>
                  <a:pt x="2702" y="11805"/>
                  <a:pt x="231" y="17828"/>
                  <a:pt x="231" y="24108"/>
                </a:cubicBezTo>
                <a:cubicBezTo>
                  <a:pt x="231" y="30388"/>
                  <a:pt x="2702" y="36412"/>
                  <a:pt x="7100" y="40853"/>
                </a:cubicBezTo>
                <a:cubicBezTo>
                  <a:pt x="11498" y="45293"/>
                  <a:pt x="17465" y="47788"/>
                  <a:pt x="23685" y="47788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3" name="Freeform 1252">
            <a:extLst>
              <a:ext uri="{FF2B5EF4-FFF2-40B4-BE49-F238E27FC236}">
                <a16:creationId xmlns:a16="http://schemas.microsoft.com/office/drawing/2014/main" id="{707E8BFD-3AD7-7C97-F94F-BB61E86E9BA0}"/>
              </a:ext>
            </a:extLst>
          </p:cNvPr>
          <p:cNvSpPr>
            <a:spLocks noGrp="1"/>
          </p:cNvSpPr>
          <p:nvPr/>
        </p:nvSpPr>
        <p:spPr>
          <a:xfrm>
            <a:off x="4750896" y="902322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8" y="47704"/>
                </a:moveTo>
                <a:cubicBezTo>
                  <a:pt x="29888" y="47704"/>
                  <a:pt x="35854" y="45209"/>
                  <a:pt x="40253" y="40769"/>
                </a:cubicBezTo>
                <a:cubicBezTo>
                  <a:pt x="44651" y="36328"/>
                  <a:pt x="47122" y="30305"/>
                  <a:pt x="47122" y="24025"/>
                </a:cubicBezTo>
                <a:cubicBezTo>
                  <a:pt x="47122" y="17745"/>
                  <a:pt x="44651" y="11721"/>
                  <a:pt x="40253" y="7281"/>
                </a:cubicBezTo>
                <a:cubicBezTo>
                  <a:pt x="35854" y="2840"/>
                  <a:pt x="29888" y="345"/>
                  <a:pt x="23668" y="345"/>
                </a:cubicBezTo>
                <a:cubicBezTo>
                  <a:pt x="17448" y="345"/>
                  <a:pt x="11482" y="2840"/>
                  <a:pt x="7083" y="7281"/>
                </a:cubicBezTo>
                <a:cubicBezTo>
                  <a:pt x="2685" y="11721"/>
                  <a:pt x="214" y="17745"/>
                  <a:pt x="214" y="24025"/>
                </a:cubicBezTo>
                <a:cubicBezTo>
                  <a:pt x="214" y="30305"/>
                  <a:pt x="2685" y="36328"/>
                  <a:pt x="7083" y="40769"/>
                </a:cubicBezTo>
                <a:cubicBezTo>
                  <a:pt x="11482" y="45209"/>
                  <a:pt x="17448" y="47704"/>
                  <a:pt x="23668" y="47704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4" name="Freeform 1253">
            <a:extLst>
              <a:ext uri="{FF2B5EF4-FFF2-40B4-BE49-F238E27FC236}">
                <a16:creationId xmlns:a16="http://schemas.microsoft.com/office/drawing/2014/main" id="{2352B5C3-ED21-5C13-8F30-C7AFCBC32AE0}"/>
              </a:ext>
            </a:extLst>
          </p:cNvPr>
          <p:cNvSpPr>
            <a:spLocks noGrp="1"/>
          </p:cNvSpPr>
          <p:nvPr/>
        </p:nvSpPr>
        <p:spPr>
          <a:xfrm>
            <a:off x="4670805" y="1021168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59" y="47777"/>
                </a:moveTo>
                <a:cubicBezTo>
                  <a:pt x="29879" y="47777"/>
                  <a:pt x="35845" y="45282"/>
                  <a:pt x="40244" y="40842"/>
                </a:cubicBezTo>
                <a:cubicBezTo>
                  <a:pt x="44642" y="36401"/>
                  <a:pt x="47113" y="30378"/>
                  <a:pt x="47113" y="24098"/>
                </a:cubicBezTo>
                <a:cubicBezTo>
                  <a:pt x="47113" y="17818"/>
                  <a:pt x="44642" y="11794"/>
                  <a:pt x="40244" y="7354"/>
                </a:cubicBezTo>
                <a:cubicBezTo>
                  <a:pt x="35845" y="2913"/>
                  <a:pt x="29879" y="418"/>
                  <a:pt x="23659" y="418"/>
                </a:cubicBezTo>
                <a:cubicBezTo>
                  <a:pt x="17439" y="418"/>
                  <a:pt x="11473" y="2913"/>
                  <a:pt x="7074" y="7354"/>
                </a:cubicBezTo>
                <a:cubicBezTo>
                  <a:pt x="2676" y="11794"/>
                  <a:pt x="205" y="17818"/>
                  <a:pt x="205" y="24098"/>
                </a:cubicBezTo>
                <a:cubicBezTo>
                  <a:pt x="205" y="30378"/>
                  <a:pt x="2676" y="36401"/>
                  <a:pt x="7074" y="40842"/>
                </a:cubicBezTo>
                <a:cubicBezTo>
                  <a:pt x="11473" y="45282"/>
                  <a:pt x="17439" y="47777"/>
                  <a:pt x="23659" y="47777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5" name="Freeform 1254">
            <a:extLst>
              <a:ext uri="{FF2B5EF4-FFF2-40B4-BE49-F238E27FC236}">
                <a16:creationId xmlns:a16="http://schemas.microsoft.com/office/drawing/2014/main" id="{01CB4705-8958-2C2E-1513-FFF3F9F2C4FD}"/>
              </a:ext>
            </a:extLst>
          </p:cNvPr>
          <p:cNvSpPr>
            <a:spLocks noGrp="1"/>
          </p:cNvSpPr>
          <p:nvPr/>
        </p:nvSpPr>
        <p:spPr>
          <a:xfrm>
            <a:off x="4759496" y="1226235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9" y="47798"/>
                </a:moveTo>
                <a:cubicBezTo>
                  <a:pt x="29889" y="47798"/>
                  <a:pt x="35855" y="45303"/>
                  <a:pt x="40254" y="40862"/>
                </a:cubicBezTo>
                <a:cubicBezTo>
                  <a:pt x="44652" y="36421"/>
                  <a:pt x="47123" y="30398"/>
                  <a:pt x="47123" y="24118"/>
                </a:cubicBezTo>
                <a:cubicBezTo>
                  <a:pt x="47123" y="17838"/>
                  <a:pt x="44652" y="11814"/>
                  <a:pt x="40254" y="7374"/>
                </a:cubicBezTo>
                <a:cubicBezTo>
                  <a:pt x="35855" y="2933"/>
                  <a:pt x="29889" y="438"/>
                  <a:pt x="23669" y="438"/>
                </a:cubicBezTo>
                <a:cubicBezTo>
                  <a:pt x="17449" y="438"/>
                  <a:pt x="11483" y="2933"/>
                  <a:pt x="7084" y="7374"/>
                </a:cubicBezTo>
                <a:cubicBezTo>
                  <a:pt x="2686" y="11814"/>
                  <a:pt x="215" y="17838"/>
                  <a:pt x="215" y="24118"/>
                </a:cubicBezTo>
                <a:cubicBezTo>
                  <a:pt x="215" y="30398"/>
                  <a:pt x="2686" y="36421"/>
                  <a:pt x="7084" y="40862"/>
                </a:cubicBezTo>
                <a:cubicBezTo>
                  <a:pt x="11483" y="45303"/>
                  <a:pt x="17449" y="47798"/>
                  <a:pt x="23669" y="47798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6" name="Freeform 1255">
            <a:extLst>
              <a:ext uri="{FF2B5EF4-FFF2-40B4-BE49-F238E27FC236}">
                <a16:creationId xmlns:a16="http://schemas.microsoft.com/office/drawing/2014/main" id="{677F1E25-BC55-53F1-1264-61D0AA9A050C}"/>
              </a:ext>
            </a:extLst>
          </p:cNvPr>
          <p:cNvSpPr>
            <a:spLocks noGrp="1"/>
          </p:cNvSpPr>
          <p:nvPr/>
        </p:nvSpPr>
        <p:spPr>
          <a:xfrm>
            <a:off x="4853977" y="1254076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80" y="47795"/>
                </a:moveTo>
                <a:cubicBezTo>
                  <a:pt x="29900" y="47795"/>
                  <a:pt x="35866" y="45300"/>
                  <a:pt x="40264" y="40860"/>
                </a:cubicBezTo>
                <a:cubicBezTo>
                  <a:pt x="44663" y="36419"/>
                  <a:pt x="47134" y="30396"/>
                  <a:pt x="47134" y="24116"/>
                </a:cubicBezTo>
                <a:cubicBezTo>
                  <a:pt x="47134" y="17836"/>
                  <a:pt x="44663" y="11812"/>
                  <a:pt x="40264" y="7372"/>
                </a:cubicBezTo>
                <a:cubicBezTo>
                  <a:pt x="35866" y="2931"/>
                  <a:pt x="29900" y="436"/>
                  <a:pt x="23680" y="436"/>
                </a:cubicBezTo>
                <a:cubicBezTo>
                  <a:pt x="17460" y="436"/>
                  <a:pt x="11493" y="2931"/>
                  <a:pt x="7095" y="7372"/>
                </a:cubicBezTo>
                <a:cubicBezTo>
                  <a:pt x="2697" y="11812"/>
                  <a:pt x="225" y="17836"/>
                  <a:pt x="225" y="24116"/>
                </a:cubicBezTo>
                <a:cubicBezTo>
                  <a:pt x="225" y="30396"/>
                  <a:pt x="2697" y="36419"/>
                  <a:pt x="7095" y="40860"/>
                </a:cubicBezTo>
                <a:cubicBezTo>
                  <a:pt x="11493" y="45300"/>
                  <a:pt x="17460" y="47795"/>
                  <a:pt x="23680" y="47795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7" name="Freeform 1256">
            <a:extLst>
              <a:ext uri="{FF2B5EF4-FFF2-40B4-BE49-F238E27FC236}">
                <a16:creationId xmlns:a16="http://schemas.microsoft.com/office/drawing/2014/main" id="{1132D474-1EBB-7344-E5EC-5ADA07EAAFE0}"/>
              </a:ext>
            </a:extLst>
          </p:cNvPr>
          <p:cNvSpPr>
            <a:spLocks noGrp="1"/>
          </p:cNvSpPr>
          <p:nvPr/>
        </p:nvSpPr>
        <p:spPr>
          <a:xfrm>
            <a:off x="4710770" y="972679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4" y="47768"/>
                </a:moveTo>
                <a:cubicBezTo>
                  <a:pt x="29884" y="47768"/>
                  <a:pt x="35850" y="45273"/>
                  <a:pt x="40248" y="40833"/>
                </a:cubicBezTo>
                <a:cubicBezTo>
                  <a:pt x="44647" y="36392"/>
                  <a:pt x="47118" y="30369"/>
                  <a:pt x="47118" y="24089"/>
                </a:cubicBezTo>
                <a:cubicBezTo>
                  <a:pt x="47118" y="17809"/>
                  <a:pt x="44647" y="11785"/>
                  <a:pt x="40248" y="7345"/>
                </a:cubicBezTo>
                <a:cubicBezTo>
                  <a:pt x="35850" y="2904"/>
                  <a:pt x="29884" y="409"/>
                  <a:pt x="23664" y="409"/>
                </a:cubicBezTo>
                <a:cubicBezTo>
                  <a:pt x="17443" y="409"/>
                  <a:pt x="11477" y="2904"/>
                  <a:pt x="7079" y="7345"/>
                </a:cubicBezTo>
                <a:cubicBezTo>
                  <a:pt x="2681" y="11785"/>
                  <a:pt x="209" y="17809"/>
                  <a:pt x="209" y="24089"/>
                </a:cubicBezTo>
                <a:cubicBezTo>
                  <a:pt x="209" y="30369"/>
                  <a:pt x="2681" y="36392"/>
                  <a:pt x="7079" y="40833"/>
                </a:cubicBezTo>
                <a:cubicBezTo>
                  <a:pt x="11477" y="45273"/>
                  <a:pt x="17443" y="47768"/>
                  <a:pt x="23664" y="47768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8" name="Freeform 1257">
            <a:extLst>
              <a:ext uri="{FF2B5EF4-FFF2-40B4-BE49-F238E27FC236}">
                <a16:creationId xmlns:a16="http://schemas.microsoft.com/office/drawing/2014/main" id="{9F8182A4-D3B1-1C38-6FFF-FC6B21C9293F}"/>
              </a:ext>
            </a:extLst>
          </p:cNvPr>
          <p:cNvSpPr>
            <a:spLocks noGrp="1"/>
          </p:cNvSpPr>
          <p:nvPr/>
        </p:nvSpPr>
        <p:spPr>
          <a:xfrm>
            <a:off x="4333913" y="1502090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21" y="47835"/>
                </a:moveTo>
                <a:cubicBezTo>
                  <a:pt x="29841" y="47835"/>
                  <a:pt x="35807" y="45340"/>
                  <a:pt x="40206" y="40899"/>
                </a:cubicBezTo>
                <a:cubicBezTo>
                  <a:pt x="44604" y="36458"/>
                  <a:pt x="47075" y="30435"/>
                  <a:pt x="47075" y="24155"/>
                </a:cubicBezTo>
                <a:cubicBezTo>
                  <a:pt x="47075" y="17875"/>
                  <a:pt x="44604" y="11851"/>
                  <a:pt x="40206" y="7411"/>
                </a:cubicBezTo>
                <a:cubicBezTo>
                  <a:pt x="35807" y="2970"/>
                  <a:pt x="29841" y="475"/>
                  <a:pt x="23621" y="475"/>
                </a:cubicBezTo>
                <a:cubicBezTo>
                  <a:pt x="17401" y="475"/>
                  <a:pt x="11435" y="2970"/>
                  <a:pt x="7036" y="7411"/>
                </a:cubicBezTo>
                <a:cubicBezTo>
                  <a:pt x="2638" y="11851"/>
                  <a:pt x="167" y="17875"/>
                  <a:pt x="167" y="24155"/>
                </a:cubicBezTo>
                <a:cubicBezTo>
                  <a:pt x="167" y="30435"/>
                  <a:pt x="2638" y="36458"/>
                  <a:pt x="7036" y="40899"/>
                </a:cubicBezTo>
                <a:cubicBezTo>
                  <a:pt x="11435" y="45340"/>
                  <a:pt x="17401" y="47835"/>
                  <a:pt x="23621" y="47835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9" name="Freeform 1258">
            <a:extLst>
              <a:ext uri="{FF2B5EF4-FFF2-40B4-BE49-F238E27FC236}">
                <a16:creationId xmlns:a16="http://schemas.microsoft.com/office/drawing/2014/main" id="{EA8423F0-1C2B-4ECC-4C47-72377B0F0B6D}"/>
              </a:ext>
            </a:extLst>
          </p:cNvPr>
          <p:cNvSpPr>
            <a:spLocks noGrp="1"/>
          </p:cNvSpPr>
          <p:nvPr/>
        </p:nvSpPr>
        <p:spPr>
          <a:xfrm>
            <a:off x="4870591" y="1141775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82" y="47792"/>
                </a:moveTo>
                <a:cubicBezTo>
                  <a:pt x="29902" y="47792"/>
                  <a:pt x="35868" y="45297"/>
                  <a:pt x="40266" y="40857"/>
                </a:cubicBezTo>
                <a:cubicBezTo>
                  <a:pt x="44665" y="36416"/>
                  <a:pt x="47136" y="30393"/>
                  <a:pt x="47136" y="24113"/>
                </a:cubicBezTo>
                <a:cubicBezTo>
                  <a:pt x="47136" y="17833"/>
                  <a:pt x="44665" y="11809"/>
                  <a:pt x="40266" y="7369"/>
                </a:cubicBezTo>
                <a:cubicBezTo>
                  <a:pt x="35868" y="2928"/>
                  <a:pt x="29902" y="433"/>
                  <a:pt x="23682" y="433"/>
                </a:cubicBezTo>
                <a:cubicBezTo>
                  <a:pt x="17461" y="433"/>
                  <a:pt x="11495" y="2928"/>
                  <a:pt x="7097" y="7369"/>
                </a:cubicBezTo>
                <a:cubicBezTo>
                  <a:pt x="2699" y="11809"/>
                  <a:pt x="227" y="17833"/>
                  <a:pt x="227" y="24113"/>
                </a:cubicBezTo>
                <a:cubicBezTo>
                  <a:pt x="227" y="30393"/>
                  <a:pt x="2699" y="36416"/>
                  <a:pt x="7097" y="40857"/>
                </a:cubicBezTo>
                <a:cubicBezTo>
                  <a:pt x="11495" y="45297"/>
                  <a:pt x="17461" y="47792"/>
                  <a:pt x="23682" y="47792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0" name="Freeform 1259">
            <a:extLst>
              <a:ext uri="{FF2B5EF4-FFF2-40B4-BE49-F238E27FC236}">
                <a16:creationId xmlns:a16="http://schemas.microsoft.com/office/drawing/2014/main" id="{672B1612-62DE-B465-478F-E3C5497DDE34}"/>
              </a:ext>
            </a:extLst>
          </p:cNvPr>
          <p:cNvSpPr>
            <a:spLocks noGrp="1"/>
          </p:cNvSpPr>
          <p:nvPr/>
        </p:nvSpPr>
        <p:spPr>
          <a:xfrm>
            <a:off x="4728024" y="1205342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7" y="47795"/>
                </a:moveTo>
                <a:cubicBezTo>
                  <a:pt x="29887" y="47795"/>
                  <a:pt x="35853" y="45300"/>
                  <a:pt x="40252" y="40860"/>
                </a:cubicBezTo>
                <a:cubicBezTo>
                  <a:pt x="44650" y="36419"/>
                  <a:pt x="47121" y="30396"/>
                  <a:pt x="47121" y="24116"/>
                </a:cubicBezTo>
                <a:cubicBezTo>
                  <a:pt x="47121" y="17836"/>
                  <a:pt x="44650" y="11812"/>
                  <a:pt x="40252" y="7372"/>
                </a:cubicBezTo>
                <a:cubicBezTo>
                  <a:pt x="35853" y="2931"/>
                  <a:pt x="29887" y="436"/>
                  <a:pt x="23667" y="436"/>
                </a:cubicBezTo>
                <a:cubicBezTo>
                  <a:pt x="17447" y="436"/>
                  <a:pt x="11481" y="2931"/>
                  <a:pt x="7082" y="7372"/>
                </a:cubicBezTo>
                <a:cubicBezTo>
                  <a:pt x="2684" y="11812"/>
                  <a:pt x="213" y="17836"/>
                  <a:pt x="213" y="24116"/>
                </a:cubicBezTo>
                <a:cubicBezTo>
                  <a:pt x="213" y="30396"/>
                  <a:pt x="2684" y="36419"/>
                  <a:pt x="7082" y="40860"/>
                </a:cubicBezTo>
                <a:cubicBezTo>
                  <a:pt x="11481" y="45300"/>
                  <a:pt x="17447" y="47795"/>
                  <a:pt x="23667" y="47795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1" name="Freeform 1260">
            <a:extLst>
              <a:ext uri="{FF2B5EF4-FFF2-40B4-BE49-F238E27FC236}">
                <a16:creationId xmlns:a16="http://schemas.microsoft.com/office/drawing/2014/main" id="{EE731A0D-5F98-21F1-50A6-5E92D85E032C}"/>
              </a:ext>
            </a:extLst>
          </p:cNvPr>
          <p:cNvSpPr>
            <a:spLocks noGrp="1"/>
          </p:cNvSpPr>
          <p:nvPr/>
        </p:nvSpPr>
        <p:spPr>
          <a:xfrm>
            <a:off x="4718528" y="819661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4" y="47758"/>
                </a:moveTo>
                <a:cubicBezTo>
                  <a:pt x="29885" y="47758"/>
                  <a:pt x="35851" y="45263"/>
                  <a:pt x="40249" y="40823"/>
                </a:cubicBezTo>
                <a:cubicBezTo>
                  <a:pt x="44647" y="36382"/>
                  <a:pt x="47119" y="30359"/>
                  <a:pt x="47119" y="24079"/>
                </a:cubicBezTo>
                <a:cubicBezTo>
                  <a:pt x="47119" y="17799"/>
                  <a:pt x="44647" y="11775"/>
                  <a:pt x="40249" y="7334"/>
                </a:cubicBezTo>
                <a:cubicBezTo>
                  <a:pt x="35851" y="2894"/>
                  <a:pt x="29885" y="399"/>
                  <a:pt x="23664" y="399"/>
                </a:cubicBezTo>
                <a:cubicBezTo>
                  <a:pt x="17444" y="399"/>
                  <a:pt x="11478" y="2894"/>
                  <a:pt x="7080" y="7334"/>
                </a:cubicBezTo>
                <a:cubicBezTo>
                  <a:pt x="2681" y="11775"/>
                  <a:pt x="210" y="17799"/>
                  <a:pt x="210" y="24079"/>
                </a:cubicBezTo>
                <a:cubicBezTo>
                  <a:pt x="210" y="30359"/>
                  <a:pt x="2681" y="36382"/>
                  <a:pt x="7080" y="40823"/>
                </a:cubicBezTo>
                <a:cubicBezTo>
                  <a:pt x="11478" y="45263"/>
                  <a:pt x="17444" y="47758"/>
                  <a:pt x="23664" y="47758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2" name="Freeform 1261">
            <a:extLst>
              <a:ext uri="{FF2B5EF4-FFF2-40B4-BE49-F238E27FC236}">
                <a16:creationId xmlns:a16="http://schemas.microsoft.com/office/drawing/2014/main" id="{B4EFE761-4301-6EA0-64DC-C93DD3C09285}"/>
              </a:ext>
            </a:extLst>
          </p:cNvPr>
          <p:cNvSpPr>
            <a:spLocks noGrp="1"/>
          </p:cNvSpPr>
          <p:nvPr/>
        </p:nvSpPr>
        <p:spPr>
          <a:xfrm>
            <a:off x="4619405" y="1304205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53" y="47803"/>
                </a:moveTo>
                <a:cubicBezTo>
                  <a:pt x="29873" y="47803"/>
                  <a:pt x="35840" y="45308"/>
                  <a:pt x="40238" y="40867"/>
                </a:cubicBezTo>
                <a:cubicBezTo>
                  <a:pt x="44636" y="36426"/>
                  <a:pt x="47107" y="30403"/>
                  <a:pt x="47107" y="24123"/>
                </a:cubicBezTo>
                <a:cubicBezTo>
                  <a:pt x="47107" y="17843"/>
                  <a:pt x="44636" y="11819"/>
                  <a:pt x="40238" y="7379"/>
                </a:cubicBezTo>
                <a:cubicBezTo>
                  <a:pt x="35840" y="2938"/>
                  <a:pt x="29873" y="443"/>
                  <a:pt x="23653" y="443"/>
                </a:cubicBezTo>
                <a:cubicBezTo>
                  <a:pt x="17433" y="443"/>
                  <a:pt x="11467" y="2938"/>
                  <a:pt x="7069" y="7379"/>
                </a:cubicBezTo>
                <a:cubicBezTo>
                  <a:pt x="2670" y="11819"/>
                  <a:pt x="199" y="17843"/>
                  <a:pt x="199" y="24123"/>
                </a:cubicBezTo>
                <a:cubicBezTo>
                  <a:pt x="199" y="30403"/>
                  <a:pt x="2670" y="36426"/>
                  <a:pt x="7069" y="40867"/>
                </a:cubicBezTo>
                <a:cubicBezTo>
                  <a:pt x="11467" y="45308"/>
                  <a:pt x="17433" y="47803"/>
                  <a:pt x="23653" y="47803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3" name="Freeform 1262">
            <a:extLst>
              <a:ext uri="{FF2B5EF4-FFF2-40B4-BE49-F238E27FC236}">
                <a16:creationId xmlns:a16="http://schemas.microsoft.com/office/drawing/2014/main" id="{F0B81233-9086-93F4-C9BD-8A69C5DBC83B}"/>
              </a:ext>
            </a:extLst>
          </p:cNvPr>
          <p:cNvSpPr>
            <a:spLocks noGrp="1"/>
          </p:cNvSpPr>
          <p:nvPr/>
        </p:nvSpPr>
        <p:spPr>
          <a:xfrm>
            <a:off x="4617148" y="1142321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53" y="47793"/>
                </a:moveTo>
                <a:cubicBezTo>
                  <a:pt x="29873" y="47793"/>
                  <a:pt x="35839" y="45298"/>
                  <a:pt x="40238" y="40857"/>
                </a:cubicBezTo>
                <a:cubicBezTo>
                  <a:pt x="44636" y="36417"/>
                  <a:pt x="47107" y="30393"/>
                  <a:pt x="47107" y="24113"/>
                </a:cubicBezTo>
                <a:cubicBezTo>
                  <a:pt x="47107" y="17833"/>
                  <a:pt x="44636" y="11810"/>
                  <a:pt x="40238" y="7369"/>
                </a:cubicBezTo>
                <a:cubicBezTo>
                  <a:pt x="35839" y="2928"/>
                  <a:pt x="29873" y="433"/>
                  <a:pt x="23653" y="433"/>
                </a:cubicBezTo>
                <a:cubicBezTo>
                  <a:pt x="17433" y="433"/>
                  <a:pt x="11467" y="2928"/>
                  <a:pt x="7068" y="7369"/>
                </a:cubicBezTo>
                <a:cubicBezTo>
                  <a:pt x="2670" y="11810"/>
                  <a:pt x="199" y="17833"/>
                  <a:pt x="199" y="24113"/>
                </a:cubicBezTo>
                <a:cubicBezTo>
                  <a:pt x="199" y="30393"/>
                  <a:pt x="2670" y="36417"/>
                  <a:pt x="7068" y="40857"/>
                </a:cubicBezTo>
                <a:cubicBezTo>
                  <a:pt x="11467" y="45298"/>
                  <a:pt x="17433" y="47793"/>
                  <a:pt x="23653" y="47793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4" name="Freeform 1263">
            <a:extLst>
              <a:ext uri="{FF2B5EF4-FFF2-40B4-BE49-F238E27FC236}">
                <a16:creationId xmlns:a16="http://schemas.microsoft.com/office/drawing/2014/main" id="{E99A9ECC-4679-1EFB-8943-70E1AFEE8A32}"/>
              </a:ext>
            </a:extLst>
          </p:cNvPr>
          <p:cNvSpPr>
            <a:spLocks noGrp="1"/>
          </p:cNvSpPr>
          <p:nvPr/>
        </p:nvSpPr>
        <p:spPr>
          <a:xfrm>
            <a:off x="4712589" y="1303455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64" y="47810"/>
                </a:moveTo>
                <a:cubicBezTo>
                  <a:pt x="29884" y="47810"/>
                  <a:pt x="35850" y="45315"/>
                  <a:pt x="40248" y="40875"/>
                </a:cubicBezTo>
                <a:cubicBezTo>
                  <a:pt x="44647" y="36434"/>
                  <a:pt x="47118" y="30411"/>
                  <a:pt x="47118" y="24131"/>
                </a:cubicBezTo>
                <a:cubicBezTo>
                  <a:pt x="47118" y="17851"/>
                  <a:pt x="44647" y="11827"/>
                  <a:pt x="40248" y="7387"/>
                </a:cubicBezTo>
                <a:cubicBezTo>
                  <a:pt x="35850" y="2946"/>
                  <a:pt x="29884" y="451"/>
                  <a:pt x="23664" y="451"/>
                </a:cubicBezTo>
                <a:cubicBezTo>
                  <a:pt x="17444" y="451"/>
                  <a:pt x="11477" y="2946"/>
                  <a:pt x="7079" y="7387"/>
                </a:cubicBezTo>
                <a:cubicBezTo>
                  <a:pt x="2681" y="11827"/>
                  <a:pt x="209" y="17851"/>
                  <a:pt x="209" y="24131"/>
                </a:cubicBezTo>
                <a:cubicBezTo>
                  <a:pt x="209" y="30411"/>
                  <a:pt x="2681" y="36434"/>
                  <a:pt x="7079" y="40875"/>
                </a:cubicBezTo>
                <a:cubicBezTo>
                  <a:pt x="11477" y="45315"/>
                  <a:pt x="17444" y="47810"/>
                  <a:pt x="23664" y="47810"/>
                </a:cubicBezTo>
                <a:close/>
              </a:path>
            </a:pathLst>
          </a:custGeom>
          <a:solidFill>
            <a:srgbClr val="2F6F9F">
              <a:alpha val="92000"/>
            </a:srgb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5" name="Freeform 1264">
            <a:extLst>
              <a:ext uri="{FF2B5EF4-FFF2-40B4-BE49-F238E27FC236}">
                <a16:creationId xmlns:a16="http://schemas.microsoft.com/office/drawing/2014/main" id="{76841830-83FD-D25C-BFA4-E1E76A820C4D}"/>
              </a:ext>
            </a:extLst>
          </p:cNvPr>
          <p:cNvSpPr>
            <a:spLocks noGrp="1"/>
          </p:cNvSpPr>
          <p:nvPr/>
        </p:nvSpPr>
        <p:spPr>
          <a:xfrm>
            <a:off x="4996897" y="1561105"/>
            <a:ext cx="46908" cy="47359"/>
          </a:xfrm>
          <a:custGeom>
            <a:avLst/>
            <a:gdLst/>
            <a:ahLst/>
            <a:cxnLst/>
            <a:rect l="l" t="t" r="r" b="b"/>
            <a:pathLst>
              <a:path w="46908" h="47359">
                <a:moveTo>
                  <a:pt x="23696" y="47834"/>
                </a:moveTo>
                <a:cubicBezTo>
                  <a:pt x="29916" y="47834"/>
                  <a:pt x="35882" y="45339"/>
                  <a:pt x="40280" y="40899"/>
                </a:cubicBezTo>
                <a:cubicBezTo>
                  <a:pt x="44679" y="36458"/>
                  <a:pt x="47150" y="30435"/>
                  <a:pt x="47150" y="24155"/>
                </a:cubicBezTo>
                <a:cubicBezTo>
                  <a:pt x="47150" y="17875"/>
                  <a:pt x="44679" y="11851"/>
                  <a:pt x="40280" y="7410"/>
                </a:cubicBezTo>
                <a:cubicBezTo>
                  <a:pt x="35882" y="2970"/>
                  <a:pt x="29916" y="475"/>
                  <a:pt x="23696" y="475"/>
                </a:cubicBezTo>
                <a:cubicBezTo>
                  <a:pt x="17476" y="475"/>
                  <a:pt x="11509" y="2970"/>
                  <a:pt x="7111" y="7410"/>
                </a:cubicBezTo>
                <a:cubicBezTo>
                  <a:pt x="2713" y="11851"/>
                  <a:pt x="242" y="17875"/>
                  <a:pt x="242" y="24155"/>
                </a:cubicBezTo>
                <a:cubicBezTo>
                  <a:pt x="242" y="30435"/>
                  <a:pt x="2713" y="36458"/>
                  <a:pt x="7111" y="40899"/>
                </a:cubicBezTo>
                <a:cubicBezTo>
                  <a:pt x="11509" y="45339"/>
                  <a:pt x="17476" y="47834"/>
                  <a:pt x="23696" y="47834"/>
                </a:cubicBezTo>
                <a:close/>
              </a:path>
            </a:pathLst>
          </a:custGeom>
          <a:solidFill>
            <a:schemeClr val="tx1">
              <a:alpha val="92000"/>
            </a:schemeClr>
          </a:solidFill>
          <a:ln w="4429">
            <a:solidFill>
              <a:srgbClr val="FFFFFF">
                <a:alpha val="92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7" name="Freeform 1266">
            <a:extLst>
              <a:ext uri="{FF2B5EF4-FFF2-40B4-BE49-F238E27FC236}">
                <a16:creationId xmlns:a16="http://schemas.microsoft.com/office/drawing/2014/main" id="{7C72CD71-131C-BF5A-9C9D-D8D3AABC9830}"/>
              </a:ext>
            </a:extLst>
          </p:cNvPr>
          <p:cNvSpPr>
            <a:spLocks noGrp="1"/>
          </p:cNvSpPr>
          <p:nvPr/>
        </p:nvSpPr>
        <p:spPr>
          <a:xfrm>
            <a:off x="293268" y="2900606"/>
            <a:ext cx="2893994" cy="1544349"/>
          </a:xfrm>
          <a:custGeom>
            <a:avLst/>
            <a:gdLst/>
            <a:ahLst/>
            <a:cxnLst/>
            <a:rect l="l" t="t" r="r" b="b"/>
            <a:pathLst>
              <a:path w="3375898" h="1945897">
                <a:moveTo>
                  <a:pt x="0" y="1945897"/>
                </a:moveTo>
                <a:lnTo>
                  <a:pt x="3375898" y="1945897"/>
                </a:lnTo>
                <a:lnTo>
                  <a:pt x="33758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  <a:ln w="7086">
            <a:solidFill>
              <a:srgbClr val="E2E2E2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0" name="Freeform 1389">
            <a:extLst>
              <a:ext uri="{FF2B5EF4-FFF2-40B4-BE49-F238E27FC236}">
                <a16:creationId xmlns:a16="http://schemas.microsoft.com/office/drawing/2014/main" id="{9CF64CBA-C3E4-1258-B435-3C67AB566875}"/>
              </a:ext>
            </a:extLst>
          </p:cNvPr>
          <p:cNvSpPr>
            <a:spLocks noGrp="1"/>
          </p:cNvSpPr>
          <p:nvPr/>
        </p:nvSpPr>
        <p:spPr>
          <a:xfrm>
            <a:off x="3575656" y="3508382"/>
            <a:ext cx="480036" cy="498975"/>
          </a:xfrm>
          <a:custGeom>
            <a:avLst/>
            <a:gdLst/>
            <a:ahLst/>
            <a:cxnLst/>
            <a:rect l="l" t="t" r="r" b="b"/>
            <a:pathLst>
              <a:path w="498477" h="503269">
                <a:moveTo>
                  <a:pt x="498478" y="251635"/>
                </a:moveTo>
                <a:cubicBezTo>
                  <a:pt x="498478" y="218591"/>
                  <a:pt x="492031" y="185867"/>
                  <a:pt x="479505" y="155338"/>
                </a:cubicBezTo>
                <a:cubicBezTo>
                  <a:pt x="466981" y="124810"/>
                  <a:pt x="448620" y="97068"/>
                  <a:pt x="425477" y="73702"/>
                </a:cubicBezTo>
                <a:cubicBezTo>
                  <a:pt x="402334" y="50336"/>
                  <a:pt x="374857" y="31800"/>
                  <a:pt x="344618" y="19155"/>
                </a:cubicBezTo>
                <a:cubicBezTo>
                  <a:pt x="314380" y="6509"/>
                  <a:pt x="281968" y="0"/>
                  <a:pt x="249239" y="0"/>
                </a:cubicBezTo>
                <a:cubicBezTo>
                  <a:pt x="216509" y="0"/>
                  <a:pt x="184097" y="6509"/>
                  <a:pt x="153859" y="19155"/>
                </a:cubicBezTo>
                <a:cubicBezTo>
                  <a:pt x="123621" y="31800"/>
                  <a:pt x="96144" y="50336"/>
                  <a:pt x="73000" y="73702"/>
                </a:cubicBezTo>
                <a:cubicBezTo>
                  <a:pt x="49857" y="97068"/>
                  <a:pt x="31497" y="124810"/>
                  <a:pt x="18972" y="155338"/>
                </a:cubicBezTo>
                <a:cubicBezTo>
                  <a:pt x="6447" y="185867"/>
                  <a:pt x="0" y="218591"/>
                  <a:pt x="0" y="251635"/>
                </a:cubicBezTo>
                <a:cubicBezTo>
                  <a:pt x="0" y="284679"/>
                  <a:pt x="6447" y="317402"/>
                  <a:pt x="18972" y="347932"/>
                </a:cubicBezTo>
                <a:cubicBezTo>
                  <a:pt x="31497" y="378460"/>
                  <a:pt x="49857" y="406202"/>
                  <a:pt x="73000" y="429568"/>
                </a:cubicBezTo>
                <a:cubicBezTo>
                  <a:pt x="96144" y="452934"/>
                  <a:pt x="123621" y="471470"/>
                  <a:pt x="153859" y="484115"/>
                </a:cubicBezTo>
                <a:cubicBezTo>
                  <a:pt x="184097" y="496761"/>
                  <a:pt x="216509" y="503270"/>
                  <a:pt x="249239" y="503270"/>
                </a:cubicBezTo>
                <a:cubicBezTo>
                  <a:pt x="281968" y="503270"/>
                  <a:pt x="314380" y="496761"/>
                  <a:pt x="344618" y="484115"/>
                </a:cubicBezTo>
                <a:cubicBezTo>
                  <a:pt x="374857" y="471470"/>
                  <a:pt x="402334" y="452934"/>
                  <a:pt x="425477" y="429568"/>
                </a:cubicBezTo>
                <a:cubicBezTo>
                  <a:pt x="448620" y="406202"/>
                  <a:pt x="466981" y="378460"/>
                  <a:pt x="479505" y="347932"/>
                </a:cubicBezTo>
                <a:cubicBezTo>
                  <a:pt x="492031" y="317402"/>
                  <a:pt x="498478" y="284679"/>
                  <a:pt x="498478" y="251635"/>
                </a:cubicBezTo>
                <a:moveTo>
                  <a:pt x="249239" y="251635"/>
                </a:move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  <a:cubicBezTo>
                  <a:pt x="249239" y="251635"/>
                  <a:pt x="249239" y="251635"/>
                  <a:pt x="249239" y="251635"/>
                </a:cubicBezTo>
              </a:path>
            </a:pathLst>
          </a:custGeom>
          <a:solidFill>
            <a:srgbClr val="FFFFFF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1" name="Freeform 1390">
            <a:extLst>
              <a:ext uri="{FF2B5EF4-FFF2-40B4-BE49-F238E27FC236}">
                <a16:creationId xmlns:a16="http://schemas.microsoft.com/office/drawing/2014/main" id="{73912E77-2D7C-A46F-C9A1-F8B75CA939A4}"/>
              </a:ext>
            </a:extLst>
          </p:cNvPr>
          <p:cNvSpPr>
            <a:spLocks noGrp="1"/>
          </p:cNvSpPr>
          <p:nvPr/>
        </p:nvSpPr>
        <p:spPr>
          <a:xfrm>
            <a:off x="3575685" y="3508343"/>
            <a:ext cx="480060" cy="499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41500"/>
                </a:moveTo>
                <a:lnTo>
                  <a:pt x="58084" y="47373"/>
                </a:lnTo>
                <a:lnTo>
                  <a:pt x="50000" y="50000"/>
                </a:lnTo>
                <a:lnTo>
                  <a:pt x="50000" y="50000"/>
                </a:lnTo>
                <a:lnTo>
                  <a:pt x="50000" y="50000"/>
                </a:lnTo>
                <a:close/>
              </a:path>
            </a:pathLst>
          </a:custGeom>
          <a:solidFill>
            <a:srgbClr val="9FB0BC">
              <a:alpha val="18000"/>
            </a:srgbClr>
          </a:solidFill>
          <a:ln w="8857">
            <a:solidFill>
              <a:srgbClr val="9FB0BC">
                <a:alpha val="18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2" name="Freeform 1391">
            <a:extLst>
              <a:ext uri="{FF2B5EF4-FFF2-40B4-BE49-F238E27FC236}">
                <a16:creationId xmlns:a16="http://schemas.microsoft.com/office/drawing/2014/main" id="{674FC92F-4323-7AE0-D585-8B96620C221E}"/>
              </a:ext>
            </a:extLst>
          </p:cNvPr>
          <p:cNvSpPr>
            <a:spLocks noGrp="1"/>
          </p:cNvSpPr>
          <p:nvPr/>
        </p:nvSpPr>
        <p:spPr>
          <a:xfrm>
            <a:off x="3575685" y="3508343"/>
            <a:ext cx="480060" cy="499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19000"/>
                </a:moveTo>
                <a:lnTo>
                  <a:pt x="55706" y="48146"/>
                </a:lnTo>
                <a:lnTo>
                  <a:pt x="58523" y="61731"/>
                </a:lnTo>
                <a:lnTo>
                  <a:pt x="35305" y="70225"/>
                </a:lnTo>
                <a:lnTo>
                  <a:pt x="14335" y="38412"/>
                </a:lnTo>
                <a:close/>
              </a:path>
            </a:pathLst>
          </a:custGeom>
          <a:solidFill>
            <a:srgbClr val="2F6F9F">
              <a:alpha val="16000"/>
            </a:srgbClr>
          </a:solidFill>
          <a:ln w="8857">
            <a:solidFill>
              <a:srgbClr val="2F6F9F">
                <a:alpha val="16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5" name="Freeform 1394">
            <a:extLst>
              <a:ext uri="{FF2B5EF4-FFF2-40B4-BE49-F238E27FC236}">
                <a16:creationId xmlns:a16="http://schemas.microsoft.com/office/drawing/2014/main" id="{43B7CB17-EF3A-F1CA-CE9D-7BBD9D4F7175}"/>
              </a:ext>
            </a:extLst>
          </p:cNvPr>
          <p:cNvSpPr>
            <a:spLocks noGrp="1"/>
          </p:cNvSpPr>
          <p:nvPr/>
        </p:nvSpPr>
        <p:spPr>
          <a:xfrm>
            <a:off x="3815674" y="3508382"/>
            <a:ext cx="8536" cy="249487"/>
          </a:xfrm>
          <a:custGeom>
            <a:avLst/>
            <a:gdLst/>
            <a:ahLst/>
            <a:cxnLst/>
            <a:rect l="l" t="t" r="r" b="b"/>
            <a:pathLst>
              <a:path w="8864" h="251634">
                <a:moveTo>
                  <a:pt x="0" y="251635"/>
                </a:moveTo>
                <a:lnTo>
                  <a:pt x="0" y="0"/>
                </a:lnTo>
              </a:path>
            </a:pathLst>
          </a:custGeom>
          <a:noFill/>
          <a:ln w="3986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6" name="Freeform 1395">
            <a:extLst>
              <a:ext uri="{FF2B5EF4-FFF2-40B4-BE49-F238E27FC236}">
                <a16:creationId xmlns:a16="http://schemas.microsoft.com/office/drawing/2014/main" id="{C89F6276-C557-B844-C99D-EE85397961E4}"/>
              </a:ext>
            </a:extLst>
          </p:cNvPr>
          <p:cNvSpPr>
            <a:spLocks noGrp="1"/>
          </p:cNvSpPr>
          <p:nvPr/>
        </p:nvSpPr>
        <p:spPr>
          <a:xfrm>
            <a:off x="3789998" y="3404144"/>
            <a:ext cx="51353" cy="33640"/>
          </a:xfrm>
          <a:custGeom>
            <a:avLst/>
            <a:gdLst/>
            <a:ahLst/>
            <a:cxnLst/>
            <a:rect l="l" t="t" r="r" b="b"/>
            <a:pathLst>
              <a:path w="53326" h="33930">
                <a:moveTo>
                  <a:pt x="4545" y="17729"/>
                </a:moveTo>
                <a:lnTo>
                  <a:pt x="4545" y="30157"/>
                </a:lnTo>
                <a:lnTo>
                  <a:pt x="11841" y="30157"/>
                </a:lnTo>
                <a:cubicBezTo>
                  <a:pt x="14285" y="30157"/>
                  <a:pt x="16096" y="29645"/>
                  <a:pt x="17272" y="28622"/>
                </a:cubicBezTo>
                <a:cubicBezTo>
                  <a:pt x="18453" y="27600"/>
                  <a:pt x="19044" y="26036"/>
                  <a:pt x="19044" y="23932"/>
                </a:cubicBezTo>
                <a:cubicBezTo>
                  <a:pt x="19044" y="21809"/>
                  <a:pt x="18453" y="20245"/>
                  <a:pt x="17272" y="19242"/>
                </a:cubicBezTo>
                <a:cubicBezTo>
                  <a:pt x="16096" y="18233"/>
                  <a:pt x="14285" y="17729"/>
                  <a:pt x="11841" y="17729"/>
                </a:cubicBezTo>
                <a:lnTo>
                  <a:pt x="4545" y="17729"/>
                </a:lnTo>
                <a:close/>
                <a:moveTo>
                  <a:pt x="4545" y="3774"/>
                </a:moveTo>
                <a:lnTo>
                  <a:pt x="4545" y="13998"/>
                </a:lnTo>
                <a:lnTo>
                  <a:pt x="11280" y="13998"/>
                </a:lnTo>
                <a:cubicBezTo>
                  <a:pt x="13498" y="13998"/>
                  <a:pt x="15150" y="13579"/>
                  <a:pt x="16235" y="12740"/>
                </a:cubicBezTo>
                <a:cubicBezTo>
                  <a:pt x="17325" y="11897"/>
                  <a:pt x="17870" y="10612"/>
                  <a:pt x="17870" y="8886"/>
                </a:cubicBezTo>
                <a:cubicBezTo>
                  <a:pt x="17870" y="7175"/>
                  <a:pt x="17325" y="5895"/>
                  <a:pt x="16235" y="5047"/>
                </a:cubicBezTo>
                <a:cubicBezTo>
                  <a:pt x="15150" y="4198"/>
                  <a:pt x="13498" y="3774"/>
                  <a:pt x="11280" y="3774"/>
                </a:cubicBezTo>
                <a:lnTo>
                  <a:pt x="4545" y="3774"/>
                </a:lnTo>
                <a:close/>
                <a:moveTo>
                  <a:pt x="0" y="0"/>
                </a:moveTo>
                <a:lnTo>
                  <a:pt x="11618" y="0"/>
                </a:lnTo>
                <a:cubicBezTo>
                  <a:pt x="15085" y="0"/>
                  <a:pt x="17755" y="727"/>
                  <a:pt x="19627" y="2182"/>
                </a:cubicBezTo>
                <a:cubicBezTo>
                  <a:pt x="21505" y="3636"/>
                  <a:pt x="22444" y="5704"/>
                  <a:pt x="22444" y="8384"/>
                </a:cubicBezTo>
                <a:cubicBezTo>
                  <a:pt x="22444" y="10464"/>
                  <a:pt x="21964" y="12117"/>
                  <a:pt x="21003" y="13344"/>
                </a:cubicBezTo>
                <a:cubicBezTo>
                  <a:pt x="20043" y="14571"/>
                  <a:pt x="18631" y="15334"/>
                  <a:pt x="16768" y="15635"/>
                </a:cubicBezTo>
                <a:cubicBezTo>
                  <a:pt x="19006" y="16119"/>
                  <a:pt x="20744" y="17133"/>
                  <a:pt x="21983" y="18674"/>
                </a:cubicBezTo>
                <a:cubicBezTo>
                  <a:pt x="23222" y="20211"/>
                  <a:pt x="23841" y="22131"/>
                  <a:pt x="23841" y="24434"/>
                </a:cubicBezTo>
                <a:cubicBezTo>
                  <a:pt x="23841" y="27464"/>
                  <a:pt x="22821" y="29805"/>
                  <a:pt x="20780" y="31458"/>
                </a:cubicBezTo>
                <a:cubicBezTo>
                  <a:pt x="18739" y="33107"/>
                  <a:pt x="15834" y="33931"/>
                  <a:pt x="12065" y="33931"/>
                </a:cubicBezTo>
                <a:lnTo>
                  <a:pt x="0" y="33931"/>
                </a:lnTo>
                <a:lnTo>
                  <a:pt x="0" y="0"/>
                </a:lnTo>
                <a:close/>
                <a:moveTo>
                  <a:pt x="36169" y="3774"/>
                </a:moveTo>
                <a:lnTo>
                  <a:pt x="36169" y="16522"/>
                </a:lnTo>
                <a:lnTo>
                  <a:pt x="41889" y="16522"/>
                </a:lnTo>
                <a:cubicBezTo>
                  <a:pt x="44006" y="16522"/>
                  <a:pt x="45641" y="15969"/>
                  <a:pt x="46793" y="14864"/>
                </a:cubicBezTo>
                <a:cubicBezTo>
                  <a:pt x="47951" y="13758"/>
                  <a:pt x="48529" y="12183"/>
                  <a:pt x="48529" y="10137"/>
                </a:cubicBezTo>
                <a:cubicBezTo>
                  <a:pt x="48529" y="8106"/>
                  <a:pt x="47951" y="6538"/>
                  <a:pt x="46793" y="5432"/>
                </a:cubicBezTo>
                <a:cubicBezTo>
                  <a:pt x="45641" y="4327"/>
                  <a:pt x="44006" y="3774"/>
                  <a:pt x="41889" y="3774"/>
                </a:cubicBezTo>
                <a:lnTo>
                  <a:pt x="36169" y="3774"/>
                </a:lnTo>
                <a:close/>
                <a:moveTo>
                  <a:pt x="31624" y="0"/>
                </a:moveTo>
                <a:lnTo>
                  <a:pt x="41889" y="0"/>
                </a:lnTo>
                <a:cubicBezTo>
                  <a:pt x="45658" y="0"/>
                  <a:pt x="48505" y="860"/>
                  <a:pt x="50431" y="2581"/>
                </a:cubicBezTo>
                <a:cubicBezTo>
                  <a:pt x="52361" y="4302"/>
                  <a:pt x="53326" y="6821"/>
                  <a:pt x="53326" y="10137"/>
                </a:cubicBezTo>
                <a:cubicBezTo>
                  <a:pt x="53326" y="13487"/>
                  <a:pt x="52361" y="16018"/>
                  <a:pt x="50431" y="17729"/>
                </a:cubicBezTo>
                <a:cubicBezTo>
                  <a:pt x="48505" y="19440"/>
                  <a:pt x="45658" y="20296"/>
                  <a:pt x="41889" y="20296"/>
                </a:cubicBezTo>
                <a:lnTo>
                  <a:pt x="36169" y="20296"/>
                </a:lnTo>
                <a:lnTo>
                  <a:pt x="36169" y="33931"/>
                </a:lnTo>
                <a:lnTo>
                  <a:pt x="31624" y="33931"/>
                </a:lnTo>
                <a:lnTo>
                  <a:pt x="31624" y="0"/>
                </a:lnTo>
                <a:close/>
              </a:path>
            </a:pathLst>
          </a:custGeom>
          <a:solidFill>
            <a:srgbClr val="555555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8" name="Freeform 1397">
            <a:extLst>
              <a:ext uri="{FF2B5EF4-FFF2-40B4-BE49-F238E27FC236}">
                <a16:creationId xmlns:a16="http://schemas.microsoft.com/office/drawing/2014/main" id="{CC5EDCDC-09EC-1E81-3149-DEA376DFEB9F}"/>
              </a:ext>
            </a:extLst>
          </p:cNvPr>
          <p:cNvSpPr>
            <a:spLocks noGrp="1"/>
          </p:cNvSpPr>
          <p:nvPr/>
        </p:nvSpPr>
        <p:spPr>
          <a:xfrm>
            <a:off x="3815674" y="3680774"/>
            <a:ext cx="228270" cy="77095"/>
          </a:xfrm>
          <a:custGeom>
            <a:avLst/>
            <a:gdLst/>
            <a:ahLst/>
            <a:cxnLst/>
            <a:rect l="l" t="t" r="r" b="b"/>
            <a:pathLst>
              <a:path w="237039" h="77759">
                <a:moveTo>
                  <a:pt x="0" y="77759"/>
                </a:moveTo>
                <a:lnTo>
                  <a:pt x="237040" y="0"/>
                </a:lnTo>
              </a:path>
            </a:pathLst>
          </a:custGeom>
          <a:noFill/>
          <a:ln w="3986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9" name="Freeform 1398">
            <a:extLst>
              <a:ext uri="{FF2B5EF4-FFF2-40B4-BE49-F238E27FC236}">
                <a16:creationId xmlns:a16="http://schemas.microsoft.com/office/drawing/2014/main" id="{9D33514E-B99B-7D76-70D1-AF573DF1EFA9}"/>
              </a:ext>
            </a:extLst>
          </p:cNvPr>
          <p:cNvSpPr>
            <a:spLocks noGrp="1"/>
          </p:cNvSpPr>
          <p:nvPr/>
        </p:nvSpPr>
        <p:spPr>
          <a:xfrm>
            <a:off x="4091005" y="3633560"/>
            <a:ext cx="56897" cy="33640"/>
          </a:xfrm>
          <a:custGeom>
            <a:avLst/>
            <a:gdLst/>
            <a:ahLst/>
            <a:cxnLst/>
            <a:rect l="l" t="t" r="r" b="b"/>
            <a:pathLst>
              <a:path w="59083" h="33930">
                <a:moveTo>
                  <a:pt x="0" y="0"/>
                </a:moveTo>
                <a:lnTo>
                  <a:pt x="6778" y="0"/>
                </a:lnTo>
                <a:lnTo>
                  <a:pt x="15349" y="23088"/>
                </a:lnTo>
                <a:lnTo>
                  <a:pt x="23971" y="0"/>
                </a:lnTo>
                <a:lnTo>
                  <a:pt x="30748" y="0"/>
                </a:lnTo>
                <a:lnTo>
                  <a:pt x="30748" y="33931"/>
                </a:lnTo>
                <a:lnTo>
                  <a:pt x="26312" y="33931"/>
                </a:lnTo>
                <a:lnTo>
                  <a:pt x="26312" y="4138"/>
                </a:lnTo>
                <a:lnTo>
                  <a:pt x="17647" y="27408"/>
                </a:lnTo>
                <a:lnTo>
                  <a:pt x="13080" y="27408"/>
                </a:lnTo>
                <a:lnTo>
                  <a:pt x="4416" y="4138"/>
                </a:lnTo>
                <a:lnTo>
                  <a:pt x="4416" y="33931"/>
                </a:lnTo>
                <a:lnTo>
                  <a:pt x="0" y="33931"/>
                </a:lnTo>
                <a:lnTo>
                  <a:pt x="0" y="0"/>
                </a:lnTo>
                <a:close/>
                <a:moveTo>
                  <a:pt x="39773" y="0"/>
                </a:moveTo>
                <a:lnTo>
                  <a:pt x="59083" y="0"/>
                </a:lnTo>
                <a:lnTo>
                  <a:pt x="59083" y="3869"/>
                </a:lnTo>
                <a:lnTo>
                  <a:pt x="44318" y="3869"/>
                </a:lnTo>
                <a:lnTo>
                  <a:pt x="44318" y="13868"/>
                </a:lnTo>
                <a:lnTo>
                  <a:pt x="57643" y="13868"/>
                </a:lnTo>
                <a:lnTo>
                  <a:pt x="57643" y="17729"/>
                </a:lnTo>
                <a:lnTo>
                  <a:pt x="44318" y="17729"/>
                </a:lnTo>
                <a:lnTo>
                  <a:pt x="44318" y="33931"/>
                </a:lnTo>
                <a:lnTo>
                  <a:pt x="39773" y="33931"/>
                </a:lnTo>
                <a:lnTo>
                  <a:pt x="39773" y="0"/>
                </a:lnTo>
                <a:close/>
              </a:path>
            </a:pathLst>
          </a:custGeom>
          <a:solidFill>
            <a:srgbClr val="555555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01" name="Freeform 1400">
            <a:extLst>
              <a:ext uri="{FF2B5EF4-FFF2-40B4-BE49-F238E27FC236}">
                <a16:creationId xmlns:a16="http://schemas.microsoft.com/office/drawing/2014/main" id="{357ED534-CB6C-2D7A-0007-15B38D502F36}"/>
              </a:ext>
            </a:extLst>
          </p:cNvPr>
          <p:cNvSpPr>
            <a:spLocks noGrp="1"/>
          </p:cNvSpPr>
          <p:nvPr/>
        </p:nvSpPr>
        <p:spPr>
          <a:xfrm>
            <a:off x="3815674" y="3757870"/>
            <a:ext cx="141078" cy="201839"/>
          </a:xfrm>
          <a:custGeom>
            <a:avLst/>
            <a:gdLst/>
            <a:ahLst/>
            <a:cxnLst/>
            <a:rect l="l" t="t" r="r" b="b"/>
            <a:pathLst>
              <a:path w="146498" h="203576">
                <a:moveTo>
                  <a:pt x="0" y="0"/>
                </a:moveTo>
                <a:lnTo>
                  <a:pt x="146499" y="203577"/>
                </a:lnTo>
              </a:path>
            </a:pathLst>
          </a:custGeom>
          <a:noFill/>
          <a:ln w="3986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02" name="Freeform 1401">
            <a:extLst>
              <a:ext uri="{FF2B5EF4-FFF2-40B4-BE49-F238E27FC236}">
                <a16:creationId xmlns:a16="http://schemas.microsoft.com/office/drawing/2014/main" id="{7CFB6F3F-AAF4-3EA6-B9C2-041F9A834AA5}"/>
              </a:ext>
            </a:extLst>
          </p:cNvPr>
          <p:cNvSpPr>
            <a:spLocks noGrp="1"/>
          </p:cNvSpPr>
          <p:nvPr/>
        </p:nvSpPr>
        <p:spPr>
          <a:xfrm>
            <a:off x="3974872" y="4004157"/>
            <a:ext cx="57096" cy="34902"/>
          </a:xfrm>
          <a:custGeom>
            <a:avLst/>
            <a:gdLst/>
            <a:ahLst/>
            <a:cxnLst/>
            <a:rect l="l" t="t" r="r" b="b"/>
            <a:pathLst>
              <a:path w="59290" h="35203">
                <a:moveTo>
                  <a:pt x="27104" y="3229"/>
                </a:moveTo>
                <a:lnTo>
                  <a:pt x="27104" y="8065"/>
                </a:lnTo>
                <a:cubicBezTo>
                  <a:pt x="25572" y="6625"/>
                  <a:pt x="23939" y="5551"/>
                  <a:pt x="22206" y="4843"/>
                </a:cubicBezTo>
                <a:cubicBezTo>
                  <a:pt x="20472" y="4131"/>
                  <a:pt x="18631" y="3774"/>
                  <a:pt x="16681" y="3774"/>
                </a:cubicBezTo>
                <a:cubicBezTo>
                  <a:pt x="12840" y="3774"/>
                  <a:pt x="9899" y="4960"/>
                  <a:pt x="7858" y="7330"/>
                </a:cubicBezTo>
                <a:cubicBezTo>
                  <a:pt x="5817" y="9701"/>
                  <a:pt x="4797" y="13128"/>
                  <a:pt x="4797" y="17613"/>
                </a:cubicBezTo>
                <a:cubicBezTo>
                  <a:pt x="4797" y="22083"/>
                  <a:pt x="5817" y="25503"/>
                  <a:pt x="7858" y="27873"/>
                </a:cubicBezTo>
                <a:cubicBezTo>
                  <a:pt x="9899" y="30244"/>
                  <a:pt x="12840" y="31429"/>
                  <a:pt x="16681" y="31429"/>
                </a:cubicBezTo>
                <a:cubicBezTo>
                  <a:pt x="18631" y="31429"/>
                  <a:pt x="20472" y="31073"/>
                  <a:pt x="22206" y="30360"/>
                </a:cubicBezTo>
                <a:cubicBezTo>
                  <a:pt x="23939" y="29648"/>
                  <a:pt x="25572" y="28572"/>
                  <a:pt x="27104" y="27132"/>
                </a:cubicBezTo>
                <a:lnTo>
                  <a:pt x="27104" y="31931"/>
                </a:lnTo>
                <a:cubicBezTo>
                  <a:pt x="25514" y="33022"/>
                  <a:pt x="23829" y="33841"/>
                  <a:pt x="22048" y="34389"/>
                </a:cubicBezTo>
                <a:cubicBezTo>
                  <a:pt x="20271" y="34932"/>
                  <a:pt x="18393" y="35204"/>
                  <a:pt x="16415" y="35204"/>
                </a:cubicBezTo>
                <a:cubicBezTo>
                  <a:pt x="11325" y="35204"/>
                  <a:pt x="7315" y="33633"/>
                  <a:pt x="4386" y="30491"/>
                </a:cubicBezTo>
                <a:cubicBezTo>
                  <a:pt x="1462" y="27345"/>
                  <a:pt x="0" y="23052"/>
                  <a:pt x="0" y="17613"/>
                </a:cubicBezTo>
                <a:cubicBezTo>
                  <a:pt x="0" y="12159"/>
                  <a:pt x="1462" y="7861"/>
                  <a:pt x="4386" y="4720"/>
                </a:cubicBezTo>
                <a:cubicBezTo>
                  <a:pt x="7315" y="1573"/>
                  <a:pt x="11325" y="0"/>
                  <a:pt x="16415" y="0"/>
                </a:cubicBezTo>
                <a:cubicBezTo>
                  <a:pt x="18422" y="0"/>
                  <a:pt x="20314" y="269"/>
                  <a:pt x="22090" y="807"/>
                </a:cubicBezTo>
                <a:cubicBezTo>
                  <a:pt x="23872" y="1345"/>
                  <a:pt x="25543" y="2153"/>
                  <a:pt x="27104" y="3229"/>
                </a:cubicBezTo>
                <a:close/>
                <a:moveTo>
                  <a:pt x="59291" y="3229"/>
                </a:moveTo>
                <a:lnTo>
                  <a:pt x="59291" y="8065"/>
                </a:lnTo>
                <a:cubicBezTo>
                  <a:pt x="57759" y="6625"/>
                  <a:pt x="56126" y="5551"/>
                  <a:pt x="54393" y="4843"/>
                </a:cubicBezTo>
                <a:cubicBezTo>
                  <a:pt x="52660" y="4131"/>
                  <a:pt x="50818" y="3774"/>
                  <a:pt x="48868" y="3774"/>
                </a:cubicBezTo>
                <a:cubicBezTo>
                  <a:pt x="45027" y="3774"/>
                  <a:pt x="42086" y="4960"/>
                  <a:pt x="40045" y="7330"/>
                </a:cubicBezTo>
                <a:cubicBezTo>
                  <a:pt x="38004" y="9701"/>
                  <a:pt x="36984" y="13128"/>
                  <a:pt x="36984" y="17613"/>
                </a:cubicBezTo>
                <a:cubicBezTo>
                  <a:pt x="36984" y="22083"/>
                  <a:pt x="38004" y="25503"/>
                  <a:pt x="40045" y="27873"/>
                </a:cubicBezTo>
                <a:cubicBezTo>
                  <a:pt x="42086" y="30244"/>
                  <a:pt x="45027" y="31429"/>
                  <a:pt x="48868" y="31429"/>
                </a:cubicBezTo>
                <a:cubicBezTo>
                  <a:pt x="50818" y="31429"/>
                  <a:pt x="52660" y="31073"/>
                  <a:pt x="54393" y="30360"/>
                </a:cubicBezTo>
                <a:cubicBezTo>
                  <a:pt x="56126" y="29648"/>
                  <a:pt x="57759" y="28572"/>
                  <a:pt x="59291" y="27132"/>
                </a:cubicBezTo>
                <a:lnTo>
                  <a:pt x="59291" y="31931"/>
                </a:lnTo>
                <a:cubicBezTo>
                  <a:pt x="57701" y="33022"/>
                  <a:pt x="56016" y="33841"/>
                  <a:pt x="54235" y="34389"/>
                </a:cubicBezTo>
                <a:cubicBezTo>
                  <a:pt x="52458" y="34932"/>
                  <a:pt x="50580" y="35204"/>
                  <a:pt x="48602" y="35204"/>
                </a:cubicBezTo>
                <a:cubicBezTo>
                  <a:pt x="43512" y="35204"/>
                  <a:pt x="39502" y="33633"/>
                  <a:pt x="36574" y="30491"/>
                </a:cubicBezTo>
                <a:cubicBezTo>
                  <a:pt x="33649" y="27345"/>
                  <a:pt x="32187" y="23052"/>
                  <a:pt x="32187" y="17613"/>
                </a:cubicBezTo>
                <a:cubicBezTo>
                  <a:pt x="32187" y="12159"/>
                  <a:pt x="33649" y="7861"/>
                  <a:pt x="36574" y="4720"/>
                </a:cubicBezTo>
                <a:cubicBezTo>
                  <a:pt x="39502" y="1573"/>
                  <a:pt x="43512" y="0"/>
                  <a:pt x="48602" y="0"/>
                </a:cubicBezTo>
                <a:cubicBezTo>
                  <a:pt x="50609" y="0"/>
                  <a:pt x="52501" y="269"/>
                  <a:pt x="54277" y="807"/>
                </a:cubicBezTo>
                <a:cubicBezTo>
                  <a:pt x="56059" y="1345"/>
                  <a:pt x="57730" y="2153"/>
                  <a:pt x="59291" y="3229"/>
                </a:cubicBezTo>
                <a:close/>
              </a:path>
            </a:pathLst>
          </a:custGeom>
          <a:solidFill>
            <a:srgbClr val="555555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04" name="Freeform 1403">
            <a:extLst>
              <a:ext uri="{FF2B5EF4-FFF2-40B4-BE49-F238E27FC236}">
                <a16:creationId xmlns:a16="http://schemas.microsoft.com/office/drawing/2014/main" id="{56D8474B-2B8F-458E-65D3-F4473C2A7DFF}"/>
              </a:ext>
            </a:extLst>
          </p:cNvPr>
          <p:cNvSpPr>
            <a:spLocks noGrp="1"/>
          </p:cNvSpPr>
          <p:nvPr/>
        </p:nvSpPr>
        <p:spPr>
          <a:xfrm>
            <a:off x="3674595" y="3757870"/>
            <a:ext cx="141078" cy="201839"/>
          </a:xfrm>
          <a:custGeom>
            <a:avLst/>
            <a:gdLst/>
            <a:ahLst/>
            <a:cxnLst/>
            <a:rect l="l" t="t" r="r" b="b"/>
            <a:pathLst>
              <a:path w="146498" h="203576">
                <a:moveTo>
                  <a:pt x="146499" y="0"/>
                </a:moveTo>
                <a:lnTo>
                  <a:pt x="0" y="203577"/>
                </a:lnTo>
              </a:path>
            </a:pathLst>
          </a:custGeom>
          <a:noFill/>
          <a:ln w="3986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05" name="Freeform 1404">
            <a:extLst>
              <a:ext uri="{FF2B5EF4-FFF2-40B4-BE49-F238E27FC236}">
                <a16:creationId xmlns:a16="http://schemas.microsoft.com/office/drawing/2014/main" id="{4DCBC977-C087-EF67-F3EB-5F23E76288FD}"/>
              </a:ext>
            </a:extLst>
          </p:cNvPr>
          <p:cNvSpPr>
            <a:spLocks noGrp="1"/>
          </p:cNvSpPr>
          <p:nvPr/>
        </p:nvSpPr>
        <p:spPr>
          <a:xfrm>
            <a:off x="3568949" y="4004157"/>
            <a:ext cx="117957" cy="34902"/>
          </a:xfrm>
          <a:custGeom>
            <a:avLst/>
            <a:gdLst/>
            <a:ahLst/>
            <a:cxnLst/>
            <a:rect l="l" t="t" r="r" b="b"/>
            <a:pathLst>
              <a:path w="122489" h="35203">
                <a:moveTo>
                  <a:pt x="0" y="611"/>
                </a:moveTo>
                <a:lnTo>
                  <a:pt x="4545" y="611"/>
                </a:lnTo>
                <a:lnTo>
                  <a:pt x="4545" y="14951"/>
                </a:lnTo>
                <a:lnTo>
                  <a:pt x="19627" y="611"/>
                </a:lnTo>
                <a:lnTo>
                  <a:pt x="25483" y="611"/>
                </a:lnTo>
                <a:lnTo>
                  <a:pt x="8802" y="16427"/>
                </a:lnTo>
                <a:lnTo>
                  <a:pt x="26672" y="34542"/>
                </a:lnTo>
                <a:lnTo>
                  <a:pt x="20686" y="34542"/>
                </a:lnTo>
                <a:lnTo>
                  <a:pt x="4545" y="18202"/>
                </a:lnTo>
                <a:lnTo>
                  <a:pt x="4545" y="34542"/>
                </a:lnTo>
                <a:lnTo>
                  <a:pt x="0" y="34542"/>
                </a:lnTo>
                <a:lnTo>
                  <a:pt x="0" y="611"/>
                </a:lnTo>
                <a:close/>
                <a:moveTo>
                  <a:pt x="30229" y="611"/>
                </a:moveTo>
                <a:lnTo>
                  <a:pt x="51477" y="611"/>
                </a:lnTo>
                <a:lnTo>
                  <a:pt x="51477" y="4480"/>
                </a:lnTo>
                <a:lnTo>
                  <a:pt x="34774" y="4480"/>
                </a:lnTo>
                <a:lnTo>
                  <a:pt x="34774" y="14522"/>
                </a:lnTo>
                <a:lnTo>
                  <a:pt x="50778" y="14522"/>
                </a:lnTo>
                <a:lnTo>
                  <a:pt x="50778" y="18384"/>
                </a:lnTo>
                <a:lnTo>
                  <a:pt x="34774" y="18384"/>
                </a:lnTo>
                <a:lnTo>
                  <a:pt x="34774" y="30681"/>
                </a:lnTo>
                <a:lnTo>
                  <a:pt x="51880" y="30681"/>
                </a:lnTo>
                <a:lnTo>
                  <a:pt x="51880" y="34542"/>
                </a:lnTo>
                <a:lnTo>
                  <a:pt x="30229" y="34542"/>
                </a:lnTo>
                <a:lnTo>
                  <a:pt x="30229" y="611"/>
                </a:lnTo>
                <a:close/>
                <a:moveTo>
                  <a:pt x="82267" y="29699"/>
                </a:moveTo>
                <a:lnTo>
                  <a:pt x="82267" y="20587"/>
                </a:lnTo>
                <a:lnTo>
                  <a:pt x="74841" y="20587"/>
                </a:lnTo>
                <a:lnTo>
                  <a:pt x="74841" y="16813"/>
                </a:lnTo>
                <a:lnTo>
                  <a:pt x="86769" y="16813"/>
                </a:lnTo>
                <a:lnTo>
                  <a:pt x="86769" y="31386"/>
                </a:lnTo>
                <a:cubicBezTo>
                  <a:pt x="85016" y="32641"/>
                  <a:pt x="83081" y="33592"/>
                  <a:pt x="80963" y="34236"/>
                </a:cubicBezTo>
                <a:cubicBezTo>
                  <a:pt x="78850" y="34881"/>
                  <a:pt x="76593" y="35204"/>
                  <a:pt x="74193" y="35204"/>
                </a:cubicBezTo>
                <a:cubicBezTo>
                  <a:pt x="68939" y="35204"/>
                  <a:pt x="64829" y="33655"/>
                  <a:pt x="61862" y="30557"/>
                </a:cubicBezTo>
                <a:cubicBezTo>
                  <a:pt x="58899" y="27454"/>
                  <a:pt x="57417" y="23140"/>
                  <a:pt x="57417" y="17613"/>
                </a:cubicBezTo>
                <a:cubicBezTo>
                  <a:pt x="57417" y="12067"/>
                  <a:pt x="58899" y="7745"/>
                  <a:pt x="61862" y="4647"/>
                </a:cubicBezTo>
                <a:cubicBezTo>
                  <a:pt x="64829" y="1549"/>
                  <a:pt x="68939" y="0"/>
                  <a:pt x="74193" y="0"/>
                </a:cubicBezTo>
                <a:cubicBezTo>
                  <a:pt x="76382" y="0"/>
                  <a:pt x="78464" y="274"/>
                  <a:pt x="80438" y="822"/>
                </a:cubicBezTo>
                <a:cubicBezTo>
                  <a:pt x="82411" y="1365"/>
                  <a:pt x="84231" y="2167"/>
                  <a:pt x="85897" y="3229"/>
                </a:cubicBezTo>
                <a:lnTo>
                  <a:pt x="85897" y="8116"/>
                </a:lnTo>
                <a:cubicBezTo>
                  <a:pt x="84216" y="6676"/>
                  <a:pt x="82430" y="5592"/>
                  <a:pt x="80538" y="4865"/>
                </a:cubicBezTo>
                <a:cubicBezTo>
                  <a:pt x="78646" y="4138"/>
                  <a:pt x="76658" y="3774"/>
                  <a:pt x="74575" y="3774"/>
                </a:cubicBezTo>
                <a:cubicBezTo>
                  <a:pt x="70459" y="3774"/>
                  <a:pt x="67369" y="4933"/>
                  <a:pt x="65304" y="7250"/>
                </a:cubicBezTo>
                <a:cubicBezTo>
                  <a:pt x="63245" y="9567"/>
                  <a:pt x="62214" y="13022"/>
                  <a:pt x="62214" y="17613"/>
                </a:cubicBezTo>
                <a:cubicBezTo>
                  <a:pt x="62214" y="22189"/>
                  <a:pt x="63245" y="25636"/>
                  <a:pt x="65304" y="27954"/>
                </a:cubicBezTo>
                <a:cubicBezTo>
                  <a:pt x="67369" y="30271"/>
                  <a:pt x="70459" y="31429"/>
                  <a:pt x="74575" y="31429"/>
                </a:cubicBezTo>
                <a:cubicBezTo>
                  <a:pt x="76178" y="31429"/>
                  <a:pt x="77609" y="31289"/>
                  <a:pt x="78867" y="31008"/>
                </a:cubicBezTo>
                <a:cubicBezTo>
                  <a:pt x="80130" y="30727"/>
                  <a:pt x="81263" y="30290"/>
                  <a:pt x="82267" y="29699"/>
                </a:cubicBezTo>
                <a:close/>
                <a:moveTo>
                  <a:pt x="117988" y="29699"/>
                </a:moveTo>
                <a:lnTo>
                  <a:pt x="117988" y="20587"/>
                </a:lnTo>
                <a:lnTo>
                  <a:pt x="110562" y="20587"/>
                </a:lnTo>
                <a:lnTo>
                  <a:pt x="110562" y="16813"/>
                </a:lnTo>
                <a:lnTo>
                  <a:pt x="122490" y="16813"/>
                </a:lnTo>
                <a:lnTo>
                  <a:pt x="122490" y="31386"/>
                </a:lnTo>
                <a:cubicBezTo>
                  <a:pt x="120737" y="32641"/>
                  <a:pt x="118802" y="33592"/>
                  <a:pt x="116684" y="34236"/>
                </a:cubicBezTo>
                <a:cubicBezTo>
                  <a:pt x="114572" y="34881"/>
                  <a:pt x="112315" y="35204"/>
                  <a:pt x="109913" y="35204"/>
                </a:cubicBezTo>
                <a:cubicBezTo>
                  <a:pt x="104660" y="35204"/>
                  <a:pt x="100550" y="33655"/>
                  <a:pt x="97582" y="30557"/>
                </a:cubicBezTo>
                <a:cubicBezTo>
                  <a:pt x="94620" y="27454"/>
                  <a:pt x="93139" y="23140"/>
                  <a:pt x="93139" y="17613"/>
                </a:cubicBezTo>
                <a:cubicBezTo>
                  <a:pt x="93139" y="12067"/>
                  <a:pt x="94620" y="7745"/>
                  <a:pt x="97582" y="4647"/>
                </a:cubicBezTo>
                <a:cubicBezTo>
                  <a:pt x="100550" y="1549"/>
                  <a:pt x="104660" y="0"/>
                  <a:pt x="109913" y="0"/>
                </a:cubicBezTo>
                <a:cubicBezTo>
                  <a:pt x="112103" y="0"/>
                  <a:pt x="114185" y="274"/>
                  <a:pt x="116159" y="822"/>
                </a:cubicBezTo>
                <a:cubicBezTo>
                  <a:pt x="118132" y="1365"/>
                  <a:pt x="119952" y="2167"/>
                  <a:pt x="121618" y="3229"/>
                </a:cubicBezTo>
                <a:lnTo>
                  <a:pt x="121618" y="8116"/>
                </a:lnTo>
                <a:cubicBezTo>
                  <a:pt x="119937" y="6676"/>
                  <a:pt x="118151" y="5592"/>
                  <a:pt x="116259" y="4865"/>
                </a:cubicBezTo>
                <a:cubicBezTo>
                  <a:pt x="114368" y="4138"/>
                  <a:pt x="112379" y="3774"/>
                  <a:pt x="110295" y="3774"/>
                </a:cubicBezTo>
                <a:cubicBezTo>
                  <a:pt x="106180" y="3774"/>
                  <a:pt x="103090" y="4933"/>
                  <a:pt x="101025" y="7250"/>
                </a:cubicBezTo>
                <a:cubicBezTo>
                  <a:pt x="98965" y="9567"/>
                  <a:pt x="97935" y="13022"/>
                  <a:pt x="97935" y="17613"/>
                </a:cubicBezTo>
                <a:cubicBezTo>
                  <a:pt x="97935" y="22189"/>
                  <a:pt x="98965" y="25636"/>
                  <a:pt x="101025" y="27954"/>
                </a:cubicBezTo>
                <a:cubicBezTo>
                  <a:pt x="103090" y="30271"/>
                  <a:pt x="106180" y="31429"/>
                  <a:pt x="110295" y="31429"/>
                </a:cubicBezTo>
                <a:cubicBezTo>
                  <a:pt x="111899" y="31429"/>
                  <a:pt x="113330" y="31289"/>
                  <a:pt x="114588" y="31008"/>
                </a:cubicBezTo>
                <a:cubicBezTo>
                  <a:pt x="115851" y="30727"/>
                  <a:pt x="116984" y="30290"/>
                  <a:pt x="117988" y="29699"/>
                </a:cubicBezTo>
                <a:close/>
              </a:path>
            </a:pathLst>
          </a:custGeom>
          <a:solidFill>
            <a:srgbClr val="555555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07" name="Freeform 1406">
            <a:extLst>
              <a:ext uri="{FF2B5EF4-FFF2-40B4-BE49-F238E27FC236}">
                <a16:creationId xmlns:a16="http://schemas.microsoft.com/office/drawing/2014/main" id="{3C9CF1EF-C0CB-88EE-198C-079709163B8F}"/>
              </a:ext>
            </a:extLst>
          </p:cNvPr>
          <p:cNvSpPr>
            <a:spLocks noGrp="1"/>
          </p:cNvSpPr>
          <p:nvPr/>
        </p:nvSpPr>
        <p:spPr>
          <a:xfrm>
            <a:off x="3587403" y="3680774"/>
            <a:ext cx="228271" cy="77095"/>
          </a:xfrm>
          <a:custGeom>
            <a:avLst/>
            <a:gdLst/>
            <a:ahLst/>
            <a:cxnLst/>
            <a:rect l="l" t="t" r="r" b="b"/>
            <a:pathLst>
              <a:path w="237040" h="77759">
                <a:moveTo>
                  <a:pt x="237041" y="77759"/>
                </a:moveTo>
                <a:lnTo>
                  <a:pt x="0" y="0"/>
                </a:lnTo>
              </a:path>
            </a:pathLst>
          </a:custGeom>
          <a:noFill/>
          <a:ln w="3986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08" name="Freeform 1407">
            <a:extLst>
              <a:ext uri="{FF2B5EF4-FFF2-40B4-BE49-F238E27FC236}">
                <a16:creationId xmlns:a16="http://schemas.microsoft.com/office/drawing/2014/main" id="{0E9D6C89-164D-FBE6-E1AF-583DE31FA684}"/>
              </a:ext>
            </a:extLst>
          </p:cNvPr>
          <p:cNvSpPr>
            <a:spLocks noGrp="1"/>
          </p:cNvSpPr>
          <p:nvPr/>
        </p:nvSpPr>
        <p:spPr>
          <a:xfrm>
            <a:off x="3455535" y="3632954"/>
            <a:ext cx="112718" cy="34902"/>
          </a:xfrm>
          <a:custGeom>
            <a:avLst/>
            <a:gdLst/>
            <a:ahLst/>
            <a:cxnLst/>
            <a:rect l="l" t="t" r="r" b="b"/>
            <a:pathLst>
              <a:path w="117049" h="35203">
                <a:moveTo>
                  <a:pt x="15940" y="18631"/>
                </a:moveTo>
                <a:cubicBezTo>
                  <a:pt x="16914" y="18965"/>
                  <a:pt x="17863" y="19678"/>
                  <a:pt x="18785" y="20769"/>
                </a:cubicBezTo>
                <a:cubicBezTo>
                  <a:pt x="19707" y="21860"/>
                  <a:pt x="20634" y="23360"/>
                  <a:pt x="21565" y="25270"/>
                </a:cubicBezTo>
                <a:lnTo>
                  <a:pt x="26182" y="34542"/>
                </a:lnTo>
                <a:lnTo>
                  <a:pt x="21292" y="34542"/>
                </a:lnTo>
                <a:lnTo>
                  <a:pt x="16999" y="25837"/>
                </a:lnTo>
                <a:cubicBezTo>
                  <a:pt x="15885" y="23564"/>
                  <a:pt x="14806" y="22056"/>
                  <a:pt x="13765" y="21314"/>
                </a:cubicBezTo>
                <a:cubicBezTo>
                  <a:pt x="12723" y="20573"/>
                  <a:pt x="11301" y="20202"/>
                  <a:pt x="9501" y="20202"/>
                </a:cubicBezTo>
                <a:lnTo>
                  <a:pt x="4545" y="20202"/>
                </a:lnTo>
                <a:lnTo>
                  <a:pt x="4545" y="34542"/>
                </a:lnTo>
                <a:lnTo>
                  <a:pt x="0" y="34542"/>
                </a:lnTo>
                <a:lnTo>
                  <a:pt x="0" y="611"/>
                </a:lnTo>
                <a:lnTo>
                  <a:pt x="10264" y="611"/>
                </a:lnTo>
                <a:cubicBezTo>
                  <a:pt x="14106" y="611"/>
                  <a:pt x="16972" y="1423"/>
                  <a:pt x="18864" y="3047"/>
                </a:cubicBezTo>
                <a:cubicBezTo>
                  <a:pt x="20756" y="4666"/>
                  <a:pt x="21702" y="7112"/>
                  <a:pt x="21702" y="10384"/>
                </a:cubicBezTo>
                <a:cubicBezTo>
                  <a:pt x="21702" y="12522"/>
                  <a:pt x="21210" y="14297"/>
                  <a:pt x="20226" y="15707"/>
                </a:cubicBezTo>
                <a:cubicBezTo>
                  <a:pt x="19241" y="17113"/>
                  <a:pt x="17813" y="18088"/>
                  <a:pt x="15940" y="18631"/>
                </a:cubicBezTo>
                <a:close/>
                <a:moveTo>
                  <a:pt x="4545" y="4385"/>
                </a:moveTo>
                <a:lnTo>
                  <a:pt x="4545" y="16427"/>
                </a:lnTo>
                <a:lnTo>
                  <a:pt x="10264" y="16427"/>
                </a:lnTo>
                <a:cubicBezTo>
                  <a:pt x="12454" y="16427"/>
                  <a:pt x="14108" y="15916"/>
                  <a:pt x="15227" y="14893"/>
                </a:cubicBezTo>
                <a:cubicBezTo>
                  <a:pt x="16346" y="13870"/>
                  <a:pt x="16905" y="12367"/>
                  <a:pt x="16905" y="10384"/>
                </a:cubicBezTo>
                <a:cubicBezTo>
                  <a:pt x="16905" y="8402"/>
                  <a:pt x="16346" y="6906"/>
                  <a:pt x="15227" y="5898"/>
                </a:cubicBezTo>
                <a:cubicBezTo>
                  <a:pt x="14108" y="4889"/>
                  <a:pt x="12454" y="4385"/>
                  <a:pt x="10264" y="4385"/>
                </a:cubicBezTo>
                <a:lnTo>
                  <a:pt x="4545" y="4385"/>
                </a:lnTo>
                <a:close/>
                <a:moveTo>
                  <a:pt x="32030" y="611"/>
                </a:moveTo>
                <a:lnTo>
                  <a:pt x="53278" y="611"/>
                </a:lnTo>
                <a:lnTo>
                  <a:pt x="53278" y="4480"/>
                </a:lnTo>
                <a:lnTo>
                  <a:pt x="36575" y="4480"/>
                </a:lnTo>
                <a:lnTo>
                  <a:pt x="36575" y="14522"/>
                </a:lnTo>
                <a:lnTo>
                  <a:pt x="52579" y="14522"/>
                </a:lnTo>
                <a:lnTo>
                  <a:pt x="52579" y="18384"/>
                </a:lnTo>
                <a:lnTo>
                  <a:pt x="36575" y="18384"/>
                </a:lnTo>
                <a:lnTo>
                  <a:pt x="36575" y="30681"/>
                </a:lnTo>
                <a:lnTo>
                  <a:pt x="53681" y="30681"/>
                </a:lnTo>
                <a:lnTo>
                  <a:pt x="53681" y="34542"/>
                </a:lnTo>
                <a:lnTo>
                  <a:pt x="32030" y="34542"/>
                </a:lnTo>
                <a:lnTo>
                  <a:pt x="32030" y="611"/>
                </a:lnTo>
                <a:close/>
                <a:moveTo>
                  <a:pt x="72392" y="5134"/>
                </a:moveTo>
                <a:lnTo>
                  <a:pt x="66219" y="22020"/>
                </a:lnTo>
                <a:lnTo>
                  <a:pt x="78579" y="22020"/>
                </a:lnTo>
                <a:lnTo>
                  <a:pt x="72392" y="5134"/>
                </a:lnTo>
                <a:close/>
                <a:moveTo>
                  <a:pt x="69821" y="611"/>
                </a:moveTo>
                <a:lnTo>
                  <a:pt x="74978" y="611"/>
                </a:lnTo>
                <a:lnTo>
                  <a:pt x="87784" y="34542"/>
                </a:lnTo>
                <a:lnTo>
                  <a:pt x="83059" y="34542"/>
                </a:lnTo>
                <a:lnTo>
                  <a:pt x="79998" y="25837"/>
                </a:lnTo>
                <a:lnTo>
                  <a:pt x="64851" y="25837"/>
                </a:lnTo>
                <a:lnTo>
                  <a:pt x="61790" y="34542"/>
                </a:lnTo>
                <a:lnTo>
                  <a:pt x="56993" y="34542"/>
                </a:lnTo>
                <a:lnTo>
                  <a:pt x="69821" y="611"/>
                </a:lnTo>
                <a:close/>
                <a:moveTo>
                  <a:pt x="117050" y="3229"/>
                </a:moveTo>
                <a:lnTo>
                  <a:pt x="117050" y="8065"/>
                </a:lnTo>
                <a:cubicBezTo>
                  <a:pt x="115518" y="6625"/>
                  <a:pt x="113885" y="5551"/>
                  <a:pt x="112152" y="4843"/>
                </a:cubicBezTo>
                <a:cubicBezTo>
                  <a:pt x="110418" y="4131"/>
                  <a:pt x="108577" y="3774"/>
                  <a:pt x="106628" y="3774"/>
                </a:cubicBezTo>
                <a:cubicBezTo>
                  <a:pt x="102786" y="3774"/>
                  <a:pt x="99845" y="4960"/>
                  <a:pt x="97804" y="7330"/>
                </a:cubicBezTo>
                <a:cubicBezTo>
                  <a:pt x="95763" y="9701"/>
                  <a:pt x="94743" y="13129"/>
                  <a:pt x="94743" y="17613"/>
                </a:cubicBezTo>
                <a:cubicBezTo>
                  <a:pt x="94743" y="22083"/>
                  <a:pt x="95763" y="25503"/>
                  <a:pt x="97804" y="27873"/>
                </a:cubicBezTo>
                <a:cubicBezTo>
                  <a:pt x="99845" y="30244"/>
                  <a:pt x="102786" y="31429"/>
                  <a:pt x="106628" y="31429"/>
                </a:cubicBezTo>
                <a:cubicBezTo>
                  <a:pt x="108577" y="31429"/>
                  <a:pt x="110418" y="31073"/>
                  <a:pt x="112152" y="30361"/>
                </a:cubicBezTo>
                <a:cubicBezTo>
                  <a:pt x="113885" y="29648"/>
                  <a:pt x="115518" y="28572"/>
                  <a:pt x="117050" y="27132"/>
                </a:cubicBezTo>
                <a:lnTo>
                  <a:pt x="117050" y="31931"/>
                </a:lnTo>
                <a:cubicBezTo>
                  <a:pt x="115461" y="33022"/>
                  <a:pt x="113775" y="33842"/>
                  <a:pt x="111993" y="34389"/>
                </a:cubicBezTo>
                <a:cubicBezTo>
                  <a:pt x="110217" y="34932"/>
                  <a:pt x="108340" y="35204"/>
                  <a:pt x="106361" y="35204"/>
                </a:cubicBezTo>
                <a:cubicBezTo>
                  <a:pt x="101271" y="35204"/>
                  <a:pt x="97262" y="33633"/>
                  <a:pt x="94332" y="30491"/>
                </a:cubicBezTo>
                <a:cubicBezTo>
                  <a:pt x="91408" y="27345"/>
                  <a:pt x="89946" y="23052"/>
                  <a:pt x="89946" y="17613"/>
                </a:cubicBezTo>
                <a:cubicBezTo>
                  <a:pt x="89946" y="12159"/>
                  <a:pt x="91408" y="7861"/>
                  <a:pt x="94332" y="4720"/>
                </a:cubicBezTo>
                <a:cubicBezTo>
                  <a:pt x="97262" y="1573"/>
                  <a:pt x="101271" y="0"/>
                  <a:pt x="106361" y="0"/>
                </a:cubicBezTo>
                <a:cubicBezTo>
                  <a:pt x="108368" y="0"/>
                  <a:pt x="110260" y="269"/>
                  <a:pt x="112037" y="807"/>
                </a:cubicBezTo>
                <a:cubicBezTo>
                  <a:pt x="113818" y="1345"/>
                  <a:pt x="115489" y="2153"/>
                  <a:pt x="117050" y="3229"/>
                </a:cubicBezTo>
                <a:close/>
              </a:path>
            </a:pathLst>
          </a:custGeom>
          <a:solidFill>
            <a:srgbClr val="555555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11" name="Freeform 1410">
            <a:extLst>
              <a:ext uri="{FF2B5EF4-FFF2-40B4-BE49-F238E27FC236}">
                <a16:creationId xmlns:a16="http://schemas.microsoft.com/office/drawing/2014/main" id="{5ADDA9DA-16D3-FC91-35E1-6A5015EC8A40}"/>
              </a:ext>
            </a:extLst>
          </p:cNvPr>
          <p:cNvSpPr>
            <a:spLocks noGrp="1"/>
          </p:cNvSpPr>
          <p:nvPr/>
        </p:nvSpPr>
        <p:spPr>
          <a:xfrm>
            <a:off x="3695666" y="3633126"/>
            <a:ext cx="240017" cy="249487"/>
          </a:xfrm>
          <a:custGeom>
            <a:avLst/>
            <a:gdLst/>
            <a:ahLst/>
            <a:cxnLst/>
            <a:rect l="l" t="t" r="r" b="b"/>
            <a:pathLst>
              <a:path w="249238" h="251634">
                <a:moveTo>
                  <a:pt x="124620" y="0"/>
                </a:moveTo>
                <a:cubicBezTo>
                  <a:pt x="140984" y="0"/>
                  <a:pt x="157190" y="3255"/>
                  <a:pt x="172309" y="9577"/>
                </a:cubicBezTo>
                <a:cubicBezTo>
                  <a:pt x="187429" y="15900"/>
                  <a:pt x="201167" y="25168"/>
                  <a:pt x="212739" y="36851"/>
                </a:cubicBezTo>
                <a:cubicBezTo>
                  <a:pt x="224311" y="48534"/>
                  <a:pt x="233491" y="62405"/>
                  <a:pt x="239753" y="77669"/>
                </a:cubicBezTo>
                <a:cubicBezTo>
                  <a:pt x="246015" y="92934"/>
                  <a:pt x="249239" y="109295"/>
                  <a:pt x="249239" y="125817"/>
                </a:cubicBezTo>
                <a:cubicBezTo>
                  <a:pt x="249239" y="142340"/>
                  <a:pt x="246015" y="158701"/>
                  <a:pt x="239753" y="173966"/>
                </a:cubicBezTo>
                <a:cubicBezTo>
                  <a:pt x="233491" y="189230"/>
                  <a:pt x="224311" y="203101"/>
                  <a:pt x="212739" y="214784"/>
                </a:cubicBezTo>
                <a:cubicBezTo>
                  <a:pt x="201167" y="226467"/>
                  <a:pt x="187429" y="235735"/>
                  <a:pt x="172309" y="242058"/>
                </a:cubicBezTo>
                <a:cubicBezTo>
                  <a:pt x="157190" y="248380"/>
                  <a:pt x="140984" y="251635"/>
                  <a:pt x="124620" y="251635"/>
                </a:cubicBezTo>
                <a:cubicBezTo>
                  <a:pt x="108255" y="251635"/>
                  <a:pt x="92049" y="248380"/>
                  <a:pt x="76930" y="242058"/>
                </a:cubicBezTo>
                <a:cubicBezTo>
                  <a:pt x="61811" y="235735"/>
                  <a:pt x="48072" y="226467"/>
                  <a:pt x="36500" y="214784"/>
                </a:cubicBezTo>
                <a:cubicBezTo>
                  <a:pt x="24929" y="203101"/>
                  <a:pt x="15749" y="189230"/>
                  <a:pt x="9486" y="173966"/>
                </a:cubicBezTo>
                <a:cubicBezTo>
                  <a:pt x="3224" y="158701"/>
                  <a:pt x="0" y="142340"/>
                  <a:pt x="0" y="125817"/>
                </a:cubicBezTo>
                <a:cubicBezTo>
                  <a:pt x="0" y="109295"/>
                  <a:pt x="3224" y="92934"/>
                  <a:pt x="9486" y="77669"/>
                </a:cubicBezTo>
                <a:cubicBezTo>
                  <a:pt x="15749" y="62405"/>
                  <a:pt x="24929" y="48534"/>
                  <a:pt x="36500" y="36851"/>
                </a:cubicBezTo>
                <a:cubicBezTo>
                  <a:pt x="48072" y="25168"/>
                  <a:pt x="61811" y="15900"/>
                  <a:pt x="76930" y="9577"/>
                </a:cubicBezTo>
                <a:cubicBezTo>
                  <a:pt x="92049" y="3255"/>
                  <a:pt x="108255" y="0"/>
                  <a:pt x="124620" y="0"/>
                </a:cubicBezTo>
              </a:path>
            </a:pathLst>
          </a:custGeom>
          <a:noFill/>
          <a:ln w="3986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12" name="Freeform 1411">
            <a:extLst>
              <a:ext uri="{FF2B5EF4-FFF2-40B4-BE49-F238E27FC236}">
                <a16:creationId xmlns:a16="http://schemas.microsoft.com/office/drawing/2014/main" id="{1F9B2637-A0E4-42C0-0C79-2BABD175038F}"/>
              </a:ext>
            </a:extLst>
          </p:cNvPr>
          <p:cNvSpPr>
            <a:spLocks noGrp="1"/>
          </p:cNvSpPr>
          <p:nvPr/>
        </p:nvSpPr>
        <p:spPr>
          <a:xfrm>
            <a:off x="3861600" y="3600874"/>
            <a:ext cx="48185" cy="33560"/>
          </a:xfrm>
          <a:custGeom>
            <a:avLst/>
            <a:gdLst/>
            <a:ahLst/>
            <a:cxnLst/>
            <a:rect l="l" t="t" r="r" b="b"/>
            <a:pathLst>
              <a:path w="50037" h="33849">
                <a:moveTo>
                  <a:pt x="1365" y="588"/>
                </a:moveTo>
                <a:lnTo>
                  <a:pt x="18526" y="588"/>
                </a:lnTo>
                <a:lnTo>
                  <a:pt x="18526" y="4307"/>
                </a:lnTo>
                <a:lnTo>
                  <a:pt x="5367" y="4307"/>
                </a:lnTo>
                <a:lnTo>
                  <a:pt x="5367" y="12300"/>
                </a:lnTo>
                <a:cubicBezTo>
                  <a:pt x="6000" y="12081"/>
                  <a:pt x="6633" y="11917"/>
                  <a:pt x="7265" y="11810"/>
                </a:cubicBezTo>
                <a:cubicBezTo>
                  <a:pt x="7902" y="11703"/>
                  <a:pt x="8540" y="11649"/>
                  <a:pt x="9177" y="11649"/>
                </a:cubicBezTo>
                <a:cubicBezTo>
                  <a:pt x="12783" y="11649"/>
                  <a:pt x="15639" y="12647"/>
                  <a:pt x="17744" y="14642"/>
                </a:cubicBezTo>
                <a:cubicBezTo>
                  <a:pt x="19854" y="16637"/>
                  <a:pt x="20909" y="19338"/>
                  <a:pt x="20909" y="22746"/>
                </a:cubicBezTo>
                <a:cubicBezTo>
                  <a:pt x="20909" y="26256"/>
                  <a:pt x="19826" y="28985"/>
                  <a:pt x="17661" y="30934"/>
                </a:cubicBezTo>
                <a:cubicBezTo>
                  <a:pt x="15495" y="32878"/>
                  <a:pt x="12444" y="33850"/>
                  <a:pt x="8505" y="33850"/>
                </a:cubicBezTo>
                <a:cubicBezTo>
                  <a:pt x="7148" y="33850"/>
                  <a:pt x="5765" y="33733"/>
                  <a:pt x="4357" y="33500"/>
                </a:cubicBezTo>
                <a:cubicBezTo>
                  <a:pt x="2953" y="33267"/>
                  <a:pt x="1501" y="32917"/>
                  <a:pt x="0" y="32451"/>
                </a:cubicBezTo>
                <a:lnTo>
                  <a:pt x="0" y="28011"/>
                </a:lnTo>
                <a:cubicBezTo>
                  <a:pt x="1297" y="28724"/>
                  <a:pt x="2639" y="29256"/>
                  <a:pt x="4024" y="29605"/>
                </a:cubicBezTo>
                <a:cubicBezTo>
                  <a:pt x="5409" y="29955"/>
                  <a:pt x="6873" y="30130"/>
                  <a:pt x="8415" y="30130"/>
                </a:cubicBezTo>
                <a:cubicBezTo>
                  <a:pt x="10913" y="30130"/>
                  <a:pt x="12889" y="29468"/>
                  <a:pt x="14343" y="28144"/>
                </a:cubicBezTo>
                <a:cubicBezTo>
                  <a:pt x="15802" y="26820"/>
                  <a:pt x="16532" y="25021"/>
                  <a:pt x="16532" y="22746"/>
                </a:cubicBezTo>
                <a:cubicBezTo>
                  <a:pt x="16532" y="20476"/>
                  <a:pt x="15802" y="18679"/>
                  <a:pt x="14343" y="17355"/>
                </a:cubicBezTo>
                <a:cubicBezTo>
                  <a:pt x="12889" y="16027"/>
                  <a:pt x="10913" y="15362"/>
                  <a:pt x="8415" y="15362"/>
                </a:cubicBezTo>
                <a:cubicBezTo>
                  <a:pt x="7247" y="15362"/>
                  <a:pt x="6081" y="15493"/>
                  <a:pt x="4917" y="15754"/>
                </a:cubicBezTo>
                <a:cubicBezTo>
                  <a:pt x="3758" y="16015"/>
                  <a:pt x="2574" y="16423"/>
                  <a:pt x="1365" y="16977"/>
                </a:cubicBezTo>
                <a:lnTo>
                  <a:pt x="1365" y="588"/>
                </a:lnTo>
                <a:close/>
                <a:moveTo>
                  <a:pt x="38866" y="3496"/>
                </a:moveTo>
                <a:cubicBezTo>
                  <a:pt x="36618" y="3496"/>
                  <a:pt x="34926" y="4615"/>
                  <a:pt x="33790" y="6852"/>
                </a:cubicBezTo>
                <a:cubicBezTo>
                  <a:pt x="32658" y="9085"/>
                  <a:pt x="32093" y="12446"/>
                  <a:pt x="32093" y="16935"/>
                </a:cubicBezTo>
                <a:cubicBezTo>
                  <a:pt x="32093" y="21406"/>
                  <a:pt x="32658" y="24760"/>
                  <a:pt x="33790" y="26997"/>
                </a:cubicBezTo>
                <a:cubicBezTo>
                  <a:pt x="34926" y="29235"/>
                  <a:pt x="36618" y="30354"/>
                  <a:pt x="38866" y="30354"/>
                </a:cubicBezTo>
                <a:cubicBezTo>
                  <a:pt x="41133" y="30354"/>
                  <a:pt x="42833" y="29235"/>
                  <a:pt x="43964" y="26997"/>
                </a:cubicBezTo>
                <a:cubicBezTo>
                  <a:pt x="45099" y="24760"/>
                  <a:pt x="45667" y="21406"/>
                  <a:pt x="45667" y="16935"/>
                </a:cubicBezTo>
                <a:cubicBezTo>
                  <a:pt x="45667" y="12447"/>
                  <a:pt x="45099" y="9085"/>
                  <a:pt x="43964" y="6852"/>
                </a:cubicBezTo>
                <a:cubicBezTo>
                  <a:pt x="42832" y="4615"/>
                  <a:pt x="41133" y="3496"/>
                  <a:pt x="38866" y="3496"/>
                </a:cubicBezTo>
                <a:close/>
                <a:moveTo>
                  <a:pt x="38866" y="0"/>
                </a:moveTo>
                <a:cubicBezTo>
                  <a:pt x="42491" y="0"/>
                  <a:pt x="45259" y="1448"/>
                  <a:pt x="47170" y="4342"/>
                </a:cubicBezTo>
                <a:cubicBezTo>
                  <a:pt x="49082" y="7232"/>
                  <a:pt x="50038" y="11430"/>
                  <a:pt x="50038" y="16935"/>
                </a:cubicBezTo>
                <a:cubicBezTo>
                  <a:pt x="50038" y="22427"/>
                  <a:pt x="49082" y="26620"/>
                  <a:pt x="47170" y="29514"/>
                </a:cubicBezTo>
                <a:cubicBezTo>
                  <a:pt x="45259" y="32405"/>
                  <a:pt x="42491" y="33850"/>
                  <a:pt x="38866" y="33850"/>
                </a:cubicBezTo>
                <a:cubicBezTo>
                  <a:pt x="35246" y="33850"/>
                  <a:pt x="32481" y="32405"/>
                  <a:pt x="30569" y="29514"/>
                </a:cubicBezTo>
                <a:cubicBezTo>
                  <a:pt x="28658" y="26620"/>
                  <a:pt x="27702" y="22427"/>
                  <a:pt x="27702" y="16935"/>
                </a:cubicBezTo>
                <a:cubicBezTo>
                  <a:pt x="27702" y="11430"/>
                  <a:pt x="28658" y="7232"/>
                  <a:pt x="30569" y="4342"/>
                </a:cubicBezTo>
                <a:cubicBezTo>
                  <a:pt x="32481" y="1448"/>
                  <a:pt x="35246" y="0"/>
                  <a:pt x="38866" y="0"/>
                </a:cubicBezTo>
                <a:close/>
              </a:path>
            </a:pathLst>
          </a:custGeom>
          <a:solidFill>
            <a:srgbClr val="777777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14" name="Freeform 1413">
            <a:extLst>
              <a:ext uri="{FF2B5EF4-FFF2-40B4-BE49-F238E27FC236}">
                <a16:creationId xmlns:a16="http://schemas.microsoft.com/office/drawing/2014/main" id="{8D220E7D-D302-2CAF-1F75-278860F63C43}"/>
              </a:ext>
            </a:extLst>
          </p:cNvPr>
          <p:cNvSpPr>
            <a:spLocks noGrp="1"/>
          </p:cNvSpPr>
          <p:nvPr/>
        </p:nvSpPr>
        <p:spPr>
          <a:xfrm>
            <a:off x="3575656" y="3508382"/>
            <a:ext cx="480036" cy="498975"/>
          </a:xfrm>
          <a:custGeom>
            <a:avLst/>
            <a:gdLst/>
            <a:ahLst/>
            <a:cxnLst/>
            <a:rect l="l" t="t" r="r" b="b"/>
            <a:pathLst>
              <a:path w="498477" h="503269">
                <a:moveTo>
                  <a:pt x="249239" y="0"/>
                </a:moveTo>
                <a:cubicBezTo>
                  <a:pt x="281968" y="0"/>
                  <a:pt x="314380" y="6509"/>
                  <a:pt x="344618" y="19155"/>
                </a:cubicBezTo>
                <a:cubicBezTo>
                  <a:pt x="374857" y="31800"/>
                  <a:pt x="402334" y="50336"/>
                  <a:pt x="425477" y="73702"/>
                </a:cubicBezTo>
                <a:cubicBezTo>
                  <a:pt x="448620" y="97068"/>
                  <a:pt x="466981" y="124810"/>
                  <a:pt x="479505" y="155338"/>
                </a:cubicBezTo>
                <a:cubicBezTo>
                  <a:pt x="492031" y="185867"/>
                  <a:pt x="498478" y="218591"/>
                  <a:pt x="498478" y="251635"/>
                </a:cubicBezTo>
                <a:cubicBezTo>
                  <a:pt x="498478" y="284679"/>
                  <a:pt x="492031" y="317402"/>
                  <a:pt x="479505" y="347932"/>
                </a:cubicBezTo>
                <a:cubicBezTo>
                  <a:pt x="466981" y="378460"/>
                  <a:pt x="448620" y="406202"/>
                  <a:pt x="425477" y="429568"/>
                </a:cubicBezTo>
                <a:cubicBezTo>
                  <a:pt x="402334" y="452934"/>
                  <a:pt x="374857" y="471470"/>
                  <a:pt x="344618" y="484115"/>
                </a:cubicBezTo>
                <a:cubicBezTo>
                  <a:pt x="314380" y="496761"/>
                  <a:pt x="281968" y="503270"/>
                  <a:pt x="249239" y="503270"/>
                </a:cubicBezTo>
                <a:cubicBezTo>
                  <a:pt x="216509" y="503270"/>
                  <a:pt x="184097" y="496761"/>
                  <a:pt x="153859" y="484115"/>
                </a:cubicBezTo>
                <a:cubicBezTo>
                  <a:pt x="123621" y="471470"/>
                  <a:pt x="96144" y="452934"/>
                  <a:pt x="73000" y="429568"/>
                </a:cubicBezTo>
                <a:cubicBezTo>
                  <a:pt x="49857" y="406202"/>
                  <a:pt x="31497" y="378460"/>
                  <a:pt x="18972" y="347932"/>
                </a:cubicBezTo>
                <a:cubicBezTo>
                  <a:pt x="6447" y="317402"/>
                  <a:pt x="0" y="284679"/>
                  <a:pt x="0" y="251635"/>
                </a:cubicBezTo>
                <a:cubicBezTo>
                  <a:pt x="0" y="218591"/>
                  <a:pt x="6447" y="185867"/>
                  <a:pt x="18972" y="155338"/>
                </a:cubicBezTo>
                <a:cubicBezTo>
                  <a:pt x="31497" y="124810"/>
                  <a:pt x="49857" y="97068"/>
                  <a:pt x="73000" y="73702"/>
                </a:cubicBezTo>
                <a:cubicBezTo>
                  <a:pt x="96144" y="50336"/>
                  <a:pt x="123621" y="31800"/>
                  <a:pt x="153859" y="19155"/>
                </a:cubicBezTo>
                <a:cubicBezTo>
                  <a:pt x="184097" y="6509"/>
                  <a:pt x="216509" y="0"/>
                  <a:pt x="249239" y="0"/>
                </a:cubicBezTo>
              </a:path>
            </a:pathLst>
          </a:custGeom>
          <a:noFill/>
          <a:ln w="3986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15" name="Freeform 1414">
            <a:extLst>
              <a:ext uri="{FF2B5EF4-FFF2-40B4-BE49-F238E27FC236}">
                <a16:creationId xmlns:a16="http://schemas.microsoft.com/office/drawing/2014/main" id="{563B3986-1B6B-0591-F022-C7345C02971E}"/>
              </a:ext>
            </a:extLst>
          </p:cNvPr>
          <p:cNvSpPr>
            <a:spLocks noGrp="1"/>
          </p:cNvSpPr>
          <p:nvPr/>
        </p:nvSpPr>
        <p:spPr>
          <a:xfrm>
            <a:off x="3907526" y="3485626"/>
            <a:ext cx="73949" cy="33560"/>
          </a:xfrm>
          <a:custGeom>
            <a:avLst/>
            <a:gdLst/>
            <a:ahLst/>
            <a:cxnLst/>
            <a:rect l="l" t="t" r="r" b="b"/>
            <a:pathLst>
              <a:path w="76790" h="33849">
                <a:moveTo>
                  <a:pt x="630" y="29500"/>
                </a:moveTo>
                <a:lnTo>
                  <a:pt x="7771" y="29500"/>
                </a:lnTo>
                <a:lnTo>
                  <a:pt x="7771" y="4608"/>
                </a:lnTo>
                <a:lnTo>
                  <a:pt x="0" y="6181"/>
                </a:lnTo>
                <a:lnTo>
                  <a:pt x="0" y="2161"/>
                </a:lnTo>
                <a:lnTo>
                  <a:pt x="7729" y="587"/>
                </a:lnTo>
                <a:lnTo>
                  <a:pt x="12099" y="587"/>
                </a:lnTo>
                <a:lnTo>
                  <a:pt x="12099" y="29500"/>
                </a:lnTo>
                <a:lnTo>
                  <a:pt x="19240" y="29500"/>
                </a:lnTo>
                <a:lnTo>
                  <a:pt x="19240" y="33213"/>
                </a:lnTo>
                <a:lnTo>
                  <a:pt x="630" y="33213"/>
                </a:lnTo>
                <a:lnTo>
                  <a:pt x="630" y="29500"/>
                </a:lnTo>
                <a:close/>
                <a:moveTo>
                  <a:pt x="37419" y="3496"/>
                </a:moveTo>
                <a:cubicBezTo>
                  <a:pt x="35170" y="3496"/>
                  <a:pt x="33478" y="4615"/>
                  <a:pt x="32342" y="6852"/>
                </a:cubicBezTo>
                <a:cubicBezTo>
                  <a:pt x="31211" y="9085"/>
                  <a:pt x="30646" y="12446"/>
                  <a:pt x="30646" y="16935"/>
                </a:cubicBezTo>
                <a:cubicBezTo>
                  <a:pt x="30646" y="21406"/>
                  <a:pt x="31211" y="24759"/>
                  <a:pt x="32342" y="26997"/>
                </a:cubicBezTo>
                <a:cubicBezTo>
                  <a:pt x="33478" y="29235"/>
                  <a:pt x="35170" y="30353"/>
                  <a:pt x="37419" y="30353"/>
                </a:cubicBezTo>
                <a:cubicBezTo>
                  <a:pt x="39686" y="30353"/>
                  <a:pt x="41385" y="29235"/>
                  <a:pt x="42516" y="26997"/>
                </a:cubicBezTo>
                <a:cubicBezTo>
                  <a:pt x="43652" y="24759"/>
                  <a:pt x="44220" y="21406"/>
                  <a:pt x="44220" y="16935"/>
                </a:cubicBezTo>
                <a:cubicBezTo>
                  <a:pt x="44220" y="12446"/>
                  <a:pt x="43652" y="9085"/>
                  <a:pt x="42516" y="6852"/>
                </a:cubicBezTo>
                <a:cubicBezTo>
                  <a:pt x="41385" y="4615"/>
                  <a:pt x="39686" y="3496"/>
                  <a:pt x="37419" y="3496"/>
                </a:cubicBezTo>
                <a:close/>
                <a:moveTo>
                  <a:pt x="37419" y="0"/>
                </a:moveTo>
                <a:cubicBezTo>
                  <a:pt x="41043" y="0"/>
                  <a:pt x="43811" y="1447"/>
                  <a:pt x="45723" y="4342"/>
                </a:cubicBezTo>
                <a:cubicBezTo>
                  <a:pt x="47634" y="7232"/>
                  <a:pt x="48590" y="11430"/>
                  <a:pt x="48590" y="16935"/>
                </a:cubicBezTo>
                <a:cubicBezTo>
                  <a:pt x="48590" y="22426"/>
                  <a:pt x="47634" y="26620"/>
                  <a:pt x="45723" y="29514"/>
                </a:cubicBezTo>
                <a:cubicBezTo>
                  <a:pt x="43811" y="32404"/>
                  <a:pt x="41043" y="33849"/>
                  <a:pt x="37419" y="33849"/>
                </a:cubicBezTo>
                <a:cubicBezTo>
                  <a:pt x="33799" y="33849"/>
                  <a:pt x="31033" y="32405"/>
                  <a:pt x="29122" y="29514"/>
                </a:cubicBezTo>
                <a:cubicBezTo>
                  <a:pt x="27210" y="26620"/>
                  <a:pt x="26254" y="22426"/>
                  <a:pt x="26254" y="16935"/>
                </a:cubicBezTo>
                <a:cubicBezTo>
                  <a:pt x="26254" y="11430"/>
                  <a:pt x="27210" y="7232"/>
                  <a:pt x="29122" y="4342"/>
                </a:cubicBezTo>
                <a:cubicBezTo>
                  <a:pt x="31034" y="1447"/>
                  <a:pt x="33799" y="0"/>
                  <a:pt x="37419" y="0"/>
                </a:cubicBezTo>
                <a:close/>
                <a:moveTo>
                  <a:pt x="65619" y="3496"/>
                </a:moveTo>
                <a:cubicBezTo>
                  <a:pt x="63371" y="3496"/>
                  <a:pt x="61679" y="4615"/>
                  <a:pt x="60543" y="6852"/>
                </a:cubicBezTo>
                <a:cubicBezTo>
                  <a:pt x="59412" y="9085"/>
                  <a:pt x="58846" y="12446"/>
                  <a:pt x="58846" y="16935"/>
                </a:cubicBezTo>
                <a:cubicBezTo>
                  <a:pt x="58846" y="21406"/>
                  <a:pt x="59412" y="24759"/>
                  <a:pt x="60543" y="26997"/>
                </a:cubicBezTo>
                <a:cubicBezTo>
                  <a:pt x="61679" y="29235"/>
                  <a:pt x="63371" y="30353"/>
                  <a:pt x="65619" y="30353"/>
                </a:cubicBezTo>
                <a:cubicBezTo>
                  <a:pt x="67886" y="30353"/>
                  <a:pt x="69585" y="29235"/>
                  <a:pt x="70717" y="26997"/>
                </a:cubicBezTo>
                <a:cubicBezTo>
                  <a:pt x="71852" y="24759"/>
                  <a:pt x="72421" y="21406"/>
                  <a:pt x="72421" y="16935"/>
                </a:cubicBezTo>
                <a:cubicBezTo>
                  <a:pt x="72421" y="12446"/>
                  <a:pt x="71852" y="9085"/>
                  <a:pt x="70717" y="6852"/>
                </a:cubicBezTo>
                <a:cubicBezTo>
                  <a:pt x="69585" y="4615"/>
                  <a:pt x="67886" y="3496"/>
                  <a:pt x="65619" y="3496"/>
                </a:cubicBezTo>
                <a:close/>
                <a:moveTo>
                  <a:pt x="65619" y="0"/>
                </a:moveTo>
                <a:cubicBezTo>
                  <a:pt x="69244" y="0"/>
                  <a:pt x="72012" y="1447"/>
                  <a:pt x="73923" y="4342"/>
                </a:cubicBezTo>
                <a:cubicBezTo>
                  <a:pt x="75835" y="7232"/>
                  <a:pt x="76790" y="11430"/>
                  <a:pt x="76790" y="16935"/>
                </a:cubicBezTo>
                <a:cubicBezTo>
                  <a:pt x="76790" y="22426"/>
                  <a:pt x="75835" y="26620"/>
                  <a:pt x="73923" y="29514"/>
                </a:cubicBezTo>
                <a:cubicBezTo>
                  <a:pt x="72012" y="32404"/>
                  <a:pt x="69244" y="33849"/>
                  <a:pt x="65619" y="33849"/>
                </a:cubicBezTo>
                <a:cubicBezTo>
                  <a:pt x="62000" y="33849"/>
                  <a:pt x="59234" y="32405"/>
                  <a:pt x="57323" y="29514"/>
                </a:cubicBezTo>
                <a:cubicBezTo>
                  <a:pt x="55411" y="26620"/>
                  <a:pt x="54455" y="22426"/>
                  <a:pt x="54455" y="16935"/>
                </a:cubicBezTo>
                <a:cubicBezTo>
                  <a:pt x="54455" y="11430"/>
                  <a:pt x="55411" y="7232"/>
                  <a:pt x="57323" y="4342"/>
                </a:cubicBezTo>
                <a:cubicBezTo>
                  <a:pt x="59234" y="1447"/>
                  <a:pt x="62000" y="0"/>
                  <a:pt x="65619" y="0"/>
                </a:cubicBezTo>
                <a:close/>
              </a:path>
            </a:pathLst>
          </a:custGeom>
          <a:solidFill>
            <a:srgbClr val="777777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16" name="Freeform 1415">
            <a:extLst>
              <a:ext uri="{FF2B5EF4-FFF2-40B4-BE49-F238E27FC236}">
                <a16:creationId xmlns:a16="http://schemas.microsoft.com/office/drawing/2014/main" id="{66234EC7-C8CF-76E6-C40F-1DFEB33D068B}"/>
              </a:ext>
            </a:extLst>
          </p:cNvPr>
          <p:cNvSpPr>
            <a:spLocks noGrp="1"/>
          </p:cNvSpPr>
          <p:nvPr/>
        </p:nvSpPr>
        <p:spPr>
          <a:xfrm>
            <a:off x="3575685" y="3508343"/>
            <a:ext cx="480060" cy="499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41500"/>
                </a:moveTo>
                <a:lnTo>
                  <a:pt x="58084" y="47373"/>
                </a:lnTo>
                <a:lnTo>
                  <a:pt x="50000" y="50000"/>
                </a:lnTo>
                <a:lnTo>
                  <a:pt x="50000" y="50000"/>
                </a:lnTo>
                <a:lnTo>
                  <a:pt x="50000" y="50000"/>
                </a:lnTo>
                <a:close/>
              </a:path>
            </a:pathLst>
          </a:custGeom>
          <a:noFill/>
          <a:ln w="8857">
            <a:solidFill>
              <a:srgbClr val="9FB0BC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17" name="Freeform 1416">
            <a:extLst>
              <a:ext uri="{FF2B5EF4-FFF2-40B4-BE49-F238E27FC236}">
                <a16:creationId xmlns:a16="http://schemas.microsoft.com/office/drawing/2014/main" id="{ABCA013D-505A-7CA0-D7DC-B3A823EF0801}"/>
              </a:ext>
            </a:extLst>
          </p:cNvPr>
          <p:cNvSpPr>
            <a:spLocks noGrp="1"/>
          </p:cNvSpPr>
          <p:nvPr/>
        </p:nvSpPr>
        <p:spPr>
          <a:xfrm>
            <a:off x="3575685" y="3508343"/>
            <a:ext cx="480060" cy="499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19000"/>
                </a:moveTo>
                <a:lnTo>
                  <a:pt x="55706" y="48146"/>
                </a:lnTo>
                <a:lnTo>
                  <a:pt x="58523" y="61731"/>
                </a:lnTo>
                <a:lnTo>
                  <a:pt x="35305" y="70225"/>
                </a:lnTo>
                <a:lnTo>
                  <a:pt x="14335" y="38412"/>
                </a:lnTo>
                <a:close/>
              </a:path>
            </a:pathLst>
          </a:custGeom>
          <a:noFill/>
          <a:ln w="12400">
            <a:solidFill>
              <a:srgbClr val="2F6F9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18" name="Freeform 1417">
            <a:extLst>
              <a:ext uri="{FF2B5EF4-FFF2-40B4-BE49-F238E27FC236}">
                <a16:creationId xmlns:a16="http://schemas.microsoft.com/office/drawing/2014/main" id="{BF6A8C91-28C7-DD52-68E0-C8B3EFC7972F}"/>
              </a:ext>
            </a:extLst>
          </p:cNvPr>
          <p:cNvSpPr>
            <a:spLocks noGrp="1"/>
          </p:cNvSpPr>
          <p:nvPr/>
        </p:nvSpPr>
        <p:spPr>
          <a:xfrm>
            <a:off x="3575656" y="3508382"/>
            <a:ext cx="480036" cy="498975"/>
          </a:xfrm>
          <a:custGeom>
            <a:avLst/>
            <a:gdLst/>
            <a:ahLst/>
            <a:cxnLst/>
            <a:rect l="l" t="t" r="r" b="b"/>
            <a:pathLst>
              <a:path w="498477" h="503269">
                <a:moveTo>
                  <a:pt x="249239" y="0"/>
                </a:moveTo>
                <a:cubicBezTo>
                  <a:pt x="216509" y="0"/>
                  <a:pt x="184097" y="6509"/>
                  <a:pt x="153859" y="19155"/>
                </a:cubicBezTo>
                <a:cubicBezTo>
                  <a:pt x="123621" y="31800"/>
                  <a:pt x="96144" y="50336"/>
                  <a:pt x="73000" y="73702"/>
                </a:cubicBezTo>
                <a:cubicBezTo>
                  <a:pt x="49857" y="97068"/>
                  <a:pt x="31497" y="124810"/>
                  <a:pt x="18972" y="155338"/>
                </a:cubicBezTo>
                <a:cubicBezTo>
                  <a:pt x="6447" y="185867"/>
                  <a:pt x="0" y="218591"/>
                  <a:pt x="0" y="251635"/>
                </a:cubicBezTo>
                <a:cubicBezTo>
                  <a:pt x="0" y="284679"/>
                  <a:pt x="6447" y="317402"/>
                  <a:pt x="18972" y="347932"/>
                </a:cubicBezTo>
                <a:cubicBezTo>
                  <a:pt x="31497" y="378460"/>
                  <a:pt x="49857" y="406202"/>
                  <a:pt x="73000" y="429568"/>
                </a:cubicBezTo>
                <a:cubicBezTo>
                  <a:pt x="96144" y="452934"/>
                  <a:pt x="123621" y="471470"/>
                  <a:pt x="153859" y="484115"/>
                </a:cubicBezTo>
                <a:cubicBezTo>
                  <a:pt x="184097" y="496761"/>
                  <a:pt x="216509" y="503270"/>
                  <a:pt x="249239" y="503270"/>
                </a:cubicBezTo>
                <a:cubicBezTo>
                  <a:pt x="281968" y="503270"/>
                  <a:pt x="314380" y="496761"/>
                  <a:pt x="344618" y="484115"/>
                </a:cubicBezTo>
                <a:cubicBezTo>
                  <a:pt x="374857" y="471470"/>
                  <a:pt x="402334" y="452934"/>
                  <a:pt x="425477" y="429568"/>
                </a:cubicBezTo>
                <a:cubicBezTo>
                  <a:pt x="448620" y="406202"/>
                  <a:pt x="466981" y="378460"/>
                  <a:pt x="479505" y="347932"/>
                </a:cubicBezTo>
                <a:cubicBezTo>
                  <a:pt x="492031" y="317402"/>
                  <a:pt x="498478" y="284679"/>
                  <a:pt x="498478" y="251635"/>
                </a:cubicBezTo>
                <a:cubicBezTo>
                  <a:pt x="498478" y="218591"/>
                  <a:pt x="492031" y="185867"/>
                  <a:pt x="479505" y="155338"/>
                </a:cubicBezTo>
                <a:cubicBezTo>
                  <a:pt x="466981" y="124810"/>
                  <a:pt x="448620" y="97068"/>
                  <a:pt x="425477" y="73702"/>
                </a:cubicBezTo>
                <a:cubicBezTo>
                  <a:pt x="402334" y="50336"/>
                  <a:pt x="374857" y="31800"/>
                  <a:pt x="344618" y="19155"/>
                </a:cubicBezTo>
                <a:cubicBezTo>
                  <a:pt x="314380" y="6509"/>
                  <a:pt x="281968" y="0"/>
                  <a:pt x="249239" y="0"/>
                </a:cubicBezTo>
              </a:path>
            </a:pathLst>
          </a:custGeom>
          <a:noFill/>
          <a:ln w="7086">
            <a:solidFill>
              <a:srgbClr val="BDBDB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5084BD-3F7A-6585-87D7-AEF314BB7D7E}"/>
              </a:ext>
            </a:extLst>
          </p:cNvPr>
          <p:cNvSpPr>
            <a:spLocks noGrp="1"/>
          </p:cNvSpPr>
          <p:nvPr/>
        </p:nvSpPr>
        <p:spPr>
          <a:xfrm>
            <a:off x="172979" y="12997"/>
            <a:ext cx="26962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/>
              <a:t>A</a:t>
            </a:r>
          </a:p>
        </p:txBody>
      </p:sp>
      <p:sp>
        <p:nvSpPr>
          <p:cNvPr id="1003" name="TextBox 1002">
            <a:extLst>
              <a:ext uri="{FF2B5EF4-FFF2-40B4-BE49-F238E27FC236}">
                <a16:creationId xmlns:a16="http://schemas.microsoft.com/office/drawing/2014/main" id="{C8180D1A-84FF-89E9-76C8-F5CEBEA0433F}"/>
              </a:ext>
            </a:extLst>
          </p:cNvPr>
          <p:cNvSpPr>
            <a:spLocks noGrp="1"/>
          </p:cNvSpPr>
          <p:nvPr/>
        </p:nvSpPr>
        <p:spPr>
          <a:xfrm>
            <a:off x="594289" y="30150"/>
            <a:ext cx="25162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900" b="1" dirty="0"/>
              <a:t>Statistical validation pass rate</a:t>
            </a:r>
            <a:r>
              <a:rPr lang="en-US" sz="900" b="1" dirty="0"/>
              <a:t>: initial vs. refined</a:t>
            </a:r>
            <a:endParaRPr sz="900" b="1" dirty="0"/>
          </a:p>
        </p:txBody>
      </p:sp>
      <p:sp>
        <p:nvSpPr>
          <p:cNvPr id="1424" name="TextBox 1423">
            <a:extLst>
              <a:ext uri="{FF2B5EF4-FFF2-40B4-BE49-F238E27FC236}">
                <a16:creationId xmlns:a16="http://schemas.microsoft.com/office/drawing/2014/main" id="{4D932EC2-AD7A-A22A-1BD8-9BB3C0D39B5D}"/>
              </a:ext>
            </a:extLst>
          </p:cNvPr>
          <p:cNvSpPr>
            <a:spLocks noGrp="1"/>
          </p:cNvSpPr>
          <p:nvPr/>
        </p:nvSpPr>
        <p:spPr>
          <a:xfrm>
            <a:off x="1302150" y="336812"/>
            <a:ext cx="8097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1">
                <a:solidFill>
                  <a:srgbClr val="2F6F9F"/>
                </a:solidFill>
              </a:rPr>
              <a:t>Refined prompt</a:t>
            </a:r>
          </a:p>
        </p:txBody>
      </p:sp>
      <p:sp>
        <p:nvSpPr>
          <p:cNvPr id="1425" name="TextBox 1424">
            <a:extLst>
              <a:ext uri="{FF2B5EF4-FFF2-40B4-BE49-F238E27FC236}">
                <a16:creationId xmlns:a16="http://schemas.microsoft.com/office/drawing/2014/main" id="{ACCB1A22-9594-7641-AA95-36AEDDFC2176}"/>
              </a:ext>
            </a:extLst>
          </p:cNvPr>
          <p:cNvSpPr>
            <a:spLocks noGrp="1"/>
          </p:cNvSpPr>
          <p:nvPr/>
        </p:nvSpPr>
        <p:spPr>
          <a:xfrm>
            <a:off x="594290" y="341238"/>
            <a:ext cx="70350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1">
                <a:solidFill>
                  <a:schemeClr val="bg1">
                    <a:lumMod val="50000"/>
                  </a:schemeClr>
                </a:solidFill>
              </a:rPr>
              <a:t>Initial prompt</a:t>
            </a:r>
          </a:p>
        </p:txBody>
      </p:sp>
      <p:sp>
        <p:nvSpPr>
          <p:cNvPr id="1427" name="TextBox 1426">
            <a:extLst>
              <a:ext uri="{FF2B5EF4-FFF2-40B4-BE49-F238E27FC236}">
                <a16:creationId xmlns:a16="http://schemas.microsoft.com/office/drawing/2014/main" id="{7CB20081-EDCB-2E69-BE35-22B5E3833C67}"/>
              </a:ext>
            </a:extLst>
          </p:cNvPr>
          <p:cNvSpPr>
            <a:spLocks noGrp="1"/>
          </p:cNvSpPr>
          <p:nvPr/>
        </p:nvSpPr>
        <p:spPr>
          <a:xfrm>
            <a:off x="169907" y="912405"/>
            <a:ext cx="46376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/>
              <a:t>GO:BP</a:t>
            </a:r>
          </a:p>
        </p:txBody>
      </p:sp>
      <p:sp>
        <p:nvSpPr>
          <p:cNvPr id="1428" name="TextBox 1427">
            <a:extLst>
              <a:ext uri="{FF2B5EF4-FFF2-40B4-BE49-F238E27FC236}">
                <a16:creationId xmlns:a16="http://schemas.microsoft.com/office/drawing/2014/main" id="{DEF6559C-1674-542D-F1FE-CC39DA113FF5}"/>
              </a:ext>
            </a:extLst>
          </p:cNvPr>
          <p:cNvSpPr>
            <a:spLocks noGrp="1"/>
          </p:cNvSpPr>
          <p:nvPr/>
        </p:nvSpPr>
        <p:spPr>
          <a:xfrm>
            <a:off x="170105" y="1212914"/>
            <a:ext cx="544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/>
              <a:t>GO:MF</a:t>
            </a:r>
          </a:p>
        </p:txBody>
      </p:sp>
      <p:sp>
        <p:nvSpPr>
          <p:cNvPr id="1429" name="TextBox 1428">
            <a:extLst>
              <a:ext uri="{FF2B5EF4-FFF2-40B4-BE49-F238E27FC236}">
                <a16:creationId xmlns:a16="http://schemas.microsoft.com/office/drawing/2014/main" id="{F88025F9-3876-C22B-FCB6-055568974641}"/>
              </a:ext>
            </a:extLst>
          </p:cNvPr>
          <p:cNvSpPr>
            <a:spLocks noGrp="1"/>
          </p:cNvSpPr>
          <p:nvPr/>
        </p:nvSpPr>
        <p:spPr>
          <a:xfrm>
            <a:off x="176471" y="1502527"/>
            <a:ext cx="544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/>
              <a:t>GO:CC</a:t>
            </a:r>
          </a:p>
        </p:txBody>
      </p:sp>
      <p:sp>
        <p:nvSpPr>
          <p:cNvPr id="1430" name="TextBox 1429">
            <a:extLst>
              <a:ext uri="{FF2B5EF4-FFF2-40B4-BE49-F238E27FC236}">
                <a16:creationId xmlns:a16="http://schemas.microsoft.com/office/drawing/2014/main" id="{3ADA6D3C-60BE-68E5-E0A6-54CA5DAE5877}"/>
              </a:ext>
            </a:extLst>
          </p:cNvPr>
          <p:cNvSpPr>
            <a:spLocks noGrp="1"/>
          </p:cNvSpPr>
          <p:nvPr/>
        </p:nvSpPr>
        <p:spPr>
          <a:xfrm>
            <a:off x="176471" y="1792666"/>
            <a:ext cx="544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/>
              <a:t>KEGG</a:t>
            </a:r>
          </a:p>
        </p:txBody>
      </p:sp>
      <p:sp>
        <p:nvSpPr>
          <p:cNvPr id="1431" name="TextBox 1430">
            <a:extLst>
              <a:ext uri="{FF2B5EF4-FFF2-40B4-BE49-F238E27FC236}">
                <a16:creationId xmlns:a16="http://schemas.microsoft.com/office/drawing/2014/main" id="{13ECEAAD-6E84-1B62-5F4A-6356F76AE804}"/>
              </a:ext>
            </a:extLst>
          </p:cNvPr>
          <p:cNvSpPr>
            <a:spLocks noGrp="1"/>
          </p:cNvSpPr>
          <p:nvPr/>
        </p:nvSpPr>
        <p:spPr>
          <a:xfrm>
            <a:off x="176471" y="2098863"/>
            <a:ext cx="544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/>
              <a:t>REAC</a:t>
            </a:r>
          </a:p>
        </p:txBody>
      </p:sp>
      <p:sp>
        <p:nvSpPr>
          <p:cNvPr id="1432" name="TextBox 1431">
            <a:extLst>
              <a:ext uri="{FF2B5EF4-FFF2-40B4-BE49-F238E27FC236}">
                <a16:creationId xmlns:a16="http://schemas.microsoft.com/office/drawing/2014/main" id="{E4B8E9D1-8BD7-6AE5-7BF6-DEA1E8059779}"/>
              </a:ext>
            </a:extLst>
          </p:cNvPr>
          <p:cNvSpPr>
            <a:spLocks noGrp="1"/>
          </p:cNvSpPr>
          <p:nvPr/>
        </p:nvSpPr>
        <p:spPr>
          <a:xfrm>
            <a:off x="129691" y="621296"/>
            <a:ext cx="544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700" b="1"/>
              <a:t>Overall</a:t>
            </a:r>
          </a:p>
        </p:txBody>
      </p:sp>
      <p:sp>
        <p:nvSpPr>
          <p:cNvPr id="1433" name="TextBox 1432">
            <a:extLst>
              <a:ext uri="{FF2B5EF4-FFF2-40B4-BE49-F238E27FC236}">
                <a16:creationId xmlns:a16="http://schemas.microsoft.com/office/drawing/2014/main" id="{195E3EB9-BAB3-1499-5B12-CC88C6F634F9}"/>
              </a:ext>
            </a:extLst>
          </p:cNvPr>
          <p:cNvSpPr>
            <a:spLocks noGrp="1"/>
          </p:cNvSpPr>
          <p:nvPr/>
        </p:nvSpPr>
        <p:spPr>
          <a:xfrm>
            <a:off x="1431186" y="2442611"/>
            <a:ext cx="9247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/>
              <a:t>Pass rate (%)</a:t>
            </a:r>
          </a:p>
        </p:txBody>
      </p:sp>
      <p:sp>
        <p:nvSpPr>
          <p:cNvPr id="1434" name="TextBox 1433">
            <a:extLst>
              <a:ext uri="{FF2B5EF4-FFF2-40B4-BE49-F238E27FC236}">
                <a16:creationId xmlns:a16="http://schemas.microsoft.com/office/drawing/2014/main" id="{3BBB9649-E7D3-DCE5-AB51-270EE0779188}"/>
              </a:ext>
            </a:extLst>
          </p:cNvPr>
          <p:cNvSpPr>
            <a:spLocks noGrp="1"/>
          </p:cNvSpPr>
          <p:nvPr/>
        </p:nvSpPr>
        <p:spPr>
          <a:xfrm>
            <a:off x="3365208" y="-33721"/>
            <a:ext cx="26962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/>
              <a:t>B</a:t>
            </a:r>
          </a:p>
        </p:txBody>
      </p:sp>
      <p:sp>
        <p:nvSpPr>
          <p:cNvPr id="1435" name="TextBox 1434">
            <a:extLst>
              <a:ext uri="{FF2B5EF4-FFF2-40B4-BE49-F238E27FC236}">
                <a16:creationId xmlns:a16="http://schemas.microsoft.com/office/drawing/2014/main" id="{0302B061-015B-12C3-2569-CEB9D3DFA28C}"/>
              </a:ext>
            </a:extLst>
          </p:cNvPr>
          <p:cNvSpPr>
            <a:spLocks noGrp="1"/>
          </p:cNvSpPr>
          <p:nvPr/>
        </p:nvSpPr>
        <p:spPr>
          <a:xfrm>
            <a:off x="3707033" y="6035"/>
            <a:ext cx="23628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900" b="1"/>
              <a:t>Disease-level pass rate: initial vs. refined</a:t>
            </a:r>
          </a:p>
        </p:txBody>
      </p:sp>
      <p:sp>
        <p:nvSpPr>
          <p:cNvPr id="1436" name="TextBox 1435">
            <a:extLst>
              <a:ext uri="{FF2B5EF4-FFF2-40B4-BE49-F238E27FC236}">
                <a16:creationId xmlns:a16="http://schemas.microsoft.com/office/drawing/2014/main" id="{420B1FAF-D5A7-AD93-97C3-39CC38B422B6}"/>
              </a:ext>
            </a:extLst>
          </p:cNvPr>
          <p:cNvSpPr>
            <a:spLocks noGrp="1"/>
          </p:cNvSpPr>
          <p:nvPr/>
        </p:nvSpPr>
        <p:spPr>
          <a:xfrm>
            <a:off x="4163872" y="2456319"/>
            <a:ext cx="15939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/>
              <a:t>Initial prompt pass rate (%)</a:t>
            </a:r>
          </a:p>
        </p:txBody>
      </p:sp>
      <p:sp>
        <p:nvSpPr>
          <p:cNvPr id="1437" name="TextBox 1436">
            <a:extLst>
              <a:ext uri="{FF2B5EF4-FFF2-40B4-BE49-F238E27FC236}">
                <a16:creationId xmlns:a16="http://schemas.microsoft.com/office/drawing/2014/main" id="{F15BEFB5-BF21-C14D-AD88-524EBE0B6A90}"/>
              </a:ext>
            </a:extLst>
          </p:cNvPr>
          <p:cNvSpPr>
            <a:spLocks noGrp="1"/>
          </p:cNvSpPr>
          <p:nvPr/>
        </p:nvSpPr>
        <p:spPr>
          <a:xfrm rot="16200000">
            <a:off x="2848350" y="1167232"/>
            <a:ext cx="15939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/>
              <a:t>Refined prompt pass rate (%)</a:t>
            </a:r>
          </a:p>
        </p:txBody>
      </p:sp>
      <p:sp>
        <p:nvSpPr>
          <p:cNvPr id="1439" name="TextBox 1438">
            <a:extLst>
              <a:ext uri="{FF2B5EF4-FFF2-40B4-BE49-F238E27FC236}">
                <a16:creationId xmlns:a16="http://schemas.microsoft.com/office/drawing/2014/main" id="{742E7D1D-3490-1232-D915-C8701B200BEA}"/>
              </a:ext>
            </a:extLst>
          </p:cNvPr>
          <p:cNvSpPr>
            <a:spLocks noGrp="1"/>
          </p:cNvSpPr>
          <p:nvPr/>
        </p:nvSpPr>
        <p:spPr>
          <a:xfrm>
            <a:off x="196952" y="2573399"/>
            <a:ext cx="26962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/>
              <a:t>C</a:t>
            </a:r>
          </a:p>
        </p:txBody>
      </p:sp>
      <p:sp>
        <p:nvSpPr>
          <p:cNvPr id="1440" name="TextBox 1439">
            <a:extLst>
              <a:ext uri="{FF2B5EF4-FFF2-40B4-BE49-F238E27FC236}">
                <a16:creationId xmlns:a16="http://schemas.microsoft.com/office/drawing/2014/main" id="{401D8A0D-C96A-6FA0-8A81-4692F8149CD9}"/>
              </a:ext>
            </a:extLst>
          </p:cNvPr>
          <p:cNvSpPr>
            <a:spLocks noGrp="1"/>
          </p:cNvSpPr>
          <p:nvPr/>
        </p:nvSpPr>
        <p:spPr>
          <a:xfrm>
            <a:off x="1712264" y="2667174"/>
            <a:ext cx="3048000" cy="215456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/>
          <a:p>
            <a:r>
              <a:rPr sz="800" b="1" dirty="0"/>
              <a:t>Representative gene-disease context: initial vs. refined</a:t>
            </a:r>
          </a:p>
        </p:txBody>
      </p:sp>
      <p:sp>
        <p:nvSpPr>
          <p:cNvPr id="1441" name="Freeform 1440">
            <a:extLst>
              <a:ext uri="{FF2B5EF4-FFF2-40B4-BE49-F238E27FC236}">
                <a16:creationId xmlns:a16="http://schemas.microsoft.com/office/drawing/2014/main" id="{F9176E41-8982-E8B0-27AC-DFF2B5FB5678}"/>
              </a:ext>
            </a:extLst>
          </p:cNvPr>
          <p:cNvSpPr>
            <a:spLocks noGrp="1"/>
          </p:cNvSpPr>
          <p:nvPr/>
        </p:nvSpPr>
        <p:spPr>
          <a:xfrm>
            <a:off x="296269" y="2900606"/>
            <a:ext cx="45719" cy="1545579"/>
          </a:xfrm>
          <a:custGeom>
            <a:avLst/>
            <a:gdLst/>
            <a:ahLst/>
            <a:cxnLst/>
            <a:rect l="l" t="t" r="r" b="b"/>
            <a:pathLst>
              <a:path w="32131" h="1109468">
                <a:moveTo>
                  <a:pt x="0" y="1109469"/>
                </a:moveTo>
                <a:lnTo>
                  <a:pt x="32132" y="1109469"/>
                </a:lnTo>
                <a:lnTo>
                  <a:pt x="3213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84" name="Freeform 1483">
            <a:extLst>
              <a:ext uri="{FF2B5EF4-FFF2-40B4-BE49-F238E27FC236}">
                <a16:creationId xmlns:a16="http://schemas.microsoft.com/office/drawing/2014/main" id="{D0003ADF-DE07-96CF-06F5-CE64BB2ABE37}"/>
              </a:ext>
            </a:extLst>
          </p:cNvPr>
          <p:cNvSpPr>
            <a:spLocks noGrp="1"/>
          </p:cNvSpPr>
          <p:nvPr/>
        </p:nvSpPr>
        <p:spPr>
          <a:xfrm>
            <a:off x="1132403" y="3188379"/>
            <a:ext cx="636097" cy="998785"/>
          </a:xfrm>
          <a:custGeom>
            <a:avLst/>
            <a:gdLst/>
            <a:ahLst/>
            <a:cxnLst/>
            <a:rect l="l" t="t" r="r" b="b"/>
            <a:pathLst>
              <a:path w="530107" h="863656">
                <a:moveTo>
                  <a:pt x="0" y="863657"/>
                </a:moveTo>
                <a:lnTo>
                  <a:pt x="530107" y="863657"/>
                </a:lnTo>
                <a:lnTo>
                  <a:pt x="530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4632">
            <a:solidFill>
              <a:srgbClr val="7A7A7A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85" name="Freeform 1484">
            <a:extLst>
              <a:ext uri="{FF2B5EF4-FFF2-40B4-BE49-F238E27FC236}">
                <a16:creationId xmlns:a16="http://schemas.microsoft.com/office/drawing/2014/main" id="{E029EFB0-56CF-5545-800C-27C9449D3837}"/>
              </a:ext>
            </a:extLst>
          </p:cNvPr>
          <p:cNvSpPr>
            <a:spLocks noGrp="1"/>
          </p:cNvSpPr>
          <p:nvPr/>
        </p:nvSpPr>
        <p:spPr>
          <a:xfrm>
            <a:off x="1867777" y="3188379"/>
            <a:ext cx="1131461" cy="998785"/>
          </a:xfrm>
          <a:custGeom>
            <a:avLst/>
            <a:gdLst/>
            <a:ahLst/>
            <a:cxnLst/>
            <a:rect l="l" t="t" r="r" b="b"/>
            <a:pathLst>
              <a:path w="807210" h="863656">
                <a:moveTo>
                  <a:pt x="0" y="863657"/>
                </a:moveTo>
                <a:lnTo>
                  <a:pt x="807211" y="863657"/>
                </a:lnTo>
                <a:lnTo>
                  <a:pt x="807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4632">
            <a:solidFill>
              <a:srgbClr val="7A7A7A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86" name="Freeform 1485">
            <a:extLst>
              <a:ext uri="{FF2B5EF4-FFF2-40B4-BE49-F238E27FC236}">
                <a16:creationId xmlns:a16="http://schemas.microsoft.com/office/drawing/2014/main" id="{A0B6896A-D4ED-685B-5F37-B30396FE28DB}"/>
              </a:ext>
            </a:extLst>
          </p:cNvPr>
          <p:cNvSpPr>
            <a:spLocks noGrp="1"/>
          </p:cNvSpPr>
          <p:nvPr/>
        </p:nvSpPr>
        <p:spPr>
          <a:xfrm>
            <a:off x="1186143" y="3523536"/>
            <a:ext cx="31362" cy="10747"/>
          </a:xfrm>
          <a:custGeom>
            <a:avLst/>
            <a:gdLst/>
            <a:ahLst/>
            <a:cxnLst/>
            <a:rect l="l" t="t" r="r" b="b"/>
            <a:pathLst>
              <a:path w="28116" h="9293">
                <a:moveTo>
                  <a:pt x="0" y="9294"/>
                </a:moveTo>
                <a:lnTo>
                  <a:pt x="28116" y="9294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7C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87" name="Freeform 1486">
            <a:extLst>
              <a:ext uri="{FF2B5EF4-FFF2-40B4-BE49-F238E27FC236}">
                <a16:creationId xmlns:a16="http://schemas.microsoft.com/office/drawing/2014/main" id="{6E02D04D-9149-11FD-34C4-9D7AB674A28D}"/>
              </a:ext>
            </a:extLst>
          </p:cNvPr>
          <p:cNvSpPr>
            <a:spLocks noGrp="1"/>
          </p:cNvSpPr>
          <p:nvPr/>
        </p:nvSpPr>
        <p:spPr>
          <a:xfrm>
            <a:off x="1186143" y="3660294"/>
            <a:ext cx="31362" cy="10747"/>
          </a:xfrm>
          <a:custGeom>
            <a:avLst/>
            <a:gdLst/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26A69A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88" name="Freeform 1487">
            <a:extLst>
              <a:ext uri="{FF2B5EF4-FFF2-40B4-BE49-F238E27FC236}">
                <a16:creationId xmlns:a16="http://schemas.microsoft.com/office/drawing/2014/main" id="{CF663EAD-3AC9-4597-F853-D92C6717713F}"/>
              </a:ext>
            </a:extLst>
          </p:cNvPr>
          <p:cNvSpPr>
            <a:spLocks noGrp="1"/>
          </p:cNvSpPr>
          <p:nvPr/>
        </p:nvSpPr>
        <p:spPr>
          <a:xfrm>
            <a:off x="1186143" y="3797051"/>
            <a:ext cx="31362" cy="10747"/>
          </a:xfrm>
          <a:custGeom>
            <a:avLst/>
            <a:gdLst/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42A5F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89" name="Freeform 1488">
            <a:extLst>
              <a:ext uri="{FF2B5EF4-FFF2-40B4-BE49-F238E27FC236}">
                <a16:creationId xmlns:a16="http://schemas.microsoft.com/office/drawing/2014/main" id="{5A2121FC-07C8-7C9E-5FBA-A76FA9505514}"/>
              </a:ext>
            </a:extLst>
          </p:cNvPr>
          <p:cNvSpPr>
            <a:spLocks noGrp="1"/>
          </p:cNvSpPr>
          <p:nvPr/>
        </p:nvSpPr>
        <p:spPr>
          <a:xfrm>
            <a:off x="1186143" y="3933808"/>
            <a:ext cx="31362" cy="10747"/>
          </a:xfrm>
          <a:custGeom>
            <a:avLst/>
            <a:gdLst/>
            <a:ahLst/>
            <a:cxnLst/>
            <a:rect l="l" t="t" r="r" b="b"/>
            <a:pathLst>
              <a:path w="28116" h="9293">
                <a:moveTo>
                  <a:pt x="0" y="9294"/>
                </a:moveTo>
                <a:lnTo>
                  <a:pt x="28116" y="9294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A726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0" name="Freeform 1489">
            <a:extLst>
              <a:ext uri="{FF2B5EF4-FFF2-40B4-BE49-F238E27FC236}">
                <a16:creationId xmlns:a16="http://schemas.microsoft.com/office/drawing/2014/main" id="{839EC935-8B8C-4939-C609-E0505123257C}"/>
              </a:ext>
            </a:extLst>
          </p:cNvPr>
          <p:cNvSpPr>
            <a:spLocks noGrp="1"/>
          </p:cNvSpPr>
          <p:nvPr/>
        </p:nvSpPr>
        <p:spPr>
          <a:xfrm>
            <a:off x="1186143" y="4070566"/>
            <a:ext cx="31362" cy="10747"/>
          </a:xfrm>
          <a:custGeom>
            <a:avLst/>
            <a:gdLst/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EF5350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2" name="Freeform 1491">
            <a:extLst>
              <a:ext uri="{FF2B5EF4-FFF2-40B4-BE49-F238E27FC236}">
                <a16:creationId xmlns:a16="http://schemas.microsoft.com/office/drawing/2014/main" id="{CE09A6A8-6948-6760-77F5-33CF1BFA59C6}"/>
              </a:ext>
            </a:extLst>
          </p:cNvPr>
          <p:cNvSpPr>
            <a:spLocks noGrp="1"/>
          </p:cNvSpPr>
          <p:nvPr/>
        </p:nvSpPr>
        <p:spPr>
          <a:xfrm>
            <a:off x="1894364" y="3455054"/>
            <a:ext cx="129909" cy="49170"/>
          </a:xfrm>
          <a:custGeom>
            <a:avLst/>
            <a:gdLst/>
            <a:ahLst/>
            <a:cxnLst/>
            <a:rect l="l" t="t" r="r" b="b"/>
            <a:pathLst>
              <a:path w="116464" h="42518">
                <a:moveTo>
                  <a:pt x="16070" y="42519"/>
                </a:moveTo>
                <a:lnTo>
                  <a:pt x="100403" y="42519"/>
                </a:lnTo>
                <a:cubicBezTo>
                  <a:pt x="111108" y="42519"/>
                  <a:pt x="116464" y="40749"/>
                  <a:pt x="116464" y="37200"/>
                </a:cubicBezTo>
                <a:lnTo>
                  <a:pt x="116464" y="5310"/>
                </a:lnTo>
                <a:cubicBezTo>
                  <a:pt x="116464" y="1770"/>
                  <a:pt x="111108" y="0"/>
                  <a:pt x="100403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0"/>
                </a:cubicBezTo>
                <a:lnTo>
                  <a:pt x="0" y="37200"/>
                </a:lnTo>
                <a:cubicBezTo>
                  <a:pt x="0" y="40749"/>
                  <a:pt x="5357" y="42519"/>
                  <a:pt x="16070" y="42519"/>
                </a:cubicBezTo>
                <a:close/>
              </a:path>
            </a:pathLst>
          </a:custGeom>
          <a:solidFill>
            <a:srgbClr val="7E57C2">
              <a:alpha val="12000"/>
            </a:srgbClr>
          </a:solidFill>
          <a:ln w="3369">
            <a:solidFill>
              <a:srgbClr val="7E57C2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4" name="Freeform 1493">
            <a:extLst>
              <a:ext uri="{FF2B5EF4-FFF2-40B4-BE49-F238E27FC236}">
                <a16:creationId xmlns:a16="http://schemas.microsoft.com/office/drawing/2014/main" id="{D9CFBBE3-5E37-BB4E-4D7D-2414FB9874D2}"/>
              </a:ext>
            </a:extLst>
          </p:cNvPr>
          <p:cNvSpPr>
            <a:spLocks noGrp="1"/>
          </p:cNvSpPr>
          <p:nvPr/>
        </p:nvSpPr>
        <p:spPr>
          <a:xfrm>
            <a:off x="1894371" y="3594830"/>
            <a:ext cx="140970" cy="59246"/>
          </a:xfrm>
          <a:custGeom>
            <a:avLst/>
            <a:gdLst/>
            <a:ahLst/>
            <a:cxnLst/>
            <a:rect l="l" t="t" r="r" b="b"/>
            <a:pathLst>
              <a:path w="140949" h="59223">
                <a:moveTo>
                  <a:pt x="15470" y="59223"/>
                </a:moveTo>
                <a:lnTo>
                  <a:pt x="125479" y="59223"/>
                </a:lnTo>
                <a:cubicBezTo>
                  <a:pt x="135792" y="59223"/>
                  <a:pt x="140949" y="56050"/>
                  <a:pt x="140949" y="49705"/>
                </a:cubicBezTo>
                <a:lnTo>
                  <a:pt x="140949" y="9518"/>
                </a:lnTo>
                <a:cubicBezTo>
                  <a:pt x="140949" y="3173"/>
                  <a:pt x="135792" y="0"/>
                  <a:pt x="125479" y="0"/>
                </a:cubicBezTo>
                <a:lnTo>
                  <a:pt x="15470" y="0"/>
                </a:lnTo>
                <a:cubicBezTo>
                  <a:pt x="5157" y="0"/>
                  <a:pt x="0" y="3173"/>
                  <a:pt x="0" y="9518"/>
                </a:cubicBezTo>
                <a:lnTo>
                  <a:pt x="0" y="49705"/>
                </a:lnTo>
                <a:cubicBezTo>
                  <a:pt x="0" y="56050"/>
                  <a:pt x="5157" y="59223"/>
                  <a:pt x="15470" y="59223"/>
                </a:cubicBezTo>
                <a:close/>
              </a:path>
            </a:pathLst>
          </a:custGeom>
          <a:solidFill>
            <a:srgbClr val="26A69A">
              <a:alpha val="13000"/>
            </a:srgbClr>
          </a:solidFill>
          <a:ln w="3322">
            <a:solidFill>
              <a:srgbClr val="26A69A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7" name="Freeform 1496">
            <a:extLst>
              <a:ext uri="{FF2B5EF4-FFF2-40B4-BE49-F238E27FC236}">
                <a16:creationId xmlns:a16="http://schemas.microsoft.com/office/drawing/2014/main" id="{7960D36E-8C1B-A167-6F64-B9FA4D3C0F55}"/>
              </a:ext>
            </a:extLst>
          </p:cNvPr>
          <p:cNvSpPr>
            <a:spLocks noGrp="1"/>
          </p:cNvSpPr>
          <p:nvPr/>
        </p:nvSpPr>
        <p:spPr>
          <a:xfrm>
            <a:off x="1894371" y="3889438"/>
            <a:ext cx="129921" cy="49149"/>
          </a:xfrm>
          <a:custGeom>
            <a:avLst/>
            <a:gdLst/>
            <a:ahLst/>
            <a:cxnLst/>
            <a:rect l="l" t="t" r="r" b="b"/>
            <a:pathLst>
              <a:path w="116464" h="42518">
                <a:moveTo>
                  <a:pt x="16070" y="42519"/>
                </a:moveTo>
                <a:lnTo>
                  <a:pt x="100403" y="42519"/>
                </a:lnTo>
                <a:cubicBezTo>
                  <a:pt x="111108" y="42519"/>
                  <a:pt x="116464" y="40749"/>
                  <a:pt x="116464" y="37200"/>
                </a:cubicBezTo>
                <a:lnTo>
                  <a:pt x="116464" y="5310"/>
                </a:lnTo>
                <a:cubicBezTo>
                  <a:pt x="116464" y="1770"/>
                  <a:pt x="111108" y="0"/>
                  <a:pt x="100403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0"/>
                </a:cubicBezTo>
                <a:lnTo>
                  <a:pt x="0" y="37200"/>
                </a:lnTo>
                <a:cubicBezTo>
                  <a:pt x="0" y="40749"/>
                  <a:pt x="5357" y="42519"/>
                  <a:pt x="16070" y="42519"/>
                </a:cubicBezTo>
                <a:close/>
              </a:path>
            </a:pathLst>
          </a:custGeom>
          <a:solidFill>
            <a:srgbClr val="7E57C2">
              <a:alpha val="12000"/>
            </a:srgbClr>
          </a:solidFill>
          <a:ln w="2527">
            <a:solidFill>
              <a:srgbClr val="7E57C2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9" name="Freeform 1498">
            <a:extLst>
              <a:ext uri="{FF2B5EF4-FFF2-40B4-BE49-F238E27FC236}">
                <a16:creationId xmlns:a16="http://schemas.microsoft.com/office/drawing/2014/main" id="{1ECDDA57-B50B-46BD-FD3E-EF6F46AB6318}"/>
              </a:ext>
            </a:extLst>
          </p:cNvPr>
          <p:cNvSpPr>
            <a:spLocks noGrp="1"/>
          </p:cNvSpPr>
          <p:nvPr/>
        </p:nvSpPr>
        <p:spPr>
          <a:xfrm>
            <a:off x="1894371" y="4027361"/>
            <a:ext cx="197072" cy="49149"/>
          </a:xfrm>
          <a:custGeom>
            <a:avLst/>
            <a:gdLst/>
            <a:ahLst/>
            <a:cxnLst/>
            <a:rect l="l" t="t" r="r" b="b"/>
            <a:pathLst>
              <a:path w="176704" h="42519">
                <a:moveTo>
                  <a:pt x="16070" y="42519"/>
                </a:moveTo>
                <a:lnTo>
                  <a:pt x="160642" y="42519"/>
                </a:lnTo>
                <a:cubicBezTo>
                  <a:pt x="171347" y="42519"/>
                  <a:pt x="176704" y="40749"/>
                  <a:pt x="176704" y="37200"/>
                </a:cubicBezTo>
                <a:lnTo>
                  <a:pt x="176704" y="5311"/>
                </a:lnTo>
                <a:cubicBezTo>
                  <a:pt x="176704" y="1770"/>
                  <a:pt x="171347" y="0"/>
                  <a:pt x="160642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1"/>
                </a:cubicBezTo>
                <a:lnTo>
                  <a:pt x="0" y="37200"/>
                </a:lnTo>
                <a:cubicBezTo>
                  <a:pt x="0" y="40749"/>
                  <a:pt x="5357" y="42519"/>
                  <a:pt x="16070" y="42519"/>
                </a:cubicBezTo>
                <a:close/>
              </a:path>
            </a:pathLst>
          </a:custGeom>
          <a:solidFill>
            <a:srgbClr val="FFA726">
              <a:alpha val="12000"/>
            </a:srgbClr>
          </a:solidFill>
          <a:ln w="2527">
            <a:solidFill>
              <a:srgbClr val="FFA726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00" name="Freeform 1499">
            <a:extLst>
              <a:ext uri="{FF2B5EF4-FFF2-40B4-BE49-F238E27FC236}">
                <a16:creationId xmlns:a16="http://schemas.microsoft.com/office/drawing/2014/main" id="{AD574A0F-478D-F9EF-BEF6-0578BE973B57}"/>
              </a:ext>
            </a:extLst>
          </p:cNvPr>
          <p:cNvSpPr>
            <a:spLocks noGrp="1"/>
          </p:cNvSpPr>
          <p:nvPr/>
        </p:nvSpPr>
        <p:spPr>
          <a:xfrm>
            <a:off x="1934646" y="3461845"/>
            <a:ext cx="49353" cy="27627"/>
          </a:xfrm>
          <a:custGeom>
            <a:avLst/>
            <a:gdLst/>
            <a:ahLst/>
            <a:cxnLst/>
            <a:rect l="l" t="t" r="r" b="b"/>
            <a:pathLst>
              <a:path w="44245" h="23889">
                <a:moveTo>
                  <a:pt x="9482" y="9251"/>
                </a:moveTo>
                <a:cubicBezTo>
                  <a:pt x="10443" y="9251"/>
                  <a:pt x="11169" y="9038"/>
                  <a:pt x="11667" y="8613"/>
                </a:cubicBezTo>
                <a:cubicBezTo>
                  <a:pt x="12164" y="8188"/>
                  <a:pt x="12409" y="7557"/>
                  <a:pt x="12409" y="6724"/>
                </a:cubicBezTo>
                <a:cubicBezTo>
                  <a:pt x="12409" y="5898"/>
                  <a:pt x="12164" y="5277"/>
                  <a:pt x="11667" y="4843"/>
                </a:cubicBezTo>
                <a:cubicBezTo>
                  <a:pt x="11169" y="4409"/>
                  <a:pt x="10443" y="4196"/>
                  <a:pt x="9482" y="4196"/>
                </a:cubicBezTo>
                <a:lnTo>
                  <a:pt x="6107" y="4196"/>
                </a:lnTo>
                <a:lnTo>
                  <a:pt x="6107" y="9251"/>
                </a:lnTo>
                <a:lnTo>
                  <a:pt x="9482" y="9251"/>
                </a:lnTo>
                <a:close/>
                <a:moveTo>
                  <a:pt x="9684" y="19694"/>
                </a:moveTo>
                <a:cubicBezTo>
                  <a:pt x="10916" y="19694"/>
                  <a:pt x="11835" y="19430"/>
                  <a:pt x="12451" y="18911"/>
                </a:cubicBezTo>
                <a:cubicBezTo>
                  <a:pt x="13075" y="18392"/>
                  <a:pt x="13379" y="17600"/>
                  <a:pt x="13379" y="16545"/>
                </a:cubicBezTo>
                <a:cubicBezTo>
                  <a:pt x="13379" y="15507"/>
                  <a:pt x="13075" y="14732"/>
                  <a:pt x="12460" y="14213"/>
                </a:cubicBezTo>
                <a:cubicBezTo>
                  <a:pt x="11852" y="13694"/>
                  <a:pt x="10924" y="13439"/>
                  <a:pt x="9684" y="13439"/>
                </a:cubicBezTo>
                <a:lnTo>
                  <a:pt x="6107" y="13439"/>
                </a:lnTo>
                <a:lnTo>
                  <a:pt x="6107" y="19694"/>
                </a:lnTo>
                <a:lnTo>
                  <a:pt x="9684" y="19694"/>
                </a:lnTo>
                <a:close/>
                <a:moveTo>
                  <a:pt x="15370" y="11107"/>
                </a:moveTo>
                <a:cubicBezTo>
                  <a:pt x="16677" y="11490"/>
                  <a:pt x="17690" y="12196"/>
                  <a:pt x="18407" y="13234"/>
                </a:cubicBezTo>
                <a:cubicBezTo>
                  <a:pt x="19124" y="14264"/>
                  <a:pt x="19487" y="15532"/>
                  <a:pt x="19487" y="17038"/>
                </a:cubicBezTo>
                <a:cubicBezTo>
                  <a:pt x="19487" y="19345"/>
                  <a:pt x="18719" y="21064"/>
                  <a:pt x="17175" y="22196"/>
                </a:cubicBezTo>
                <a:cubicBezTo>
                  <a:pt x="15631" y="23320"/>
                  <a:pt x="13278" y="23889"/>
                  <a:pt x="10131" y="23889"/>
                </a:cubicBezTo>
                <a:lnTo>
                  <a:pt x="0" y="23889"/>
                </a:lnTo>
                <a:lnTo>
                  <a:pt x="0" y="0"/>
                </a:lnTo>
                <a:lnTo>
                  <a:pt x="9161" y="0"/>
                </a:lnTo>
                <a:cubicBezTo>
                  <a:pt x="12451" y="0"/>
                  <a:pt x="14839" y="502"/>
                  <a:pt x="16306" y="1506"/>
                </a:cubicBezTo>
                <a:cubicBezTo>
                  <a:pt x="17783" y="2511"/>
                  <a:pt x="18525" y="4111"/>
                  <a:pt x="18525" y="6324"/>
                </a:cubicBezTo>
                <a:cubicBezTo>
                  <a:pt x="18525" y="7481"/>
                  <a:pt x="18255" y="8469"/>
                  <a:pt x="17707" y="9285"/>
                </a:cubicBezTo>
                <a:cubicBezTo>
                  <a:pt x="17175" y="10102"/>
                  <a:pt x="16391" y="10707"/>
                  <a:pt x="15370" y="11107"/>
                </a:cubicBezTo>
                <a:close/>
                <a:moveTo>
                  <a:pt x="24759" y="0"/>
                </a:moveTo>
                <a:lnTo>
                  <a:pt x="34882" y="0"/>
                </a:lnTo>
                <a:cubicBezTo>
                  <a:pt x="37902" y="0"/>
                  <a:pt x="40213" y="673"/>
                  <a:pt x="41825" y="2026"/>
                </a:cubicBezTo>
                <a:cubicBezTo>
                  <a:pt x="43436" y="3379"/>
                  <a:pt x="44246" y="5294"/>
                  <a:pt x="44246" y="7796"/>
                </a:cubicBezTo>
                <a:cubicBezTo>
                  <a:pt x="44246" y="10298"/>
                  <a:pt x="43436" y="12230"/>
                  <a:pt x="41825" y="13575"/>
                </a:cubicBezTo>
                <a:cubicBezTo>
                  <a:pt x="40213" y="14928"/>
                  <a:pt x="37902" y="15600"/>
                  <a:pt x="34882" y="15600"/>
                </a:cubicBezTo>
                <a:lnTo>
                  <a:pt x="30858" y="15600"/>
                </a:lnTo>
                <a:lnTo>
                  <a:pt x="30858" y="23889"/>
                </a:lnTo>
                <a:lnTo>
                  <a:pt x="24759" y="23889"/>
                </a:lnTo>
                <a:lnTo>
                  <a:pt x="24759" y="0"/>
                </a:lnTo>
                <a:close/>
                <a:moveTo>
                  <a:pt x="30858" y="4460"/>
                </a:moveTo>
                <a:lnTo>
                  <a:pt x="30858" y="11132"/>
                </a:lnTo>
                <a:lnTo>
                  <a:pt x="34232" y="11132"/>
                </a:lnTo>
                <a:cubicBezTo>
                  <a:pt x="35422" y="11132"/>
                  <a:pt x="36333" y="10843"/>
                  <a:pt x="36982" y="10264"/>
                </a:cubicBezTo>
                <a:cubicBezTo>
                  <a:pt x="37623" y="9685"/>
                  <a:pt x="37952" y="8860"/>
                  <a:pt x="37952" y="7796"/>
                </a:cubicBezTo>
                <a:cubicBezTo>
                  <a:pt x="37952" y="6724"/>
                  <a:pt x="37623" y="5907"/>
                  <a:pt x="36982" y="5328"/>
                </a:cubicBezTo>
                <a:cubicBezTo>
                  <a:pt x="36333" y="4749"/>
                  <a:pt x="35422" y="4460"/>
                  <a:pt x="34232" y="4460"/>
                </a:cubicBezTo>
                <a:lnTo>
                  <a:pt x="30858" y="4460"/>
                </a:lnTo>
                <a:close/>
              </a:path>
            </a:pathLst>
          </a:custGeom>
          <a:solidFill>
            <a:srgbClr val="7E57C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01" name="Freeform 1500">
            <a:extLst>
              <a:ext uri="{FF2B5EF4-FFF2-40B4-BE49-F238E27FC236}">
                <a16:creationId xmlns:a16="http://schemas.microsoft.com/office/drawing/2014/main" id="{6FB0155D-87A9-C1EC-0A0A-4D81790ACD63}"/>
              </a:ext>
            </a:extLst>
          </p:cNvPr>
          <p:cNvSpPr>
            <a:spLocks noGrp="1"/>
          </p:cNvSpPr>
          <p:nvPr/>
        </p:nvSpPr>
        <p:spPr>
          <a:xfrm>
            <a:off x="1934471" y="3605308"/>
            <a:ext cx="60579" cy="29718"/>
          </a:xfrm>
          <a:custGeom>
            <a:avLst/>
            <a:gdLst/>
            <a:ahLst/>
            <a:cxnLst/>
            <a:rect l="l" t="t" r="r" b="b"/>
            <a:pathLst>
              <a:path w="60596" h="29689">
                <a:moveTo>
                  <a:pt x="0" y="0"/>
                </a:moveTo>
                <a:lnTo>
                  <a:pt x="9649" y="0"/>
                </a:lnTo>
                <a:lnTo>
                  <a:pt x="16342" y="15889"/>
                </a:lnTo>
                <a:lnTo>
                  <a:pt x="23079" y="0"/>
                </a:lnTo>
                <a:lnTo>
                  <a:pt x="32709" y="0"/>
                </a:lnTo>
                <a:lnTo>
                  <a:pt x="32709" y="29690"/>
                </a:lnTo>
                <a:lnTo>
                  <a:pt x="25544" y="29690"/>
                </a:lnTo>
                <a:lnTo>
                  <a:pt x="25544" y="7973"/>
                </a:lnTo>
                <a:lnTo>
                  <a:pt x="18769" y="23982"/>
                </a:lnTo>
                <a:lnTo>
                  <a:pt x="13960" y="23982"/>
                </a:lnTo>
                <a:lnTo>
                  <a:pt x="7185" y="7973"/>
                </a:lnTo>
                <a:lnTo>
                  <a:pt x="7185" y="29690"/>
                </a:lnTo>
                <a:lnTo>
                  <a:pt x="0" y="29690"/>
                </a:lnTo>
                <a:lnTo>
                  <a:pt x="0" y="0"/>
                </a:lnTo>
                <a:close/>
                <a:moveTo>
                  <a:pt x="40139" y="0"/>
                </a:moveTo>
                <a:lnTo>
                  <a:pt x="60596" y="0"/>
                </a:lnTo>
                <a:lnTo>
                  <a:pt x="60596" y="5790"/>
                </a:lnTo>
                <a:lnTo>
                  <a:pt x="47720" y="5790"/>
                </a:lnTo>
                <a:lnTo>
                  <a:pt x="47720" y="11314"/>
                </a:lnTo>
                <a:lnTo>
                  <a:pt x="59834" y="11314"/>
                </a:lnTo>
                <a:lnTo>
                  <a:pt x="59834" y="17104"/>
                </a:lnTo>
                <a:lnTo>
                  <a:pt x="47720" y="17104"/>
                </a:lnTo>
                <a:lnTo>
                  <a:pt x="47720" y="29690"/>
                </a:lnTo>
                <a:lnTo>
                  <a:pt x="40139" y="29690"/>
                </a:lnTo>
                <a:lnTo>
                  <a:pt x="40139" y="0"/>
                </a:lnTo>
                <a:close/>
              </a:path>
            </a:pathLst>
          </a:custGeom>
          <a:solidFill>
            <a:srgbClr val="26A69A"/>
          </a:solidFill>
          <a:ln w="6643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02" name="Freeform 1501">
            <a:extLst>
              <a:ext uri="{FF2B5EF4-FFF2-40B4-BE49-F238E27FC236}">
                <a16:creationId xmlns:a16="http://schemas.microsoft.com/office/drawing/2014/main" id="{3C90C35A-9EB5-9A24-1869-D5BEBB9E7B92}"/>
              </a:ext>
            </a:extLst>
          </p:cNvPr>
          <p:cNvSpPr>
            <a:spLocks noGrp="1"/>
          </p:cNvSpPr>
          <p:nvPr/>
        </p:nvSpPr>
        <p:spPr>
          <a:xfrm>
            <a:off x="1934757" y="3895725"/>
            <a:ext cx="49340" cy="27623"/>
          </a:xfrm>
          <a:custGeom>
            <a:avLst/>
            <a:gdLst/>
            <a:ahLst/>
            <a:cxnLst/>
            <a:rect l="l" t="t" r="r" b="b"/>
            <a:pathLst>
              <a:path w="44245" h="23889">
                <a:moveTo>
                  <a:pt x="9482" y="9251"/>
                </a:moveTo>
                <a:cubicBezTo>
                  <a:pt x="10443" y="9251"/>
                  <a:pt x="11169" y="9038"/>
                  <a:pt x="11667" y="8613"/>
                </a:cubicBezTo>
                <a:cubicBezTo>
                  <a:pt x="12164" y="8188"/>
                  <a:pt x="12409" y="7557"/>
                  <a:pt x="12409" y="6724"/>
                </a:cubicBezTo>
                <a:cubicBezTo>
                  <a:pt x="12409" y="5898"/>
                  <a:pt x="12164" y="5277"/>
                  <a:pt x="11667" y="4843"/>
                </a:cubicBezTo>
                <a:cubicBezTo>
                  <a:pt x="11169" y="4409"/>
                  <a:pt x="10443" y="4196"/>
                  <a:pt x="9482" y="4196"/>
                </a:cubicBezTo>
                <a:lnTo>
                  <a:pt x="6107" y="4196"/>
                </a:lnTo>
                <a:lnTo>
                  <a:pt x="6107" y="9251"/>
                </a:lnTo>
                <a:lnTo>
                  <a:pt x="9482" y="9251"/>
                </a:lnTo>
                <a:close/>
                <a:moveTo>
                  <a:pt x="9684" y="19694"/>
                </a:moveTo>
                <a:cubicBezTo>
                  <a:pt x="10916" y="19694"/>
                  <a:pt x="11835" y="19430"/>
                  <a:pt x="12451" y="18911"/>
                </a:cubicBezTo>
                <a:cubicBezTo>
                  <a:pt x="13075" y="18392"/>
                  <a:pt x="13379" y="17600"/>
                  <a:pt x="13379" y="16545"/>
                </a:cubicBezTo>
                <a:cubicBezTo>
                  <a:pt x="13379" y="15507"/>
                  <a:pt x="13075" y="14732"/>
                  <a:pt x="12460" y="14213"/>
                </a:cubicBezTo>
                <a:cubicBezTo>
                  <a:pt x="11852" y="13694"/>
                  <a:pt x="10924" y="13439"/>
                  <a:pt x="9684" y="13439"/>
                </a:cubicBezTo>
                <a:lnTo>
                  <a:pt x="6107" y="13439"/>
                </a:lnTo>
                <a:lnTo>
                  <a:pt x="6107" y="19694"/>
                </a:lnTo>
                <a:lnTo>
                  <a:pt x="9684" y="19694"/>
                </a:lnTo>
                <a:close/>
                <a:moveTo>
                  <a:pt x="15370" y="11107"/>
                </a:moveTo>
                <a:cubicBezTo>
                  <a:pt x="16677" y="11490"/>
                  <a:pt x="17690" y="12196"/>
                  <a:pt x="18407" y="13234"/>
                </a:cubicBezTo>
                <a:cubicBezTo>
                  <a:pt x="19124" y="14264"/>
                  <a:pt x="19487" y="15532"/>
                  <a:pt x="19487" y="17038"/>
                </a:cubicBezTo>
                <a:cubicBezTo>
                  <a:pt x="19487" y="19345"/>
                  <a:pt x="18719" y="21064"/>
                  <a:pt x="17175" y="22196"/>
                </a:cubicBezTo>
                <a:cubicBezTo>
                  <a:pt x="15631" y="23320"/>
                  <a:pt x="13278" y="23889"/>
                  <a:pt x="10131" y="23889"/>
                </a:cubicBezTo>
                <a:lnTo>
                  <a:pt x="0" y="23889"/>
                </a:lnTo>
                <a:lnTo>
                  <a:pt x="0" y="0"/>
                </a:lnTo>
                <a:lnTo>
                  <a:pt x="9161" y="0"/>
                </a:lnTo>
                <a:cubicBezTo>
                  <a:pt x="12451" y="0"/>
                  <a:pt x="14839" y="502"/>
                  <a:pt x="16306" y="1506"/>
                </a:cubicBezTo>
                <a:cubicBezTo>
                  <a:pt x="17783" y="2511"/>
                  <a:pt x="18525" y="4111"/>
                  <a:pt x="18525" y="6324"/>
                </a:cubicBezTo>
                <a:cubicBezTo>
                  <a:pt x="18525" y="7481"/>
                  <a:pt x="18255" y="8469"/>
                  <a:pt x="17707" y="9285"/>
                </a:cubicBezTo>
                <a:cubicBezTo>
                  <a:pt x="17175" y="10102"/>
                  <a:pt x="16391" y="10707"/>
                  <a:pt x="15370" y="11107"/>
                </a:cubicBezTo>
                <a:close/>
                <a:moveTo>
                  <a:pt x="24759" y="0"/>
                </a:moveTo>
                <a:lnTo>
                  <a:pt x="34882" y="0"/>
                </a:lnTo>
                <a:cubicBezTo>
                  <a:pt x="37902" y="0"/>
                  <a:pt x="40213" y="673"/>
                  <a:pt x="41825" y="2026"/>
                </a:cubicBezTo>
                <a:cubicBezTo>
                  <a:pt x="43436" y="3379"/>
                  <a:pt x="44246" y="5294"/>
                  <a:pt x="44246" y="7796"/>
                </a:cubicBezTo>
                <a:cubicBezTo>
                  <a:pt x="44246" y="10298"/>
                  <a:pt x="43436" y="12230"/>
                  <a:pt x="41825" y="13575"/>
                </a:cubicBezTo>
                <a:cubicBezTo>
                  <a:pt x="40213" y="14928"/>
                  <a:pt x="37902" y="15600"/>
                  <a:pt x="34882" y="15600"/>
                </a:cubicBezTo>
                <a:lnTo>
                  <a:pt x="30858" y="15600"/>
                </a:lnTo>
                <a:lnTo>
                  <a:pt x="30858" y="23889"/>
                </a:lnTo>
                <a:lnTo>
                  <a:pt x="24759" y="23889"/>
                </a:lnTo>
                <a:lnTo>
                  <a:pt x="24759" y="0"/>
                </a:lnTo>
                <a:close/>
                <a:moveTo>
                  <a:pt x="30858" y="4460"/>
                </a:moveTo>
                <a:lnTo>
                  <a:pt x="30858" y="11132"/>
                </a:lnTo>
                <a:lnTo>
                  <a:pt x="34232" y="11132"/>
                </a:lnTo>
                <a:cubicBezTo>
                  <a:pt x="35422" y="11132"/>
                  <a:pt x="36333" y="10843"/>
                  <a:pt x="36982" y="10264"/>
                </a:cubicBezTo>
                <a:cubicBezTo>
                  <a:pt x="37623" y="9685"/>
                  <a:pt x="37952" y="8860"/>
                  <a:pt x="37952" y="7796"/>
                </a:cubicBezTo>
                <a:cubicBezTo>
                  <a:pt x="37952" y="6724"/>
                  <a:pt x="37623" y="5907"/>
                  <a:pt x="36982" y="5328"/>
                </a:cubicBezTo>
                <a:cubicBezTo>
                  <a:pt x="36333" y="4749"/>
                  <a:pt x="35422" y="4460"/>
                  <a:pt x="34232" y="4460"/>
                </a:cubicBezTo>
                <a:lnTo>
                  <a:pt x="30858" y="4460"/>
                </a:lnTo>
                <a:close/>
              </a:path>
            </a:pathLst>
          </a:custGeom>
          <a:solidFill>
            <a:srgbClr val="7E57C2"/>
          </a:solidFill>
          <a:ln w="631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03" name="Freeform 1502">
            <a:extLst>
              <a:ext uri="{FF2B5EF4-FFF2-40B4-BE49-F238E27FC236}">
                <a16:creationId xmlns:a16="http://schemas.microsoft.com/office/drawing/2014/main" id="{04F98B19-5B3F-5B5F-AE87-9081CFCEAC7D}"/>
              </a:ext>
            </a:extLst>
          </p:cNvPr>
          <p:cNvSpPr>
            <a:spLocks noGrp="1"/>
          </p:cNvSpPr>
          <p:nvPr/>
        </p:nvSpPr>
        <p:spPr>
          <a:xfrm>
            <a:off x="1939805" y="4033647"/>
            <a:ext cx="106299" cy="28670"/>
          </a:xfrm>
          <a:custGeom>
            <a:avLst/>
            <a:gdLst/>
            <a:ahLst/>
            <a:cxnLst/>
            <a:rect l="l" t="t" r="r" b="b"/>
            <a:pathLst>
              <a:path w="95290" h="24791">
                <a:moveTo>
                  <a:pt x="0" y="434"/>
                </a:moveTo>
                <a:lnTo>
                  <a:pt x="6107" y="434"/>
                </a:lnTo>
                <a:lnTo>
                  <a:pt x="6107" y="9149"/>
                </a:lnTo>
                <a:lnTo>
                  <a:pt x="14906" y="434"/>
                </a:lnTo>
                <a:lnTo>
                  <a:pt x="21992" y="434"/>
                </a:lnTo>
                <a:lnTo>
                  <a:pt x="10587" y="11745"/>
                </a:lnTo>
                <a:lnTo>
                  <a:pt x="23165" y="24324"/>
                </a:lnTo>
                <a:lnTo>
                  <a:pt x="15522" y="24324"/>
                </a:lnTo>
                <a:lnTo>
                  <a:pt x="6107" y="14911"/>
                </a:lnTo>
                <a:lnTo>
                  <a:pt x="6107" y="24324"/>
                </a:lnTo>
                <a:lnTo>
                  <a:pt x="0" y="24324"/>
                </a:lnTo>
                <a:lnTo>
                  <a:pt x="0" y="434"/>
                </a:lnTo>
                <a:close/>
                <a:moveTo>
                  <a:pt x="25164" y="434"/>
                </a:moveTo>
                <a:lnTo>
                  <a:pt x="41639" y="434"/>
                </a:lnTo>
                <a:lnTo>
                  <a:pt x="41639" y="5090"/>
                </a:lnTo>
                <a:lnTo>
                  <a:pt x="31271" y="5090"/>
                </a:lnTo>
                <a:lnTo>
                  <a:pt x="31271" y="9541"/>
                </a:lnTo>
                <a:lnTo>
                  <a:pt x="41023" y="9541"/>
                </a:lnTo>
                <a:lnTo>
                  <a:pt x="41023" y="14196"/>
                </a:lnTo>
                <a:lnTo>
                  <a:pt x="31271" y="14196"/>
                </a:lnTo>
                <a:lnTo>
                  <a:pt x="31271" y="19668"/>
                </a:lnTo>
                <a:lnTo>
                  <a:pt x="41985" y="19668"/>
                </a:lnTo>
                <a:lnTo>
                  <a:pt x="41985" y="24324"/>
                </a:lnTo>
                <a:lnTo>
                  <a:pt x="25164" y="24324"/>
                </a:lnTo>
                <a:lnTo>
                  <a:pt x="25164" y="434"/>
                </a:lnTo>
                <a:close/>
                <a:moveTo>
                  <a:pt x="68633" y="22545"/>
                </a:moveTo>
                <a:cubicBezTo>
                  <a:pt x="67107" y="23294"/>
                  <a:pt x="65529" y="23856"/>
                  <a:pt x="63892" y="24230"/>
                </a:cubicBezTo>
                <a:cubicBezTo>
                  <a:pt x="62256" y="24605"/>
                  <a:pt x="60560" y="24792"/>
                  <a:pt x="58814" y="24792"/>
                </a:cubicBezTo>
                <a:cubicBezTo>
                  <a:pt x="54875" y="24792"/>
                  <a:pt x="51745" y="23677"/>
                  <a:pt x="49442" y="21447"/>
                </a:cubicBezTo>
                <a:cubicBezTo>
                  <a:pt x="47139" y="19226"/>
                  <a:pt x="45983" y="16213"/>
                  <a:pt x="45983" y="12400"/>
                </a:cubicBezTo>
                <a:cubicBezTo>
                  <a:pt x="45983" y="8553"/>
                  <a:pt x="47156" y="5524"/>
                  <a:pt x="49501" y="3319"/>
                </a:cubicBezTo>
                <a:cubicBezTo>
                  <a:pt x="51855" y="1106"/>
                  <a:pt x="55069" y="0"/>
                  <a:pt x="59152" y="0"/>
                </a:cubicBezTo>
                <a:cubicBezTo>
                  <a:pt x="60721" y="0"/>
                  <a:pt x="62231" y="153"/>
                  <a:pt x="63673" y="451"/>
                </a:cubicBezTo>
                <a:cubicBezTo>
                  <a:pt x="65116" y="749"/>
                  <a:pt x="66474" y="1192"/>
                  <a:pt x="67756" y="1779"/>
                </a:cubicBezTo>
                <a:lnTo>
                  <a:pt x="67756" y="6724"/>
                </a:lnTo>
                <a:cubicBezTo>
                  <a:pt x="66440" y="5966"/>
                  <a:pt x="65124" y="5404"/>
                  <a:pt x="63817" y="5030"/>
                </a:cubicBezTo>
                <a:cubicBezTo>
                  <a:pt x="62509" y="4655"/>
                  <a:pt x="61202" y="4468"/>
                  <a:pt x="59894" y="4468"/>
                </a:cubicBezTo>
                <a:cubicBezTo>
                  <a:pt x="57464" y="4468"/>
                  <a:pt x="55592" y="5158"/>
                  <a:pt x="54276" y="6528"/>
                </a:cubicBezTo>
                <a:cubicBezTo>
                  <a:pt x="52960" y="7898"/>
                  <a:pt x="52302" y="9855"/>
                  <a:pt x="52302" y="12400"/>
                </a:cubicBezTo>
                <a:cubicBezTo>
                  <a:pt x="52302" y="14928"/>
                  <a:pt x="52934" y="16885"/>
                  <a:pt x="54200" y="18264"/>
                </a:cubicBezTo>
                <a:cubicBezTo>
                  <a:pt x="55474" y="19634"/>
                  <a:pt x="57270" y="20323"/>
                  <a:pt x="59607" y="20323"/>
                </a:cubicBezTo>
                <a:cubicBezTo>
                  <a:pt x="60240" y="20323"/>
                  <a:pt x="60830" y="20281"/>
                  <a:pt x="61379" y="20204"/>
                </a:cubicBezTo>
                <a:cubicBezTo>
                  <a:pt x="61919" y="20128"/>
                  <a:pt x="62408" y="20000"/>
                  <a:pt x="62846" y="19830"/>
                </a:cubicBezTo>
                <a:lnTo>
                  <a:pt x="62846" y="15192"/>
                </a:lnTo>
                <a:lnTo>
                  <a:pt x="59118" y="15192"/>
                </a:lnTo>
                <a:lnTo>
                  <a:pt x="59118" y="11055"/>
                </a:lnTo>
                <a:lnTo>
                  <a:pt x="68633" y="11055"/>
                </a:lnTo>
                <a:lnTo>
                  <a:pt x="68633" y="22545"/>
                </a:lnTo>
                <a:close/>
                <a:moveTo>
                  <a:pt x="95290" y="22545"/>
                </a:moveTo>
                <a:cubicBezTo>
                  <a:pt x="93764" y="23294"/>
                  <a:pt x="92186" y="23856"/>
                  <a:pt x="90550" y="24230"/>
                </a:cubicBezTo>
                <a:cubicBezTo>
                  <a:pt x="88913" y="24605"/>
                  <a:pt x="87218" y="24792"/>
                  <a:pt x="85471" y="24792"/>
                </a:cubicBezTo>
                <a:cubicBezTo>
                  <a:pt x="81532" y="24792"/>
                  <a:pt x="78402" y="23677"/>
                  <a:pt x="76099" y="21447"/>
                </a:cubicBezTo>
                <a:cubicBezTo>
                  <a:pt x="73796" y="19226"/>
                  <a:pt x="72640" y="16213"/>
                  <a:pt x="72640" y="12400"/>
                </a:cubicBezTo>
                <a:cubicBezTo>
                  <a:pt x="72640" y="8553"/>
                  <a:pt x="73813" y="5524"/>
                  <a:pt x="76158" y="3319"/>
                </a:cubicBezTo>
                <a:cubicBezTo>
                  <a:pt x="78512" y="1106"/>
                  <a:pt x="81726" y="0"/>
                  <a:pt x="85809" y="0"/>
                </a:cubicBezTo>
                <a:cubicBezTo>
                  <a:pt x="87378" y="0"/>
                  <a:pt x="88888" y="153"/>
                  <a:pt x="90330" y="451"/>
                </a:cubicBezTo>
                <a:cubicBezTo>
                  <a:pt x="91773" y="749"/>
                  <a:pt x="93139" y="1192"/>
                  <a:pt x="94413" y="1779"/>
                </a:cubicBezTo>
                <a:lnTo>
                  <a:pt x="94413" y="6724"/>
                </a:lnTo>
                <a:cubicBezTo>
                  <a:pt x="93097" y="5966"/>
                  <a:pt x="91781" y="5404"/>
                  <a:pt x="90474" y="5030"/>
                </a:cubicBezTo>
                <a:cubicBezTo>
                  <a:pt x="89175" y="4655"/>
                  <a:pt x="87859" y="4468"/>
                  <a:pt x="86551" y="4468"/>
                </a:cubicBezTo>
                <a:cubicBezTo>
                  <a:pt x="84122" y="4468"/>
                  <a:pt x="82249" y="5158"/>
                  <a:pt x="80933" y="6528"/>
                </a:cubicBezTo>
                <a:cubicBezTo>
                  <a:pt x="79617" y="7898"/>
                  <a:pt x="78959" y="9855"/>
                  <a:pt x="78959" y="12400"/>
                </a:cubicBezTo>
                <a:cubicBezTo>
                  <a:pt x="78959" y="14928"/>
                  <a:pt x="79592" y="16885"/>
                  <a:pt x="80857" y="18264"/>
                </a:cubicBezTo>
                <a:cubicBezTo>
                  <a:pt x="82131" y="19634"/>
                  <a:pt x="83927" y="20323"/>
                  <a:pt x="86264" y="20323"/>
                </a:cubicBezTo>
                <a:cubicBezTo>
                  <a:pt x="86897" y="20323"/>
                  <a:pt x="87487" y="20281"/>
                  <a:pt x="88036" y="20204"/>
                </a:cubicBezTo>
                <a:cubicBezTo>
                  <a:pt x="88584" y="20128"/>
                  <a:pt x="89073" y="20000"/>
                  <a:pt x="89504" y="19830"/>
                </a:cubicBezTo>
                <a:lnTo>
                  <a:pt x="89504" y="15192"/>
                </a:lnTo>
                <a:lnTo>
                  <a:pt x="85775" y="15192"/>
                </a:lnTo>
                <a:lnTo>
                  <a:pt x="85775" y="11055"/>
                </a:lnTo>
                <a:lnTo>
                  <a:pt x="95290" y="11055"/>
                </a:lnTo>
                <a:lnTo>
                  <a:pt x="95290" y="22545"/>
                </a:lnTo>
                <a:close/>
              </a:path>
            </a:pathLst>
          </a:custGeom>
          <a:solidFill>
            <a:srgbClr val="FFA726"/>
          </a:solidFill>
          <a:ln w="631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04" name="TextBox 1503">
            <a:extLst>
              <a:ext uri="{FF2B5EF4-FFF2-40B4-BE49-F238E27FC236}">
                <a16:creationId xmlns:a16="http://schemas.microsoft.com/office/drawing/2014/main" id="{F781D071-3B98-B037-46A2-DD2699E9D203}"/>
              </a:ext>
            </a:extLst>
          </p:cNvPr>
          <p:cNvSpPr>
            <a:spLocks noGrp="1"/>
          </p:cNvSpPr>
          <p:nvPr/>
        </p:nvSpPr>
        <p:spPr>
          <a:xfrm>
            <a:off x="1087908" y="3188367"/>
            <a:ext cx="67172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00">
                <a:solidFill>
                  <a:schemeClr val="bg1">
                    <a:lumMod val="65000"/>
                  </a:schemeClr>
                </a:solidFill>
              </a:rPr>
              <a:t>Pass rate (%)</a:t>
            </a:r>
          </a:p>
        </p:txBody>
      </p:sp>
      <p:sp>
        <p:nvSpPr>
          <p:cNvPr id="1505" name="TextBox 1504">
            <a:extLst>
              <a:ext uri="{FF2B5EF4-FFF2-40B4-BE49-F238E27FC236}">
                <a16:creationId xmlns:a16="http://schemas.microsoft.com/office/drawing/2014/main" id="{41B68F9E-FFEB-3457-64DB-A168CD3560D3}"/>
              </a:ext>
            </a:extLst>
          </p:cNvPr>
          <p:cNvSpPr>
            <a:spLocks noGrp="1"/>
          </p:cNvSpPr>
          <p:nvPr/>
        </p:nvSpPr>
        <p:spPr>
          <a:xfrm>
            <a:off x="1812635" y="3195264"/>
            <a:ext cx="1241089" cy="27432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/>
          <a:p>
            <a:pPr algn="ctr">
              <a:buNone/>
            </a:pPr>
            <a:r>
              <a:rPr sz="600">
                <a:solidFill>
                  <a:schemeClr val="bg1">
                    <a:lumMod val="65000"/>
                  </a:schemeClr>
                </a:solidFill>
              </a:rPr>
              <a:t>Generated hypothesis examples </a:t>
            </a:r>
          </a:p>
        </p:txBody>
      </p:sp>
      <p:sp>
        <p:nvSpPr>
          <p:cNvPr id="1506" name="TextBox 1505">
            <a:extLst>
              <a:ext uri="{FF2B5EF4-FFF2-40B4-BE49-F238E27FC236}">
                <a16:creationId xmlns:a16="http://schemas.microsoft.com/office/drawing/2014/main" id="{31019F12-AA53-4D77-63DF-B91C36A7A612}"/>
              </a:ext>
            </a:extLst>
          </p:cNvPr>
          <p:cNvSpPr>
            <a:spLocks noGrp="1"/>
          </p:cNvSpPr>
          <p:nvPr/>
        </p:nvSpPr>
        <p:spPr>
          <a:xfrm>
            <a:off x="1184176" y="3446731"/>
            <a:ext cx="762000" cy="169259"/>
          </a:xfrm>
          <a:prstGeom prst="rect">
            <a:avLst/>
          </a:prstGeom>
          <a:noFill/>
        </p:spPr>
        <p:txBody>
          <a:bodyPr wrap="square" lIns="91440" tIns="45720" rIns="0" bIns="45720">
            <a:spAutoFit/>
          </a:bodyPr>
          <a:lstStyle/>
          <a:p>
            <a:r>
              <a:rPr sz="500"/>
              <a:t>GO:BP 2/12 (17%) </a:t>
            </a:r>
          </a:p>
        </p:txBody>
      </p:sp>
      <p:sp>
        <p:nvSpPr>
          <p:cNvPr id="1507" name="TextBox 1506">
            <a:extLst>
              <a:ext uri="{FF2B5EF4-FFF2-40B4-BE49-F238E27FC236}">
                <a16:creationId xmlns:a16="http://schemas.microsoft.com/office/drawing/2014/main" id="{354CC696-38EB-19A9-11E9-876EB301977F}"/>
              </a:ext>
            </a:extLst>
          </p:cNvPr>
          <p:cNvSpPr>
            <a:spLocks noGrp="1"/>
          </p:cNvSpPr>
          <p:nvPr/>
        </p:nvSpPr>
        <p:spPr>
          <a:xfrm>
            <a:off x="1181269" y="3582844"/>
            <a:ext cx="762000" cy="169259"/>
          </a:xfrm>
          <a:prstGeom prst="rect">
            <a:avLst/>
          </a:prstGeom>
          <a:noFill/>
        </p:spPr>
        <p:txBody>
          <a:bodyPr wrap="square" lIns="91440" tIns="45720" rIns="0" bIns="45720">
            <a:spAutoFit/>
          </a:bodyPr>
          <a:lstStyle/>
          <a:p>
            <a:r>
              <a:rPr sz="500"/>
              <a:t>GO:MF 1/6 (17%) </a:t>
            </a:r>
          </a:p>
        </p:txBody>
      </p:sp>
      <p:sp>
        <p:nvSpPr>
          <p:cNvPr id="1508" name="TextBox 1507">
            <a:extLst>
              <a:ext uri="{FF2B5EF4-FFF2-40B4-BE49-F238E27FC236}">
                <a16:creationId xmlns:a16="http://schemas.microsoft.com/office/drawing/2014/main" id="{2A555415-BB91-D923-3072-225B554DB0C1}"/>
              </a:ext>
            </a:extLst>
          </p:cNvPr>
          <p:cNvSpPr>
            <a:spLocks noGrp="1"/>
          </p:cNvSpPr>
          <p:nvPr/>
        </p:nvSpPr>
        <p:spPr>
          <a:xfrm>
            <a:off x="1177888" y="3718226"/>
            <a:ext cx="762000" cy="169259"/>
          </a:xfrm>
          <a:prstGeom prst="rect">
            <a:avLst/>
          </a:prstGeom>
          <a:noFill/>
        </p:spPr>
        <p:txBody>
          <a:bodyPr wrap="square" lIns="91440" tIns="45720" rIns="0" bIns="45720">
            <a:spAutoFit/>
          </a:bodyPr>
          <a:lstStyle/>
          <a:p>
            <a:r>
              <a:rPr sz="500"/>
              <a:t>GO:CC 0/5 (0%) </a:t>
            </a:r>
          </a:p>
        </p:txBody>
      </p:sp>
      <p:sp>
        <p:nvSpPr>
          <p:cNvPr id="1509" name="TextBox 1508">
            <a:extLst>
              <a:ext uri="{FF2B5EF4-FFF2-40B4-BE49-F238E27FC236}">
                <a16:creationId xmlns:a16="http://schemas.microsoft.com/office/drawing/2014/main" id="{FF7FF0EE-A2BE-A540-B2D5-6A572CCDCCB0}"/>
              </a:ext>
            </a:extLst>
          </p:cNvPr>
          <p:cNvSpPr>
            <a:spLocks noGrp="1"/>
          </p:cNvSpPr>
          <p:nvPr/>
        </p:nvSpPr>
        <p:spPr>
          <a:xfrm>
            <a:off x="1183990" y="3849895"/>
            <a:ext cx="762000" cy="169259"/>
          </a:xfrm>
          <a:prstGeom prst="rect">
            <a:avLst/>
          </a:prstGeom>
          <a:noFill/>
        </p:spPr>
        <p:txBody>
          <a:bodyPr wrap="square" lIns="91440" tIns="45720" rIns="0" bIns="45720">
            <a:spAutoFit/>
          </a:bodyPr>
          <a:lstStyle/>
          <a:p>
            <a:r>
              <a:rPr sz="500"/>
              <a:t>KEGG 0/2 (0%) </a:t>
            </a:r>
          </a:p>
        </p:txBody>
      </p:sp>
      <p:sp>
        <p:nvSpPr>
          <p:cNvPr id="1510" name="TextBox 1509">
            <a:extLst>
              <a:ext uri="{FF2B5EF4-FFF2-40B4-BE49-F238E27FC236}">
                <a16:creationId xmlns:a16="http://schemas.microsoft.com/office/drawing/2014/main" id="{265D21A1-3457-1055-9AA9-AC2D3A5D5481}"/>
              </a:ext>
            </a:extLst>
          </p:cNvPr>
          <p:cNvSpPr>
            <a:spLocks noGrp="1"/>
          </p:cNvSpPr>
          <p:nvPr/>
        </p:nvSpPr>
        <p:spPr>
          <a:xfrm>
            <a:off x="1178986" y="3985926"/>
            <a:ext cx="762000" cy="169259"/>
          </a:xfrm>
          <a:prstGeom prst="rect">
            <a:avLst/>
          </a:prstGeom>
          <a:noFill/>
        </p:spPr>
        <p:txBody>
          <a:bodyPr wrap="square" lIns="91440" tIns="45720" rIns="0" bIns="45720">
            <a:spAutoFit/>
          </a:bodyPr>
          <a:lstStyle/>
          <a:p>
            <a:r>
              <a:rPr sz="500"/>
              <a:t>REAC 0/3 (0%) </a:t>
            </a:r>
          </a:p>
        </p:txBody>
      </p:sp>
      <p:sp>
        <p:nvSpPr>
          <p:cNvPr id="1511" name="TextBox 1510">
            <a:extLst>
              <a:ext uri="{FF2B5EF4-FFF2-40B4-BE49-F238E27FC236}">
                <a16:creationId xmlns:a16="http://schemas.microsoft.com/office/drawing/2014/main" id="{917A4B3E-85E3-9463-02B6-C7B73AC430EE}"/>
              </a:ext>
            </a:extLst>
          </p:cNvPr>
          <p:cNvSpPr>
            <a:spLocks noGrp="1"/>
          </p:cNvSpPr>
          <p:nvPr/>
        </p:nvSpPr>
        <p:spPr>
          <a:xfrm>
            <a:off x="2016354" y="3407579"/>
            <a:ext cx="1047275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GO:0001775: cell activation (✓)</a:t>
            </a:r>
          </a:p>
        </p:txBody>
      </p:sp>
      <p:sp>
        <p:nvSpPr>
          <p:cNvPr id="1512" name="TextBox 1511">
            <a:extLst>
              <a:ext uri="{FF2B5EF4-FFF2-40B4-BE49-F238E27FC236}">
                <a16:creationId xmlns:a16="http://schemas.microsoft.com/office/drawing/2014/main" id="{99995416-017C-A2CB-57AB-88C034F886A6}"/>
              </a:ext>
            </a:extLst>
          </p:cNvPr>
          <p:cNvSpPr>
            <a:spLocks noGrp="1"/>
          </p:cNvSpPr>
          <p:nvPr/>
        </p:nvSpPr>
        <p:spPr>
          <a:xfrm>
            <a:off x="2014859" y="3547496"/>
            <a:ext cx="945804" cy="21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/>
              <a:t>GO:0004930: G protein-coupled receptor activity (✓)</a:t>
            </a:r>
          </a:p>
        </p:txBody>
      </p:sp>
      <p:sp>
        <p:nvSpPr>
          <p:cNvPr id="1513" name="TextBox 1512">
            <a:extLst>
              <a:ext uri="{FF2B5EF4-FFF2-40B4-BE49-F238E27FC236}">
                <a16:creationId xmlns:a16="http://schemas.microsoft.com/office/drawing/2014/main" id="{25136149-78BB-74F2-5334-28A2CF64DEE9}"/>
              </a:ext>
            </a:extLst>
          </p:cNvPr>
          <p:cNvSpPr>
            <a:spLocks noGrp="1"/>
          </p:cNvSpPr>
          <p:nvPr/>
        </p:nvSpPr>
        <p:spPr>
          <a:xfrm>
            <a:off x="2017571" y="3694558"/>
            <a:ext cx="815831" cy="21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GO:0016607: nuclear speck (✗)</a:t>
            </a:r>
          </a:p>
        </p:txBody>
      </p:sp>
      <p:sp>
        <p:nvSpPr>
          <p:cNvPr id="1514" name="TextBox 1513">
            <a:extLst>
              <a:ext uri="{FF2B5EF4-FFF2-40B4-BE49-F238E27FC236}">
                <a16:creationId xmlns:a16="http://schemas.microsoft.com/office/drawing/2014/main" id="{7CBB443B-D067-E1DE-6D40-6256873704C8}"/>
              </a:ext>
            </a:extLst>
          </p:cNvPr>
          <p:cNvSpPr>
            <a:spLocks noGrp="1"/>
          </p:cNvSpPr>
          <p:nvPr/>
        </p:nvSpPr>
        <p:spPr>
          <a:xfrm>
            <a:off x="2019378" y="3836943"/>
            <a:ext cx="938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GO:0006914: autophagy (✗)</a:t>
            </a:r>
          </a:p>
        </p:txBody>
      </p:sp>
      <p:sp>
        <p:nvSpPr>
          <p:cNvPr id="1515" name="TextBox 1514">
            <a:extLst>
              <a:ext uri="{FF2B5EF4-FFF2-40B4-BE49-F238E27FC236}">
                <a16:creationId xmlns:a16="http://schemas.microsoft.com/office/drawing/2014/main" id="{DAFEB85C-16EF-7099-718A-F4C65B367A61}"/>
              </a:ext>
            </a:extLst>
          </p:cNvPr>
          <p:cNvSpPr>
            <a:spLocks noGrp="1"/>
          </p:cNvSpPr>
          <p:nvPr/>
        </p:nvSpPr>
        <p:spPr>
          <a:xfrm>
            <a:off x="2064233" y="3977597"/>
            <a:ext cx="8026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hsa04144: Endocytosis (✗)</a:t>
            </a:r>
          </a:p>
        </p:txBody>
      </p:sp>
      <p:sp>
        <p:nvSpPr>
          <p:cNvPr id="1523" name="Freeform 1522">
            <a:extLst>
              <a:ext uri="{FF2B5EF4-FFF2-40B4-BE49-F238E27FC236}">
                <a16:creationId xmlns:a16="http://schemas.microsoft.com/office/drawing/2014/main" id="{3328BAFD-016E-68B6-3E54-545EFCC67D48}"/>
              </a:ext>
            </a:extLst>
          </p:cNvPr>
          <p:cNvSpPr>
            <a:spLocks noGrp="1"/>
          </p:cNvSpPr>
          <p:nvPr/>
        </p:nvSpPr>
        <p:spPr>
          <a:xfrm>
            <a:off x="501677" y="3466583"/>
            <a:ext cx="507337" cy="485043"/>
          </a:xfrm>
          <a:custGeom>
            <a:avLst/>
            <a:gdLst/>
            <a:ahLst/>
            <a:cxnLst/>
            <a:rect l="l" t="t" r="r" b="b"/>
            <a:pathLst>
              <a:path w="329315" h="332228">
                <a:moveTo>
                  <a:pt x="329316" y="166118"/>
                </a:moveTo>
                <a:cubicBezTo>
                  <a:pt x="329316" y="144306"/>
                  <a:pt x="325056" y="122697"/>
                  <a:pt x="316780" y="102544"/>
                </a:cubicBezTo>
                <a:cubicBezTo>
                  <a:pt x="308505" y="82391"/>
                  <a:pt x="296374" y="64076"/>
                  <a:pt x="281088" y="48655"/>
                </a:cubicBezTo>
                <a:cubicBezTo>
                  <a:pt x="265794" y="33234"/>
                  <a:pt x="247640" y="20996"/>
                  <a:pt x="227665" y="12646"/>
                </a:cubicBezTo>
                <a:cubicBezTo>
                  <a:pt x="207689" y="4297"/>
                  <a:pt x="186279" y="0"/>
                  <a:pt x="164658" y="0"/>
                </a:cubicBezTo>
                <a:cubicBezTo>
                  <a:pt x="143037" y="0"/>
                  <a:pt x="121618" y="4297"/>
                  <a:pt x="101643" y="12646"/>
                </a:cubicBezTo>
                <a:cubicBezTo>
                  <a:pt x="81667" y="20996"/>
                  <a:pt x="63521" y="33234"/>
                  <a:pt x="48227" y="48655"/>
                </a:cubicBezTo>
                <a:cubicBezTo>
                  <a:pt x="32942" y="64076"/>
                  <a:pt x="20811" y="82391"/>
                  <a:pt x="12535" y="102544"/>
                </a:cubicBezTo>
                <a:cubicBezTo>
                  <a:pt x="4260" y="122697"/>
                  <a:pt x="0" y="144306"/>
                  <a:pt x="0" y="166118"/>
                </a:cubicBezTo>
                <a:cubicBezTo>
                  <a:pt x="0" y="187931"/>
                  <a:pt x="4260" y="209531"/>
                  <a:pt x="12535" y="229684"/>
                </a:cubicBezTo>
                <a:cubicBezTo>
                  <a:pt x="20811" y="249837"/>
                  <a:pt x="32942" y="268152"/>
                  <a:pt x="48227" y="283573"/>
                </a:cubicBezTo>
                <a:cubicBezTo>
                  <a:pt x="63521" y="299003"/>
                  <a:pt x="81667" y="311241"/>
                  <a:pt x="101643" y="319591"/>
                </a:cubicBezTo>
                <a:cubicBezTo>
                  <a:pt x="121618" y="327931"/>
                  <a:pt x="143037" y="332229"/>
                  <a:pt x="164658" y="332229"/>
                </a:cubicBezTo>
                <a:cubicBezTo>
                  <a:pt x="186279" y="332229"/>
                  <a:pt x="207689" y="327931"/>
                  <a:pt x="227665" y="319591"/>
                </a:cubicBezTo>
                <a:cubicBezTo>
                  <a:pt x="247640" y="311241"/>
                  <a:pt x="265794" y="299003"/>
                  <a:pt x="281088" y="283573"/>
                </a:cubicBezTo>
                <a:cubicBezTo>
                  <a:pt x="296374" y="268152"/>
                  <a:pt x="308505" y="249837"/>
                  <a:pt x="316780" y="229684"/>
                </a:cubicBezTo>
                <a:cubicBezTo>
                  <a:pt x="325056" y="209531"/>
                  <a:pt x="329316" y="187931"/>
                  <a:pt x="329316" y="166118"/>
                </a:cubicBezTo>
                <a:moveTo>
                  <a:pt x="164658" y="166118"/>
                </a:move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</a:path>
            </a:pathLst>
          </a:custGeom>
          <a:solidFill>
            <a:srgbClr val="FFFFFF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24" name="Freeform 1523">
            <a:extLst>
              <a:ext uri="{FF2B5EF4-FFF2-40B4-BE49-F238E27FC236}">
                <a16:creationId xmlns:a16="http://schemas.microsoft.com/office/drawing/2014/main" id="{C91C643C-8FCA-23A7-5FF1-0ABF12F96FE8}"/>
              </a:ext>
            </a:extLst>
          </p:cNvPr>
          <p:cNvSpPr>
            <a:spLocks noGrp="1"/>
          </p:cNvSpPr>
          <p:nvPr/>
        </p:nvSpPr>
        <p:spPr>
          <a:xfrm>
            <a:off x="501682" y="3466624"/>
            <a:ext cx="507302" cy="485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41500"/>
                </a:moveTo>
                <a:lnTo>
                  <a:pt x="58084" y="47373"/>
                </a:lnTo>
                <a:lnTo>
                  <a:pt x="50000" y="50000"/>
                </a:lnTo>
                <a:lnTo>
                  <a:pt x="50000" y="50000"/>
                </a:lnTo>
                <a:lnTo>
                  <a:pt x="50000" y="50000"/>
                </a:lnTo>
                <a:close/>
              </a:path>
            </a:pathLst>
          </a:custGeom>
          <a:solidFill>
            <a:srgbClr val="C0392B">
              <a:alpha val="18000"/>
            </a:srgbClr>
          </a:solidFill>
          <a:ln w="8422">
            <a:solidFill>
              <a:srgbClr val="C0392B">
                <a:alpha val="18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40" name="Freeform 1539">
            <a:extLst>
              <a:ext uri="{FF2B5EF4-FFF2-40B4-BE49-F238E27FC236}">
                <a16:creationId xmlns:a16="http://schemas.microsoft.com/office/drawing/2014/main" id="{A6D8E239-B4D8-38BC-4410-3B89B3AD172C}"/>
              </a:ext>
            </a:extLst>
          </p:cNvPr>
          <p:cNvSpPr>
            <a:spLocks noGrp="1"/>
          </p:cNvSpPr>
          <p:nvPr/>
        </p:nvSpPr>
        <p:spPr>
          <a:xfrm>
            <a:off x="755347" y="3466583"/>
            <a:ext cx="12994" cy="242527"/>
          </a:xfrm>
          <a:custGeom>
            <a:avLst/>
            <a:gdLst/>
            <a:ahLst/>
            <a:cxnLst/>
            <a:rect l="l" t="t" r="r" b="b"/>
            <a:pathLst>
              <a:path w="8435" h="166118">
                <a:moveTo>
                  <a:pt x="0" y="166118"/>
                </a:moveTo>
                <a:lnTo>
                  <a:pt x="0" y="0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41" name="Freeform 1540">
            <a:extLst>
              <a:ext uri="{FF2B5EF4-FFF2-40B4-BE49-F238E27FC236}">
                <a16:creationId xmlns:a16="http://schemas.microsoft.com/office/drawing/2014/main" id="{A350CAF6-6726-2DC8-5B07-F177156BBAB2}"/>
              </a:ext>
            </a:extLst>
          </p:cNvPr>
          <p:cNvSpPr>
            <a:spLocks noGrp="1"/>
          </p:cNvSpPr>
          <p:nvPr/>
        </p:nvSpPr>
        <p:spPr>
          <a:xfrm>
            <a:off x="755347" y="3634163"/>
            <a:ext cx="241244" cy="74947"/>
          </a:xfrm>
          <a:custGeom>
            <a:avLst/>
            <a:gdLst/>
            <a:ahLst/>
            <a:cxnLst/>
            <a:rect l="l" t="t" r="r" b="b"/>
            <a:pathLst>
              <a:path w="156593" h="51335">
                <a:moveTo>
                  <a:pt x="0" y="51336"/>
                </a:moveTo>
                <a:lnTo>
                  <a:pt x="156593" y="0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42" name="Freeform 1541">
            <a:extLst>
              <a:ext uri="{FF2B5EF4-FFF2-40B4-BE49-F238E27FC236}">
                <a16:creationId xmlns:a16="http://schemas.microsoft.com/office/drawing/2014/main" id="{3B267E88-CC74-ECB7-3FC0-DFB36A2198A1}"/>
              </a:ext>
            </a:extLst>
          </p:cNvPr>
          <p:cNvSpPr>
            <a:spLocks noGrp="1"/>
          </p:cNvSpPr>
          <p:nvPr/>
        </p:nvSpPr>
        <p:spPr>
          <a:xfrm>
            <a:off x="755347" y="3709113"/>
            <a:ext cx="149102" cy="196207"/>
          </a:xfrm>
          <a:custGeom>
            <a:avLst/>
            <a:gdLst/>
            <a:ahLst/>
            <a:cxnLst/>
            <a:rect l="l" t="t" r="r" b="b"/>
            <a:pathLst>
              <a:path w="96783" h="134391">
                <a:moveTo>
                  <a:pt x="0" y="0"/>
                </a:moveTo>
                <a:lnTo>
                  <a:pt x="96784" y="134391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43" name="Freeform 1542">
            <a:extLst>
              <a:ext uri="{FF2B5EF4-FFF2-40B4-BE49-F238E27FC236}">
                <a16:creationId xmlns:a16="http://schemas.microsoft.com/office/drawing/2014/main" id="{98CB161E-FD67-31FD-37C2-645E780FEA4E}"/>
              </a:ext>
            </a:extLst>
          </p:cNvPr>
          <p:cNvSpPr>
            <a:spLocks noGrp="1"/>
          </p:cNvSpPr>
          <p:nvPr/>
        </p:nvSpPr>
        <p:spPr>
          <a:xfrm>
            <a:off x="606243" y="3709113"/>
            <a:ext cx="149102" cy="196207"/>
          </a:xfrm>
          <a:custGeom>
            <a:avLst/>
            <a:gdLst/>
            <a:ahLst/>
            <a:cxnLst/>
            <a:rect l="l" t="t" r="r" b="b"/>
            <a:pathLst>
              <a:path w="96783" h="134391">
                <a:moveTo>
                  <a:pt x="96784" y="0"/>
                </a:moveTo>
                <a:lnTo>
                  <a:pt x="0" y="134391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44" name="Freeform 1543">
            <a:extLst>
              <a:ext uri="{FF2B5EF4-FFF2-40B4-BE49-F238E27FC236}">
                <a16:creationId xmlns:a16="http://schemas.microsoft.com/office/drawing/2014/main" id="{226F1674-50BA-95F6-D70F-09B51D98070A}"/>
              </a:ext>
            </a:extLst>
          </p:cNvPr>
          <p:cNvSpPr>
            <a:spLocks noGrp="1"/>
          </p:cNvSpPr>
          <p:nvPr/>
        </p:nvSpPr>
        <p:spPr>
          <a:xfrm>
            <a:off x="514101" y="3634163"/>
            <a:ext cx="241244" cy="74947"/>
          </a:xfrm>
          <a:custGeom>
            <a:avLst/>
            <a:gdLst/>
            <a:ahLst/>
            <a:cxnLst/>
            <a:rect l="l" t="t" r="r" b="b"/>
            <a:pathLst>
              <a:path w="156593" h="51335">
                <a:moveTo>
                  <a:pt x="156593" y="51336"/>
                </a:moveTo>
                <a:lnTo>
                  <a:pt x="0" y="0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38" name="Freeform 1537">
            <a:extLst>
              <a:ext uri="{FF2B5EF4-FFF2-40B4-BE49-F238E27FC236}">
                <a16:creationId xmlns:a16="http://schemas.microsoft.com/office/drawing/2014/main" id="{D4E66942-60BD-5344-B8B4-A9F2F794E15E}"/>
              </a:ext>
            </a:extLst>
          </p:cNvPr>
          <p:cNvSpPr>
            <a:spLocks noGrp="1"/>
          </p:cNvSpPr>
          <p:nvPr/>
        </p:nvSpPr>
        <p:spPr>
          <a:xfrm>
            <a:off x="628518" y="3587841"/>
            <a:ext cx="253655" cy="242527"/>
          </a:xfrm>
          <a:custGeom>
            <a:avLst/>
            <a:gdLst/>
            <a:ahLst/>
            <a:cxnLst/>
            <a:rect l="l" t="t" r="r" b="b"/>
            <a:pathLst>
              <a:path w="164649" h="166118">
                <a:moveTo>
                  <a:pt x="82325" y="0"/>
                </a:moveTo>
                <a:cubicBezTo>
                  <a:pt x="93131" y="0"/>
                  <a:pt x="103844" y="2153"/>
                  <a:pt x="113832" y="6323"/>
                </a:cubicBezTo>
                <a:cubicBezTo>
                  <a:pt x="123820" y="10502"/>
                  <a:pt x="132897" y="16621"/>
                  <a:pt x="140540" y="24332"/>
                </a:cubicBezTo>
                <a:cubicBezTo>
                  <a:pt x="148183" y="32043"/>
                  <a:pt x="154248" y="41200"/>
                  <a:pt x="158382" y="51277"/>
                </a:cubicBezTo>
                <a:cubicBezTo>
                  <a:pt x="162524" y="61353"/>
                  <a:pt x="164649" y="72153"/>
                  <a:pt x="164649" y="83064"/>
                </a:cubicBezTo>
                <a:cubicBezTo>
                  <a:pt x="164649" y="93966"/>
                  <a:pt x="162524" y="104766"/>
                  <a:pt x="158382" y="114842"/>
                </a:cubicBezTo>
                <a:cubicBezTo>
                  <a:pt x="154248" y="124919"/>
                  <a:pt x="148183" y="134076"/>
                  <a:pt x="140540" y="141795"/>
                </a:cubicBezTo>
                <a:cubicBezTo>
                  <a:pt x="132897" y="149506"/>
                  <a:pt x="123820" y="155625"/>
                  <a:pt x="113832" y="159795"/>
                </a:cubicBezTo>
                <a:cubicBezTo>
                  <a:pt x="103844" y="163974"/>
                  <a:pt x="93131" y="166118"/>
                  <a:pt x="82325" y="166118"/>
                </a:cubicBezTo>
                <a:cubicBezTo>
                  <a:pt x="71510" y="166118"/>
                  <a:pt x="60805" y="163974"/>
                  <a:pt x="50817" y="159795"/>
                </a:cubicBezTo>
                <a:cubicBezTo>
                  <a:pt x="40829" y="155625"/>
                  <a:pt x="31752" y="149506"/>
                  <a:pt x="24109" y="141795"/>
                </a:cubicBezTo>
                <a:cubicBezTo>
                  <a:pt x="16467" y="134076"/>
                  <a:pt x="10401" y="124919"/>
                  <a:pt x="6259" y="114842"/>
                </a:cubicBezTo>
                <a:cubicBezTo>
                  <a:pt x="2126" y="104766"/>
                  <a:pt x="0" y="93966"/>
                  <a:pt x="0" y="83064"/>
                </a:cubicBezTo>
                <a:cubicBezTo>
                  <a:pt x="0" y="72153"/>
                  <a:pt x="2126" y="61353"/>
                  <a:pt x="6259" y="51277"/>
                </a:cubicBezTo>
                <a:cubicBezTo>
                  <a:pt x="10401" y="41200"/>
                  <a:pt x="16467" y="32043"/>
                  <a:pt x="24109" y="24332"/>
                </a:cubicBezTo>
                <a:cubicBezTo>
                  <a:pt x="31752" y="16621"/>
                  <a:pt x="40829" y="10502"/>
                  <a:pt x="50817" y="6323"/>
                </a:cubicBezTo>
                <a:cubicBezTo>
                  <a:pt x="60805" y="2153"/>
                  <a:pt x="71510" y="0"/>
                  <a:pt x="82325" y="0"/>
                </a:cubicBez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39" name="Freeform 1538">
            <a:extLst>
              <a:ext uri="{FF2B5EF4-FFF2-40B4-BE49-F238E27FC236}">
                <a16:creationId xmlns:a16="http://schemas.microsoft.com/office/drawing/2014/main" id="{384E5A65-380D-92D3-8F86-E1598CA9B4B0}"/>
              </a:ext>
            </a:extLst>
          </p:cNvPr>
          <p:cNvSpPr>
            <a:spLocks noGrp="1"/>
          </p:cNvSpPr>
          <p:nvPr/>
        </p:nvSpPr>
        <p:spPr>
          <a:xfrm>
            <a:off x="803886" y="3559661"/>
            <a:ext cx="46941" cy="30081"/>
          </a:xfrm>
          <a:custGeom>
            <a:avLst/>
            <a:gdLst/>
            <a:ahLst/>
            <a:cxnLst/>
            <a:rect l="l" t="t" r="r" b="b"/>
            <a:pathLst>
              <a:path w="30470" h="20604">
                <a:moveTo>
                  <a:pt x="827" y="357"/>
                </a:moveTo>
                <a:lnTo>
                  <a:pt x="11279" y="357"/>
                </a:lnTo>
                <a:lnTo>
                  <a:pt x="11279" y="2621"/>
                </a:lnTo>
                <a:lnTo>
                  <a:pt x="3265" y="2621"/>
                </a:lnTo>
                <a:lnTo>
                  <a:pt x="3265" y="7489"/>
                </a:lnTo>
                <a:cubicBezTo>
                  <a:pt x="3653" y="7353"/>
                  <a:pt x="4032" y="7251"/>
                  <a:pt x="4420" y="7192"/>
                </a:cubicBezTo>
                <a:cubicBezTo>
                  <a:pt x="4808" y="7123"/>
                  <a:pt x="5196" y="7089"/>
                  <a:pt x="5584" y="7089"/>
                </a:cubicBezTo>
                <a:cubicBezTo>
                  <a:pt x="7778" y="7089"/>
                  <a:pt x="9524" y="7702"/>
                  <a:pt x="10806" y="8911"/>
                </a:cubicBezTo>
                <a:cubicBezTo>
                  <a:pt x="12089" y="10128"/>
                  <a:pt x="12730" y="11770"/>
                  <a:pt x="12730" y="13847"/>
                </a:cubicBezTo>
                <a:cubicBezTo>
                  <a:pt x="12730" y="15983"/>
                  <a:pt x="12072" y="17642"/>
                  <a:pt x="10756" y="18825"/>
                </a:cubicBezTo>
                <a:cubicBezTo>
                  <a:pt x="9431" y="20009"/>
                  <a:pt x="7575" y="20604"/>
                  <a:pt x="5180" y="20604"/>
                </a:cubicBezTo>
                <a:cubicBezTo>
                  <a:pt x="4353" y="20604"/>
                  <a:pt x="3509" y="20527"/>
                  <a:pt x="2649" y="20391"/>
                </a:cubicBezTo>
                <a:cubicBezTo>
                  <a:pt x="1797" y="20247"/>
                  <a:pt x="911" y="20034"/>
                  <a:pt x="0" y="19753"/>
                </a:cubicBezTo>
                <a:lnTo>
                  <a:pt x="0" y="17047"/>
                </a:lnTo>
                <a:cubicBezTo>
                  <a:pt x="784" y="17481"/>
                  <a:pt x="1603" y="17804"/>
                  <a:pt x="2446" y="18017"/>
                </a:cubicBezTo>
                <a:cubicBezTo>
                  <a:pt x="3290" y="18230"/>
                  <a:pt x="4184" y="18341"/>
                  <a:pt x="5120" y="18341"/>
                </a:cubicBezTo>
                <a:cubicBezTo>
                  <a:pt x="6639" y="18341"/>
                  <a:pt x="7845" y="17932"/>
                  <a:pt x="8731" y="17132"/>
                </a:cubicBezTo>
                <a:cubicBezTo>
                  <a:pt x="9617" y="16324"/>
                  <a:pt x="10064" y="15225"/>
                  <a:pt x="10064" y="13847"/>
                </a:cubicBezTo>
                <a:cubicBezTo>
                  <a:pt x="10064" y="12459"/>
                  <a:pt x="9617" y="11370"/>
                  <a:pt x="8731" y="10562"/>
                </a:cubicBezTo>
                <a:cubicBezTo>
                  <a:pt x="7845" y="9753"/>
                  <a:pt x="6639" y="9353"/>
                  <a:pt x="5120" y="9353"/>
                </a:cubicBezTo>
                <a:cubicBezTo>
                  <a:pt x="4412" y="9353"/>
                  <a:pt x="3703" y="9430"/>
                  <a:pt x="2995" y="9592"/>
                </a:cubicBezTo>
                <a:cubicBezTo>
                  <a:pt x="2286" y="9745"/>
                  <a:pt x="1561" y="10000"/>
                  <a:pt x="827" y="10332"/>
                </a:cubicBezTo>
                <a:lnTo>
                  <a:pt x="827" y="357"/>
                </a:lnTo>
                <a:close/>
                <a:moveTo>
                  <a:pt x="23671" y="2128"/>
                </a:moveTo>
                <a:cubicBezTo>
                  <a:pt x="22296" y="2128"/>
                  <a:pt x="21267" y="2809"/>
                  <a:pt x="20575" y="4170"/>
                </a:cubicBezTo>
                <a:cubicBezTo>
                  <a:pt x="19883" y="5532"/>
                  <a:pt x="19546" y="7575"/>
                  <a:pt x="19546" y="10306"/>
                </a:cubicBezTo>
                <a:cubicBezTo>
                  <a:pt x="19546" y="13030"/>
                  <a:pt x="19883" y="15072"/>
                  <a:pt x="20575" y="16434"/>
                </a:cubicBezTo>
                <a:cubicBezTo>
                  <a:pt x="21267" y="17796"/>
                  <a:pt x="22296" y="18477"/>
                  <a:pt x="23671" y="18477"/>
                </a:cubicBezTo>
                <a:cubicBezTo>
                  <a:pt x="25046" y="18477"/>
                  <a:pt x="26084" y="17796"/>
                  <a:pt x="26775" y="16434"/>
                </a:cubicBezTo>
                <a:cubicBezTo>
                  <a:pt x="27467" y="15072"/>
                  <a:pt x="27813" y="13030"/>
                  <a:pt x="27813" y="10306"/>
                </a:cubicBezTo>
                <a:cubicBezTo>
                  <a:pt x="27813" y="7575"/>
                  <a:pt x="27467" y="5532"/>
                  <a:pt x="26775" y="4170"/>
                </a:cubicBezTo>
                <a:cubicBezTo>
                  <a:pt x="26084" y="2809"/>
                  <a:pt x="25046" y="2128"/>
                  <a:pt x="23671" y="2128"/>
                </a:cubicBezTo>
                <a:close/>
                <a:moveTo>
                  <a:pt x="23671" y="0"/>
                </a:moveTo>
                <a:cubicBezTo>
                  <a:pt x="25872" y="0"/>
                  <a:pt x="27560" y="885"/>
                  <a:pt x="28724" y="2647"/>
                </a:cubicBezTo>
                <a:cubicBezTo>
                  <a:pt x="29888" y="4400"/>
                  <a:pt x="30470" y="6962"/>
                  <a:pt x="30470" y="10306"/>
                </a:cubicBezTo>
                <a:cubicBezTo>
                  <a:pt x="30470" y="13651"/>
                  <a:pt x="29888" y="16204"/>
                  <a:pt x="28724" y="17966"/>
                </a:cubicBezTo>
                <a:cubicBezTo>
                  <a:pt x="27560" y="19719"/>
                  <a:pt x="25872" y="20604"/>
                  <a:pt x="23671" y="20604"/>
                </a:cubicBezTo>
                <a:cubicBezTo>
                  <a:pt x="21461" y="20604"/>
                  <a:pt x="19782" y="19719"/>
                  <a:pt x="18618" y="17966"/>
                </a:cubicBezTo>
                <a:cubicBezTo>
                  <a:pt x="17454" y="16204"/>
                  <a:pt x="16872" y="13651"/>
                  <a:pt x="16872" y="10306"/>
                </a:cubicBezTo>
                <a:cubicBezTo>
                  <a:pt x="16872" y="6962"/>
                  <a:pt x="17454" y="4400"/>
                  <a:pt x="18618" y="2647"/>
                </a:cubicBezTo>
                <a:cubicBezTo>
                  <a:pt x="19782" y="885"/>
                  <a:pt x="21461" y="0"/>
                  <a:pt x="23671" y="0"/>
                </a:cubicBezTo>
                <a:close/>
              </a:path>
            </a:pathLst>
          </a:custGeom>
          <a:solidFill>
            <a:srgbClr val="777777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36" name="Freeform 1535">
            <a:extLst>
              <a:ext uri="{FF2B5EF4-FFF2-40B4-BE49-F238E27FC236}">
                <a16:creationId xmlns:a16="http://schemas.microsoft.com/office/drawing/2014/main" id="{6BE1F0D4-B9DE-D238-DA10-26B2753B2A64}"/>
              </a:ext>
            </a:extLst>
          </p:cNvPr>
          <p:cNvSpPr>
            <a:spLocks noGrp="1"/>
          </p:cNvSpPr>
          <p:nvPr/>
        </p:nvSpPr>
        <p:spPr>
          <a:xfrm>
            <a:off x="501677" y="3466583"/>
            <a:ext cx="507337" cy="485043"/>
          </a:xfrm>
          <a:custGeom>
            <a:avLst/>
            <a:gdLst/>
            <a:ahLst/>
            <a:cxnLst/>
            <a:rect l="l" t="t" r="r" b="b"/>
            <a:pathLst>
              <a:path w="329315" h="332228">
                <a:moveTo>
                  <a:pt x="164658" y="0"/>
                </a:moveTo>
                <a:cubicBezTo>
                  <a:pt x="186279" y="0"/>
                  <a:pt x="207689" y="4297"/>
                  <a:pt x="227665" y="12646"/>
                </a:cubicBezTo>
                <a:cubicBezTo>
                  <a:pt x="247640" y="20996"/>
                  <a:pt x="265794" y="33234"/>
                  <a:pt x="281088" y="48655"/>
                </a:cubicBezTo>
                <a:cubicBezTo>
                  <a:pt x="296374" y="64076"/>
                  <a:pt x="308505" y="82391"/>
                  <a:pt x="316780" y="102544"/>
                </a:cubicBezTo>
                <a:cubicBezTo>
                  <a:pt x="325056" y="122697"/>
                  <a:pt x="329316" y="144306"/>
                  <a:pt x="329316" y="166118"/>
                </a:cubicBezTo>
                <a:cubicBezTo>
                  <a:pt x="329316" y="187931"/>
                  <a:pt x="325056" y="209531"/>
                  <a:pt x="316780" y="229684"/>
                </a:cubicBezTo>
                <a:cubicBezTo>
                  <a:pt x="308505" y="249837"/>
                  <a:pt x="296374" y="268152"/>
                  <a:pt x="281088" y="283573"/>
                </a:cubicBezTo>
                <a:cubicBezTo>
                  <a:pt x="265794" y="299003"/>
                  <a:pt x="247640" y="311241"/>
                  <a:pt x="227665" y="319591"/>
                </a:cubicBezTo>
                <a:cubicBezTo>
                  <a:pt x="207689" y="327931"/>
                  <a:pt x="186279" y="332229"/>
                  <a:pt x="164658" y="332229"/>
                </a:cubicBezTo>
                <a:cubicBezTo>
                  <a:pt x="143037" y="332229"/>
                  <a:pt x="121618" y="327931"/>
                  <a:pt x="101643" y="319591"/>
                </a:cubicBezTo>
                <a:cubicBezTo>
                  <a:pt x="81667" y="311241"/>
                  <a:pt x="63521" y="299003"/>
                  <a:pt x="48227" y="283573"/>
                </a:cubicBezTo>
                <a:cubicBezTo>
                  <a:pt x="32942" y="268152"/>
                  <a:pt x="20811" y="249837"/>
                  <a:pt x="12535" y="229684"/>
                </a:cubicBezTo>
                <a:cubicBezTo>
                  <a:pt x="4260" y="209531"/>
                  <a:pt x="0" y="187931"/>
                  <a:pt x="0" y="166118"/>
                </a:cubicBezTo>
                <a:cubicBezTo>
                  <a:pt x="0" y="144306"/>
                  <a:pt x="4260" y="122697"/>
                  <a:pt x="12535" y="102544"/>
                </a:cubicBezTo>
                <a:cubicBezTo>
                  <a:pt x="20811" y="82391"/>
                  <a:pt x="32942" y="64076"/>
                  <a:pt x="48227" y="48655"/>
                </a:cubicBezTo>
                <a:cubicBezTo>
                  <a:pt x="63521" y="33234"/>
                  <a:pt x="81667" y="20996"/>
                  <a:pt x="101643" y="12646"/>
                </a:cubicBezTo>
                <a:cubicBezTo>
                  <a:pt x="121618" y="4297"/>
                  <a:pt x="143037" y="0"/>
                  <a:pt x="164658" y="0"/>
                </a:cubicBez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37" name="Freeform 1536">
            <a:extLst>
              <a:ext uri="{FF2B5EF4-FFF2-40B4-BE49-F238E27FC236}">
                <a16:creationId xmlns:a16="http://schemas.microsoft.com/office/drawing/2014/main" id="{21EC8710-2A9C-DFF3-CE55-D50019205C77}"/>
              </a:ext>
            </a:extLst>
          </p:cNvPr>
          <p:cNvSpPr>
            <a:spLocks noGrp="1"/>
          </p:cNvSpPr>
          <p:nvPr/>
        </p:nvSpPr>
        <p:spPr>
          <a:xfrm>
            <a:off x="852414" y="3447634"/>
            <a:ext cx="72048" cy="30068"/>
          </a:xfrm>
          <a:custGeom>
            <a:avLst/>
            <a:gdLst/>
            <a:ahLst/>
            <a:cxnLst/>
            <a:rect l="l" t="t" r="r" b="b"/>
            <a:pathLst>
              <a:path w="46767" h="20595">
                <a:moveTo>
                  <a:pt x="388" y="17949"/>
                </a:moveTo>
                <a:lnTo>
                  <a:pt x="4733" y="17949"/>
                </a:lnTo>
                <a:lnTo>
                  <a:pt x="4733" y="2800"/>
                </a:lnTo>
                <a:lnTo>
                  <a:pt x="0" y="3762"/>
                </a:lnTo>
                <a:lnTo>
                  <a:pt x="0" y="1311"/>
                </a:lnTo>
                <a:lnTo>
                  <a:pt x="4707" y="357"/>
                </a:lnTo>
                <a:lnTo>
                  <a:pt x="7373" y="357"/>
                </a:lnTo>
                <a:lnTo>
                  <a:pt x="7373" y="17949"/>
                </a:lnTo>
                <a:lnTo>
                  <a:pt x="11717" y="17949"/>
                </a:lnTo>
                <a:lnTo>
                  <a:pt x="11717" y="20213"/>
                </a:lnTo>
                <a:lnTo>
                  <a:pt x="388" y="20213"/>
                </a:lnTo>
                <a:lnTo>
                  <a:pt x="388" y="17949"/>
                </a:lnTo>
                <a:close/>
                <a:moveTo>
                  <a:pt x="22793" y="2128"/>
                </a:moveTo>
                <a:cubicBezTo>
                  <a:pt x="21418" y="2128"/>
                  <a:pt x="20389" y="2809"/>
                  <a:pt x="19697" y="4170"/>
                </a:cubicBezTo>
                <a:cubicBezTo>
                  <a:pt x="19014" y="5523"/>
                  <a:pt x="18668" y="7575"/>
                  <a:pt x="18668" y="10306"/>
                </a:cubicBezTo>
                <a:cubicBezTo>
                  <a:pt x="18668" y="13021"/>
                  <a:pt x="19014" y="15064"/>
                  <a:pt x="19697" y="16425"/>
                </a:cubicBezTo>
                <a:cubicBezTo>
                  <a:pt x="20389" y="17787"/>
                  <a:pt x="21418" y="18468"/>
                  <a:pt x="22793" y="18468"/>
                </a:cubicBezTo>
                <a:cubicBezTo>
                  <a:pt x="24168" y="18468"/>
                  <a:pt x="25206" y="17787"/>
                  <a:pt x="25898" y="16425"/>
                </a:cubicBezTo>
                <a:cubicBezTo>
                  <a:pt x="26589" y="15064"/>
                  <a:pt x="26935" y="13021"/>
                  <a:pt x="26935" y="10306"/>
                </a:cubicBezTo>
                <a:cubicBezTo>
                  <a:pt x="26935" y="7575"/>
                  <a:pt x="26589" y="5523"/>
                  <a:pt x="25898" y="4170"/>
                </a:cubicBezTo>
                <a:cubicBezTo>
                  <a:pt x="25206" y="2809"/>
                  <a:pt x="24168" y="2128"/>
                  <a:pt x="22793" y="2128"/>
                </a:cubicBezTo>
                <a:close/>
                <a:moveTo>
                  <a:pt x="22793" y="0"/>
                </a:moveTo>
                <a:cubicBezTo>
                  <a:pt x="24995" y="0"/>
                  <a:pt x="26682" y="876"/>
                  <a:pt x="27846" y="2638"/>
                </a:cubicBezTo>
                <a:cubicBezTo>
                  <a:pt x="29011" y="4400"/>
                  <a:pt x="29593" y="6953"/>
                  <a:pt x="29593" y="10306"/>
                </a:cubicBezTo>
                <a:cubicBezTo>
                  <a:pt x="29593" y="13642"/>
                  <a:pt x="29011" y="16196"/>
                  <a:pt x="27846" y="17957"/>
                </a:cubicBezTo>
                <a:cubicBezTo>
                  <a:pt x="26682" y="19719"/>
                  <a:pt x="24995" y="20596"/>
                  <a:pt x="22793" y="20596"/>
                </a:cubicBezTo>
                <a:cubicBezTo>
                  <a:pt x="20583" y="20596"/>
                  <a:pt x="18905" y="19719"/>
                  <a:pt x="17740" y="17957"/>
                </a:cubicBezTo>
                <a:cubicBezTo>
                  <a:pt x="16576" y="16196"/>
                  <a:pt x="15994" y="13642"/>
                  <a:pt x="15994" y="10306"/>
                </a:cubicBezTo>
                <a:cubicBezTo>
                  <a:pt x="15994" y="6953"/>
                  <a:pt x="16576" y="4400"/>
                  <a:pt x="17740" y="2638"/>
                </a:cubicBezTo>
                <a:cubicBezTo>
                  <a:pt x="18905" y="876"/>
                  <a:pt x="20583" y="0"/>
                  <a:pt x="22793" y="0"/>
                </a:cubicBezTo>
                <a:close/>
                <a:moveTo>
                  <a:pt x="39968" y="2128"/>
                </a:moveTo>
                <a:cubicBezTo>
                  <a:pt x="38594" y="2128"/>
                  <a:pt x="37565" y="2809"/>
                  <a:pt x="36873" y="4170"/>
                </a:cubicBezTo>
                <a:cubicBezTo>
                  <a:pt x="36189" y="5523"/>
                  <a:pt x="35844" y="7575"/>
                  <a:pt x="35844" y="10306"/>
                </a:cubicBezTo>
                <a:cubicBezTo>
                  <a:pt x="35844" y="13021"/>
                  <a:pt x="36189" y="15064"/>
                  <a:pt x="36873" y="16425"/>
                </a:cubicBezTo>
                <a:cubicBezTo>
                  <a:pt x="37565" y="17787"/>
                  <a:pt x="38594" y="18468"/>
                  <a:pt x="39968" y="18468"/>
                </a:cubicBezTo>
                <a:cubicBezTo>
                  <a:pt x="41344" y="18468"/>
                  <a:pt x="42381" y="17787"/>
                  <a:pt x="43073" y="16425"/>
                </a:cubicBezTo>
                <a:cubicBezTo>
                  <a:pt x="43765" y="15064"/>
                  <a:pt x="44111" y="13021"/>
                  <a:pt x="44111" y="10306"/>
                </a:cubicBezTo>
                <a:cubicBezTo>
                  <a:pt x="44111" y="7575"/>
                  <a:pt x="43765" y="5523"/>
                  <a:pt x="43073" y="4170"/>
                </a:cubicBezTo>
                <a:cubicBezTo>
                  <a:pt x="42381" y="2809"/>
                  <a:pt x="41344" y="2128"/>
                  <a:pt x="39968" y="2128"/>
                </a:cubicBezTo>
                <a:close/>
                <a:moveTo>
                  <a:pt x="39968" y="0"/>
                </a:moveTo>
                <a:cubicBezTo>
                  <a:pt x="42170" y="0"/>
                  <a:pt x="43858" y="876"/>
                  <a:pt x="45022" y="2638"/>
                </a:cubicBezTo>
                <a:cubicBezTo>
                  <a:pt x="46186" y="4400"/>
                  <a:pt x="46768" y="6953"/>
                  <a:pt x="46768" y="10306"/>
                </a:cubicBezTo>
                <a:cubicBezTo>
                  <a:pt x="46768" y="13642"/>
                  <a:pt x="46186" y="16196"/>
                  <a:pt x="45022" y="17957"/>
                </a:cubicBezTo>
                <a:cubicBezTo>
                  <a:pt x="43858" y="19719"/>
                  <a:pt x="42170" y="20596"/>
                  <a:pt x="39968" y="20596"/>
                </a:cubicBezTo>
                <a:cubicBezTo>
                  <a:pt x="37758" y="20596"/>
                  <a:pt x="36080" y="19719"/>
                  <a:pt x="34915" y="17957"/>
                </a:cubicBezTo>
                <a:cubicBezTo>
                  <a:pt x="33751" y="16196"/>
                  <a:pt x="33169" y="13642"/>
                  <a:pt x="33169" y="10306"/>
                </a:cubicBezTo>
                <a:cubicBezTo>
                  <a:pt x="33169" y="6953"/>
                  <a:pt x="33751" y="4400"/>
                  <a:pt x="34915" y="2638"/>
                </a:cubicBezTo>
                <a:cubicBezTo>
                  <a:pt x="36080" y="876"/>
                  <a:pt x="37758" y="0"/>
                  <a:pt x="39968" y="0"/>
                </a:cubicBezTo>
                <a:close/>
              </a:path>
            </a:pathLst>
          </a:custGeom>
          <a:solidFill>
            <a:srgbClr val="777777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27" name="Freeform 1526">
            <a:extLst>
              <a:ext uri="{FF2B5EF4-FFF2-40B4-BE49-F238E27FC236}">
                <a16:creationId xmlns:a16="http://schemas.microsoft.com/office/drawing/2014/main" id="{AB201058-E9E8-3F8E-67C1-FB54BD5B36CD}"/>
              </a:ext>
            </a:extLst>
          </p:cNvPr>
          <p:cNvSpPr>
            <a:spLocks noGrp="1"/>
          </p:cNvSpPr>
          <p:nvPr/>
        </p:nvSpPr>
        <p:spPr>
          <a:xfrm>
            <a:off x="501682" y="3466624"/>
            <a:ext cx="507302" cy="485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41500"/>
                </a:moveTo>
                <a:lnTo>
                  <a:pt x="58084" y="47373"/>
                </a:lnTo>
                <a:lnTo>
                  <a:pt x="50000" y="50000"/>
                </a:lnTo>
                <a:lnTo>
                  <a:pt x="50000" y="50000"/>
                </a:lnTo>
                <a:lnTo>
                  <a:pt x="50000" y="50000"/>
                </a:lnTo>
                <a:close/>
              </a:path>
            </a:pathLst>
          </a:custGeom>
          <a:noFill/>
          <a:ln w="8422">
            <a:solidFill>
              <a:srgbClr val="C0392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28" name="Freeform 1527">
            <a:extLst>
              <a:ext uri="{FF2B5EF4-FFF2-40B4-BE49-F238E27FC236}">
                <a16:creationId xmlns:a16="http://schemas.microsoft.com/office/drawing/2014/main" id="{8E998BB7-9991-3D55-6C85-EB2B9D25940B}"/>
              </a:ext>
            </a:extLst>
          </p:cNvPr>
          <p:cNvSpPr>
            <a:spLocks noGrp="1"/>
          </p:cNvSpPr>
          <p:nvPr/>
        </p:nvSpPr>
        <p:spPr>
          <a:xfrm>
            <a:off x="501677" y="3466583"/>
            <a:ext cx="507337" cy="485043"/>
          </a:xfrm>
          <a:custGeom>
            <a:avLst/>
            <a:gdLst/>
            <a:ahLst/>
            <a:cxnLst/>
            <a:rect l="l" t="t" r="r" b="b"/>
            <a:pathLst>
              <a:path w="329315" h="332228">
                <a:moveTo>
                  <a:pt x="164658" y="0"/>
                </a:moveTo>
                <a:cubicBezTo>
                  <a:pt x="143037" y="0"/>
                  <a:pt x="121618" y="4297"/>
                  <a:pt x="101643" y="12646"/>
                </a:cubicBezTo>
                <a:cubicBezTo>
                  <a:pt x="81667" y="20996"/>
                  <a:pt x="63521" y="33234"/>
                  <a:pt x="48227" y="48655"/>
                </a:cubicBezTo>
                <a:cubicBezTo>
                  <a:pt x="32942" y="64076"/>
                  <a:pt x="20811" y="82391"/>
                  <a:pt x="12535" y="102544"/>
                </a:cubicBezTo>
                <a:cubicBezTo>
                  <a:pt x="4260" y="122697"/>
                  <a:pt x="0" y="144306"/>
                  <a:pt x="0" y="166118"/>
                </a:cubicBezTo>
                <a:cubicBezTo>
                  <a:pt x="0" y="187931"/>
                  <a:pt x="4260" y="209531"/>
                  <a:pt x="12535" y="229684"/>
                </a:cubicBezTo>
                <a:cubicBezTo>
                  <a:pt x="20811" y="249837"/>
                  <a:pt x="32942" y="268152"/>
                  <a:pt x="48227" y="283573"/>
                </a:cubicBezTo>
                <a:cubicBezTo>
                  <a:pt x="63521" y="299003"/>
                  <a:pt x="81667" y="311241"/>
                  <a:pt x="101643" y="319591"/>
                </a:cubicBezTo>
                <a:cubicBezTo>
                  <a:pt x="121618" y="327931"/>
                  <a:pt x="143037" y="332229"/>
                  <a:pt x="164658" y="332229"/>
                </a:cubicBezTo>
                <a:cubicBezTo>
                  <a:pt x="186279" y="332229"/>
                  <a:pt x="207689" y="327931"/>
                  <a:pt x="227665" y="319591"/>
                </a:cubicBezTo>
                <a:cubicBezTo>
                  <a:pt x="247640" y="311241"/>
                  <a:pt x="265794" y="299003"/>
                  <a:pt x="281088" y="283573"/>
                </a:cubicBezTo>
                <a:cubicBezTo>
                  <a:pt x="296374" y="268152"/>
                  <a:pt x="308505" y="249837"/>
                  <a:pt x="316780" y="229684"/>
                </a:cubicBezTo>
                <a:cubicBezTo>
                  <a:pt x="325056" y="209531"/>
                  <a:pt x="329316" y="187931"/>
                  <a:pt x="329316" y="166118"/>
                </a:cubicBezTo>
                <a:cubicBezTo>
                  <a:pt x="329316" y="144306"/>
                  <a:pt x="325056" y="122697"/>
                  <a:pt x="316780" y="102544"/>
                </a:cubicBezTo>
                <a:cubicBezTo>
                  <a:pt x="308505" y="82391"/>
                  <a:pt x="296374" y="64076"/>
                  <a:pt x="281088" y="48655"/>
                </a:cubicBezTo>
                <a:cubicBezTo>
                  <a:pt x="265794" y="33234"/>
                  <a:pt x="247640" y="20996"/>
                  <a:pt x="227665" y="12646"/>
                </a:cubicBezTo>
                <a:cubicBezTo>
                  <a:pt x="207689" y="4297"/>
                  <a:pt x="186279" y="0"/>
                  <a:pt x="164658" y="0"/>
                </a:cubicBezTo>
              </a:path>
            </a:pathLst>
          </a:custGeom>
          <a:noFill/>
          <a:ln w="6316">
            <a:solidFill>
              <a:srgbClr val="BDBDB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29" name="Freeform 1528">
            <a:extLst>
              <a:ext uri="{FF2B5EF4-FFF2-40B4-BE49-F238E27FC236}">
                <a16:creationId xmlns:a16="http://schemas.microsoft.com/office/drawing/2014/main" id="{C0EE4793-A120-5151-B81E-CD8B97180911}"/>
              </a:ext>
            </a:extLst>
          </p:cNvPr>
          <p:cNvSpPr>
            <a:spLocks noGrp="1"/>
          </p:cNvSpPr>
          <p:nvPr/>
        </p:nvSpPr>
        <p:spPr>
          <a:xfrm>
            <a:off x="728665" y="3403835"/>
            <a:ext cx="53361" cy="32155"/>
          </a:xfrm>
          <a:custGeom>
            <a:avLst/>
            <a:gdLst/>
            <a:ahLst/>
            <a:cxnLst/>
            <a:rect l="l" t="t" r="r" b="b"/>
            <a:pathLst>
              <a:path w="34637" h="22025">
                <a:moveTo>
                  <a:pt x="2953" y="11507"/>
                </a:moveTo>
                <a:lnTo>
                  <a:pt x="2953" y="19575"/>
                </a:lnTo>
                <a:lnTo>
                  <a:pt x="7685" y="19575"/>
                </a:lnTo>
                <a:cubicBezTo>
                  <a:pt x="9279" y="19575"/>
                  <a:pt x="10452" y="19243"/>
                  <a:pt x="11219" y="18579"/>
                </a:cubicBezTo>
                <a:cubicBezTo>
                  <a:pt x="11987" y="17915"/>
                  <a:pt x="12367" y="16902"/>
                  <a:pt x="12367" y="15532"/>
                </a:cubicBezTo>
                <a:cubicBezTo>
                  <a:pt x="12367" y="14153"/>
                  <a:pt x="11987" y="13140"/>
                  <a:pt x="11219" y="12485"/>
                </a:cubicBezTo>
                <a:cubicBezTo>
                  <a:pt x="10452" y="11830"/>
                  <a:pt x="9279" y="11507"/>
                  <a:pt x="7685" y="11507"/>
                </a:cubicBezTo>
                <a:lnTo>
                  <a:pt x="2953" y="11507"/>
                </a:lnTo>
                <a:close/>
                <a:moveTo>
                  <a:pt x="2953" y="2451"/>
                </a:moveTo>
                <a:lnTo>
                  <a:pt x="2953" y="9081"/>
                </a:lnTo>
                <a:lnTo>
                  <a:pt x="7322" y="9081"/>
                </a:lnTo>
                <a:cubicBezTo>
                  <a:pt x="8765" y="9081"/>
                  <a:pt x="9836" y="8809"/>
                  <a:pt x="10545" y="8264"/>
                </a:cubicBezTo>
                <a:cubicBezTo>
                  <a:pt x="11253" y="7719"/>
                  <a:pt x="11608" y="6885"/>
                  <a:pt x="11608" y="5762"/>
                </a:cubicBezTo>
                <a:cubicBezTo>
                  <a:pt x="11608" y="4655"/>
                  <a:pt x="11253" y="3822"/>
                  <a:pt x="10545" y="3277"/>
                </a:cubicBezTo>
                <a:cubicBezTo>
                  <a:pt x="9836" y="2723"/>
                  <a:pt x="8765" y="2451"/>
                  <a:pt x="7322" y="2451"/>
                </a:cubicBezTo>
                <a:lnTo>
                  <a:pt x="2953" y="2451"/>
                </a:lnTo>
                <a:close/>
                <a:moveTo>
                  <a:pt x="0" y="0"/>
                </a:moveTo>
                <a:lnTo>
                  <a:pt x="7541" y="0"/>
                </a:lnTo>
                <a:cubicBezTo>
                  <a:pt x="9794" y="0"/>
                  <a:pt x="11532" y="468"/>
                  <a:pt x="12746" y="1413"/>
                </a:cubicBezTo>
                <a:cubicBezTo>
                  <a:pt x="13970" y="2358"/>
                  <a:pt x="14577" y="3702"/>
                  <a:pt x="14577" y="5439"/>
                </a:cubicBezTo>
                <a:cubicBezTo>
                  <a:pt x="14577" y="6792"/>
                  <a:pt x="14265" y="7864"/>
                  <a:pt x="13641" y="8656"/>
                </a:cubicBezTo>
                <a:cubicBezTo>
                  <a:pt x="13016" y="9455"/>
                  <a:pt x="12097" y="9949"/>
                  <a:pt x="10890" y="10145"/>
                </a:cubicBezTo>
                <a:cubicBezTo>
                  <a:pt x="12341" y="10460"/>
                  <a:pt x="13472" y="11115"/>
                  <a:pt x="14273" y="12119"/>
                </a:cubicBezTo>
                <a:cubicBezTo>
                  <a:pt x="15083" y="13115"/>
                  <a:pt x="15488" y="14366"/>
                  <a:pt x="15488" y="15856"/>
                </a:cubicBezTo>
                <a:cubicBezTo>
                  <a:pt x="15488" y="17830"/>
                  <a:pt x="14822" y="19345"/>
                  <a:pt x="13497" y="20417"/>
                </a:cubicBezTo>
                <a:cubicBezTo>
                  <a:pt x="12173" y="21490"/>
                  <a:pt x="10283" y="22026"/>
                  <a:pt x="7837" y="22026"/>
                </a:cubicBezTo>
                <a:lnTo>
                  <a:pt x="0" y="22026"/>
                </a:lnTo>
                <a:lnTo>
                  <a:pt x="0" y="0"/>
                </a:lnTo>
                <a:close/>
                <a:moveTo>
                  <a:pt x="23494" y="2451"/>
                </a:moveTo>
                <a:lnTo>
                  <a:pt x="23494" y="10723"/>
                </a:lnTo>
                <a:lnTo>
                  <a:pt x="27205" y="10723"/>
                </a:lnTo>
                <a:cubicBezTo>
                  <a:pt x="28580" y="10723"/>
                  <a:pt x="29643" y="10366"/>
                  <a:pt x="30394" y="9642"/>
                </a:cubicBezTo>
                <a:cubicBezTo>
                  <a:pt x="31145" y="8928"/>
                  <a:pt x="31524" y="7906"/>
                  <a:pt x="31524" y="6579"/>
                </a:cubicBezTo>
                <a:cubicBezTo>
                  <a:pt x="31524" y="5260"/>
                  <a:pt x="31145" y="4239"/>
                  <a:pt x="30394" y="3523"/>
                </a:cubicBezTo>
                <a:cubicBezTo>
                  <a:pt x="29643" y="2809"/>
                  <a:pt x="28580" y="2451"/>
                  <a:pt x="27205" y="2451"/>
                </a:cubicBezTo>
                <a:lnTo>
                  <a:pt x="23494" y="2451"/>
                </a:lnTo>
                <a:close/>
                <a:moveTo>
                  <a:pt x="20541" y="0"/>
                </a:moveTo>
                <a:lnTo>
                  <a:pt x="27205" y="0"/>
                </a:lnTo>
                <a:cubicBezTo>
                  <a:pt x="29660" y="0"/>
                  <a:pt x="31507" y="553"/>
                  <a:pt x="32756" y="1677"/>
                </a:cubicBezTo>
                <a:cubicBezTo>
                  <a:pt x="34013" y="2792"/>
                  <a:pt x="34637" y="4426"/>
                  <a:pt x="34637" y="6579"/>
                </a:cubicBezTo>
                <a:cubicBezTo>
                  <a:pt x="34637" y="8749"/>
                  <a:pt x="34013" y="10392"/>
                  <a:pt x="32756" y="11507"/>
                </a:cubicBezTo>
                <a:cubicBezTo>
                  <a:pt x="31507" y="12622"/>
                  <a:pt x="29660" y="13175"/>
                  <a:pt x="27205" y="13175"/>
                </a:cubicBezTo>
                <a:lnTo>
                  <a:pt x="23494" y="13175"/>
                </a:lnTo>
                <a:lnTo>
                  <a:pt x="23494" y="22026"/>
                </a:lnTo>
                <a:lnTo>
                  <a:pt x="20541" y="22026"/>
                </a:lnTo>
                <a:lnTo>
                  <a:pt x="20541" y="0"/>
                </a:ln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30" name="Freeform 1529">
            <a:extLst>
              <a:ext uri="{FF2B5EF4-FFF2-40B4-BE49-F238E27FC236}">
                <a16:creationId xmlns:a16="http://schemas.microsoft.com/office/drawing/2014/main" id="{CC21FA9F-5988-B998-8891-D4360232D20D}"/>
              </a:ext>
            </a:extLst>
          </p:cNvPr>
          <p:cNvSpPr>
            <a:spLocks noGrp="1"/>
          </p:cNvSpPr>
          <p:nvPr/>
        </p:nvSpPr>
        <p:spPr>
          <a:xfrm>
            <a:off x="1024234" y="3678644"/>
            <a:ext cx="59130" cy="32167"/>
          </a:xfrm>
          <a:custGeom>
            <a:avLst/>
            <a:gdLst/>
            <a:ahLst/>
            <a:cxnLst/>
            <a:rect l="l" t="t" r="r" b="b"/>
            <a:pathLst>
              <a:path w="38382" h="22033">
                <a:moveTo>
                  <a:pt x="0" y="0"/>
                </a:moveTo>
                <a:lnTo>
                  <a:pt x="4404" y="0"/>
                </a:lnTo>
                <a:lnTo>
                  <a:pt x="9971" y="14996"/>
                </a:lnTo>
                <a:lnTo>
                  <a:pt x="15573" y="0"/>
                </a:lnTo>
                <a:lnTo>
                  <a:pt x="19976" y="0"/>
                </a:lnTo>
                <a:lnTo>
                  <a:pt x="19976" y="22034"/>
                </a:lnTo>
                <a:lnTo>
                  <a:pt x="17091" y="22034"/>
                </a:lnTo>
                <a:lnTo>
                  <a:pt x="17091" y="2690"/>
                </a:lnTo>
                <a:lnTo>
                  <a:pt x="11464" y="17796"/>
                </a:lnTo>
                <a:lnTo>
                  <a:pt x="8495" y="17796"/>
                </a:lnTo>
                <a:lnTo>
                  <a:pt x="2868" y="2690"/>
                </a:lnTo>
                <a:lnTo>
                  <a:pt x="2868" y="22034"/>
                </a:lnTo>
                <a:lnTo>
                  <a:pt x="0" y="22034"/>
                </a:lnTo>
                <a:lnTo>
                  <a:pt x="0" y="0"/>
                </a:lnTo>
                <a:close/>
                <a:moveTo>
                  <a:pt x="25839" y="0"/>
                </a:moveTo>
                <a:lnTo>
                  <a:pt x="38383" y="0"/>
                </a:lnTo>
                <a:lnTo>
                  <a:pt x="38383" y="2519"/>
                </a:lnTo>
                <a:lnTo>
                  <a:pt x="28792" y="2519"/>
                </a:lnTo>
                <a:lnTo>
                  <a:pt x="28792" y="9005"/>
                </a:lnTo>
                <a:lnTo>
                  <a:pt x="37447" y="9005"/>
                </a:lnTo>
                <a:lnTo>
                  <a:pt x="37447" y="11515"/>
                </a:lnTo>
                <a:lnTo>
                  <a:pt x="28792" y="11515"/>
                </a:lnTo>
                <a:lnTo>
                  <a:pt x="28792" y="22034"/>
                </a:lnTo>
                <a:lnTo>
                  <a:pt x="25839" y="22034"/>
                </a:lnTo>
                <a:lnTo>
                  <a:pt x="25839" y="0"/>
                </a:ln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31" name="Freeform 1530">
            <a:extLst>
              <a:ext uri="{FF2B5EF4-FFF2-40B4-BE49-F238E27FC236}">
                <a16:creationId xmlns:a16="http://schemas.microsoft.com/office/drawing/2014/main" id="{6C5D5E08-7F49-D072-60EB-51243E1FF328}"/>
              </a:ext>
            </a:extLst>
          </p:cNvPr>
          <p:cNvSpPr>
            <a:spLocks noGrp="1"/>
          </p:cNvSpPr>
          <p:nvPr/>
        </p:nvSpPr>
        <p:spPr>
          <a:xfrm>
            <a:off x="847437" y="3969868"/>
            <a:ext cx="59338" cy="33360"/>
          </a:xfrm>
          <a:custGeom>
            <a:avLst/>
            <a:gdLst/>
            <a:ahLst/>
            <a:cxnLst/>
            <a:rect l="l" t="t" r="r" b="b"/>
            <a:pathLst>
              <a:path w="38517" h="22850">
                <a:moveTo>
                  <a:pt x="17605" y="2094"/>
                </a:moveTo>
                <a:lnTo>
                  <a:pt x="17605" y="5234"/>
                </a:lnTo>
                <a:cubicBezTo>
                  <a:pt x="16610" y="4298"/>
                  <a:pt x="15547" y="3600"/>
                  <a:pt x="14425" y="3141"/>
                </a:cubicBezTo>
                <a:cubicBezTo>
                  <a:pt x="13295" y="2681"/>
                  <a:pt x="12105" y="2451"/>
                  <a:pt x="10832" y="2451"/>
                </a:cubicBezTo>
                <a:cubicBezTo>
                  <a:pt x="8343" y="2451"/>
                  <a:pt x="6428" y="3217"/>
                  <a:pt x="5103" y="4758"/>
                </a:cubicBezTo>
                <a:cubicBezTo>
                  <a:pt x="3779" y="6298"/>
                  <a:pt x="3113" y="8519"/>
                  <a:pt x="3113" y="11430"/>
                </a:cubicBezTo>
                <a:cubicBezTo>
                  <a:pt x="3113" y="14332"/>
                  <a:pt x="3779" y="16553"/>
                  <a:pt x="5103" y="18094"/>
                </a:cubicBezTo>
                <a:cubicBezTo>
                  <a:pt x="6428" y="19634"/>
                  <a:pt x="8343" y="20400"/>
                  <a:pt x="10832" y="20400"/>
                </a:cubicBezTo>
                <a:cubicBezTo>
                  <a:pt x="12105" y="20400"/>
                  <a:pt x="13295" y="20171"/>
                  <a:pt x="14425" y="19711"/>
                </a:cubicBezTo>
                <a:cubicBezTo>
                  <a:pt x="15547" y="19251"/>
                  <a:pt x="16610" y="18545"/>
                  <a:pt x="17605" y="17617"/>
                </a:cubicBezTo>
                <a:lnTo>
                  <a:pt x="17605" y="20732"/>
                </a:lnTo>
                <a:cubicBezTo>
                  <a:pt x="16576" y="21439"/>
                  <a:pt x="15480" y="21966"/>
                  <a:pt x="14324" y="22324"/>
                </a:cubicBezTo>
                <a:cubicBezTo>
                  <a:pt x="13168" y="22681"/>
                  <a:pt x="11945" y="22851"/>
                  <a:pt x="10663" y="22851"/>
                </a:cubicBezTo>
                <a:cubicBezTo>
                  <a:pt x="7356" y="22851"/>
                  <a:pt x="4749" y="21830"/>
                  <a:pt x="2851" y="19796"/>
                </a:cubicBezTo>
                <a:cubicBezTo>
                  <a:pt x="945" y="17753"/>
                  <a:pt x="0" y="14962"/>
                  <a:pt x="0" y="11430"/>
                </a:cubicBezTo>
                <a:cubicBezTo>
                  <a:pt x="0" y="7889"/>
                  <a:pt x="945" y="5107"/>
                  <a:pt x="2851" y="3064"/>
                </a:cubicBezTo>
                <a:cubicBezTo>
                  <a:pt x="4749" y="1022"/>
                  <a:pt x="7356" y="0"/>
                  <a:pt x="10663" y="0"/>
                </a:cubicBezTo>
                <a:cubicBezTo>
                  <a:pt x="11970" y="0"/>
                  <a:pt x="13194" y="179"/>
                  <a:pt x="14349" y="528"/>
                </a:cubicBezTo>
                <a:cubicBezTo>
                  <a:pt x="15505" y="877"/>
                  <a:pt x="16593" y="1396"/>
                  <a:pt x="17605" y="2094"/>
                </a:cubicBezTo>
                <a:close/>
                <a:moveTo>
                  <a:pt x="38518" y="2094"/>
                </a:moveTo>
                <a:lnTo>
                  <a:pt x="38518" y="5234"/>
                </a:lnTo>
                <a:cubicBezTo>
                  <a:pt x="37522" y="4298"/>
                  <a:pt x="36459" y="3600"/>
                  <a:pt x="35337" y="3141"/>
                </a:cubicBezTo>
                <a:cubicBezTo>
                  <a:pt x="34207" y="2681"/>
                  <a:pt x="33009" y="2451"/>
                  <a:pt x="31744" y="2451"/>
                </a:cubicBezTo>
                <a:cubicBezTo>
                  <a:pt x="29247" y="2451"/>
                  <a:pt x="27340" y="3217"/>
                  <a:pt x="26016" y="4758"/>
                </a:cubicBezTo>
                <a:cubicBezTo>
                  <a:pt x="24691" y="6298"/>
                  <a:pt x="24025" y="8519"/>
                  <a:pt x="24025" y="11430"/>
                </a:cubicBezTo>
                <a:cubicBezTo>
                  <a:pt x="24025" y="14332"/>
                  <a:pt x="24691" y="16553"/>
                  <a:pt x="26016" y="18094"/>
                </a:cubicBezTo>
                <a:cubicBezTo>
                  <a:pt x="27340" y="19634"/>
                  <a:pt x="29247" y="20400"/>
                  <a:pt x="31744" y="20400"/>
                </a:cubicBezTo>
                <a:cubicBezTo>
                  <a:pt x="33009" y="20400"/>
                  <a:pt x="34207" y="20171"/>
                  <a:pt x="35337" y="19711"/>
                </a:cubicBezTo>
                <a:cubicBezTo>
                  <a:pt x="36459" y="19251"/>
                  <a:pt x="37522" y="18545"/>
                  <a:pt x="38518" y="17617"/>
                </a:cubicBezTo>
                <a:lnTo>
                  <a:pt x="38518" y="20732"/>
                </a:lnTo>
                <a:cubicBezTo>
                  <a:pt x="37480" y="21439"/>
                  <a:pt x="36392" y="21966"/>
                  <a:pt x="35228" y="22324"/>
                </a:cubicBezTo>
                <a:cubicBezTo>
                  <a:pt x="34080" y="22681"/>
                  <a:pt x="32857" y="22851"/>
                  <a:pt x="31575" y="22851"/>
                </a:cubicBezTo>
                <a:cubicBezTo>
                  <a:pt x="28268" y="22851"/>
                  <a:pt x="25662" y="21830"/>
                  <a:pt x="23755" y="19796"/>
                </a:cubicBezTo>
                <a:cubicBezTo>
                  <a:pt x="21857" y="17753"/>
                  <a:pt x="20912" y="14962"/>
                  <a:pt x="20912" y="11430"/>
                </a:cubicBezTo>
                <a:cubicBezTo>
                  <a:pt x="20912" y="7889"/>
                  <a:pt x="21857" y="5107"/>
                  <a:pt x="23755" y="3064"/>
                </a:cubicBezTo>
                <a:cubicBezTo>
                  <a:pt x="25662" y="1022"/>
                  <a:pt x="28268" y="0"/>
                  <a:pt x="31575" y="0"/>
                </a:cubicBezTo>
                <a:cubicBezTo>
                  <a:pt x="32874" y="0"/>
                  <a:pt x="34106" y="179"/>
                  <a:pt x="35261" y="528"/>
                </a:cubicBezTo>
                <a:cubicBezTo>
                  <a:pt x="36417" y="877"/>
                  <a:pt x="37505" y="1396"/>
                  <a:pt x="38518" y="2094"/>
                </a:cubicBez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32" name="Freeform 1531">
            <a:extLst>
              <a:ext uri="{FF2B5EF4-FFF2-40B4-BE49-F238E27FC236}">
                <a16:creationId xmlns:a16="http://schemas.microsoft.com/office/drawing/2014/main" id="{2B87024E-15C9-8562-D44E-0E8C853186E8}"/>
              </a:ext>
            </a:extLst>
          </p:cNvPr>
          <p:cNvSpPr>
            <a:spLocks noGrp="1"/>
          </p:cNvSpPr>
          <p:nvPr/>
        </p:nvSpPr>
        <p:spPr>
          <a:xfrm>
            <a:off x="551997" y="3969868"/>
            <a:ext cx="122590" cy="33360"/>
          </a:xfrm>
          <a:custGeom>
            <a:avLst/>
            <a:gdLst/>
            <a:ahLst/>
            <a:cxnLst/>
            <a:rect l="l" t="t" r="r" b="b"/>
            <a:pathLst>
              <a:path w="79574" h="22850">
                <a:moveTo>
                  <a:pt x="0" y="400"/>
                </a:moveTo>
                <a:lnTo>
                  <a:pt x="2952" y="400"/>
                </a:lnTo>
                <a:lnTo>
                  <a:pt x="2952" y="9702"/>
                </a:lnTo>
                <a:lnTo>
                  <a:pt x="12746" y="400"/>
                </a:lnTo>
                <a:lnTo>
                  <a:pt x="16551" y="400"/>
                </a:lnTo>
                <a:lnTo>
                  <a:pt x="5719" y="10664"/>
                </a:lnTo>
                <a:lnTo>
                  <a:pt x="17327" y="22426"/>
                </a:lnTo>
                <a:lnTo>
                  <a:pt x="13438" y="22426"/>
                </a:lnTo>
                <a:lnTo>
                  <a:pt x="2952" y="11813"/>
                </a:lnTo>
                <a:lnTo>
                  <a:pt x="2952" y="22426"/>
                </a:lnTo>
                <a:lnTo>
                  <a:pt x="0" y="22426"/>
                </a:lnTo>
                <a:lnTo>
                  <a:pt x="0" y="400"/>
                </a:lnTo>
                <a:close/>
                <a:moveTo>
                  <a:pt x="19639" y="400"/>
                </a:moveTo>
                <a:lnTo>
                  <a:pt x="33439" y="400"/>
                </a:lnTo>
                <a:lnTo>
                  <a:pt x="33439" y="2911"/>
                </a:lnTo>
                <a:lnTo>
                  <a:pt x="22591" y="2911"/>
                </a:lnTo>
                <a:lnTo>
                  <a:pt x="22591" y="9430"/>
                </a:lnTo>
                <a:lnTo>
                  <a:pt x="32984" y="9430"/>
                </a:lnTo>
                <a:lnTo>
                  <a:pt x="32984" y="11932"/>
                </a:lnTo>
                <a:lnTo>
                  <a:pt x="22591" y="11932"/>
                </a:lnTo>
                <a:lnTo>
                  <a:pt x="22591" y="19915"/>
                </a:lnTo>
                <a:lnTo>
                  <a:pt x="33701" y="19915"/>
                </a:lnTo>
                <a:lnTo>
                  <a:pt x="33701" y="22426"/>
                </a:lnTo>
                <a:lnTo>
                  <a:pt x="19639" y="22426"/>
                </a:lnTo>
                <a:lnTo>
                  <a:pt x="19639" y="400"/>
                </a:lnTo>
                <a:close/>
                <a:moveTo>
                  <a:pt x="53441" y="19277"/>
                </a:moveTo>
                <a:lnTo>
                  <a:pt x="53441" y="13362"/>
                </a:lnTo>
                <a:lnTo>
                  <a:pt x="48615" y="13362"/>
                </a:lnTo>
                <a:lnTo>
                  <a:pt x="48615" y="10919"/>
                </a:lnTo>
                <a:lnTo>
                  <a:pt x="56368" y="10919"/>
                </a:lnTo>
                <a:lnTo>
                  <a:pt x="56368" y="20375"/>
                </a:lnTo>
                <a:cubicBezTo>
                  <a:pt x="55229" y="21192"/>
                  <a:pt x="53972" y="21804"/>
                  <a:pt x="52597" y="22230"/>
                </a:cubicBezTo>
                <a:cubicBezTo>
                  <a:pt x="51222" y="22647"/>
                  <a:pt x="49754" y="22851"/>
                  <a:pt x="48202" y="22851"/>
                </a:cubicBezTo>
                <a:cubicBezTo>
                  <a:pt x="44785" y="22851"/>
                  <a:pt x="42111" y="21847"/>
                  <a:pt x="40188" y="19839"/>
                </a:cubicBezTo>
                <a:cubicBezTo>
                  <a:pt x="38265" y="17822"/>
                  <a:pt x="37303" y="15021"/>
                  <a:pt x="37303" y="11430"/>
                </a:cubicBezTo>
                <a:cubicBezTo>
                  <a:pt x="37303" y="7830"/>
                  <a:pt x="38265" y="5030"/>
                  <a:pt x="40188" y="3013"/>
                </a:cubicBezTo>
                <a:cubicBezTo>
                  <a:pt x="42111" y="1005"/>
                  <a:pt x="44785" y="0"/>
                  <a:pt x="48202" y="0"/>
                </a:cubicBezTo>
                <a:cubicBezTo>
                  <a:pt x="49619" y="0"/>
                  <a:pt x="50969" y="179"/>
                  <a:pt x="52251" y="537"/>
                </a:cubicBezTo>
                <a:cubicBezTo>
                  <a:pt x="53533" y="885"/>
                  <a:pt x="54723" y="1405"/>
                  <a:pt x="55803" y="2094"/>
                </a:cubicBezTo>
                <a:lnTo>
                  <a:pt x="55803" y="5268"/>
                </a:lnTo>
                <a:cubicBezTo>
                  <a:pt x="54714" y="4332"/>
                  <a:pt x="53550" y="3634"/>
                  <a:pt x="52319" y="3158"/>
                </a:cubicBezTo>
                <a:cubicBezTo>
                  <a:pt x="51095" y="2690"/>
                  <a:pt x="49796" y="2451"/>
                  <a:pt x="48446" y="2451"/>
                </a:cubicBezTo>
                <a:cubicBezTo>
                  <a:pt x="45772" y="2451"/>
                  <a:pt x="43765" y="3200"/>
                  <a:pt x="42423" y="4707"/>
                </a:cubicBezTo>
                <a:cubicBezTo>
                  <a:pt x="41082" y="6213"/>
                  <a:pt x="40416" y="8451"/>
                  <a:pt x="40416" y="11430"/>
                </a:cubicBezTo>
                <a:cubicBezTo>
                  <a:pt x="40416" y="14409"/>
                  <a:pt x="41082" y="16638"/>
                  <a:pt x="42423" y="18145"/>
                </a:cubicBezTo>
                <a:cubicBezTo>
                  <a:pt x="43765" y="19651"/>
                  <a:pt x="45772" y="20400"/>
                  <a:pt x="48446" y="20400"/>
                </a:cubicBezTo>
                <a:cubicBezTo>
                  <a:pt x="49484" y="20400"/>
                  <a:pt x="50421" y="20315"/>
                  <a:pt x="51239" y="20128"/>
                </a:cubicBezTo>
                <a:cubicBezTo>
                  <a:pt x="52057" y="19949"/>
                  <a:pt x="52791" y="19668"/>
                  <a:pt x="53441" y="19277"/>
                </a:cubicBezTo>
                <a:close/>
                <a:moveTo>
                  <a:pt x="76647" y="19277"/>
                </a:moveTo>
                <a:lnTo>
                  <a:pt x="76647" y="13362"/>
                </a:lnTo>
                <a:lnTo>
                  <a:pt x="71822" y="13362"/>
                </a:lnTo>
                <a:lnTo>
                  <a:pt x="71822" y="10919"/>
                </a:lnTo>
                <a:lnTo>
                  <a:pt x="79575" y="10919"/>
                </a:lnTo>
                <a:lnTo>
                  <a:pt x="79575" y="20375"/>
                </a:lnTo>
                <a:cubicBezTo>
                  <a:pt x="78436" y="21192"/>
                  <a:pt x="77179" y="21804"/>
                  <a:pt x="75804" y="22230"/>
                </a:cubicBezTo>
                <a:cubicBezTo>
                  <a:pt x="74429" y="22647"/>
                  <a:pt x="72961" y="22851"/>
                  <a:pt x="71400" y="22851"/>
                </a:cubicBezTo>
                <a:cubicBezTo>
                  <a:pt x="67992" y="22851"/>
                  <a:pt x="65318" y="21847"/>
                  <a:pt x="63395" y="19839"/>
                </a:cubicBezTo>
                <a:cubicBezTo>
                  <a:pt x="61471" y="17822"/>
                  <a:pt x="60510" y="15021"/>
                  <a:pt x="60510" y="11430"/>
                </a:cubicBezTo>
                <a:cubicBezTo>
                  <a:pt x="60510" y="7830"/>
                  <a:pt x="61471" y="5030"/>
                  <a:pt x="63395" y="3013"/>
                </a:cubicBezTo>
                <a:cubicBezTo>
                  <a:pt x="65318" y="1005"/>
                  <a:pt x="67992" y="0"/>
                  <a:pt x="71400" y="0"/>
                </a:cubicBezTo>
                <a:cubicBezTo>
                  <a:pt x="72826" y="0"/>
                  <a:pt x="74176" y="179"/>
                  <a:pt x="75458" y="537"/>
                </a:cubicBezTo>
                <a:cubicBezTo>
                  <a:pt x="76740" y="885"/>
                  <a:pt x="77921" y="1405"/>
                  <a:pt x="79009" y="2094"/>
                </a:cubicBezTo>
                <a:lnTo>
                  <a:pt x="79009" y="5268"/>
                </a:lnTo>
                <a:cubicBezTo>
                  <a:pt x="77913" y="4332"/>
                  <a:pt x="76757" y="3634"/>
                  <a:pt x="75526" y="3158"/>
                </a:cubicBezTo>
                <a:cubicBezTo>
                  <a:pt x="74294" y="2690"/>
                  <a:pt x="73003" y="2451"/>
                  <a:pt x="71653" y="2451"/>
                </a:cubicBezTo>
                <a:cubicBezTo>
                  <a:pt x="68979" y="2451"/>
                  <a:pt x="66972" y="3200"/>
                  <a:pt x="65630" y="4707"/>
                </a:cubicBezTo>
                <a:cubicBezTo>
                  <a:pt x="64289" y="6213"/>
                  <a:pt x="63623" y="8451"/>
                  <a:pt x="63623" y="11430"/>
                </a:cubicBezTo>
                <a:cubicBezTo>
                  <a:pt x="63623" y="14409"/>
                  <a:pt x="64289" y="16638"/>
                  <a:pt x="65630" y="18145"/>
                </a:cubicBezTo>
                <a:cubicBezTo>
                  <a:pt x="66972" y="19651"/>
                  <a:pt x="68979" y="20400"/>
                  <a:pt x="71653" y="20400"/>
                </a:cubicBezTo>
                <a:cubicBezTo>
                  <a:pt x="72691" y="20400"/>
                  <a:pt x="73627" y="20315"/>
                  <a:pt x="74437" y="20128"/>
                </a:cubicBezTo>
                <a:cubicBezTo>
                  <a:pt x="75264" y="19949"/>
                  <a:pt x="75998" y="19668"/>
                  <a:pt x="76647" y="19277"/>
                </a:cubicBez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33" name="Freeform 1532">
            <a:extLst>
              <a:ext uri="{FF2B5EF4-FFF2-40B4-BE49-F238E27FC236}">
                <a16:creationId xmlns:a16="http://schemas.microsoft.com/office/drawing/2014/main" id="{6B88E5D7-24B9-0DF8-2F12-3D654BA336BA}"/>
              </a:ext>
            </a:extLst>
          </p:cNvPr>
          <p:cNvSpPr>
            <a:spLocks noGrp="1"/>
          </p:cNvSpPr>
          <p:nvPr/>
        </p:nvSpPr>
        <p:spPr>
          <a:xfrm>
            <a:off x="369313" y="3678074"/>
            <a:ext cx="117146" cy="33360"/>
          </a:xfrm>
          <a:custGeom>
            <a:avLst/>
            <a:gdLst/>
            <a:ahLst/>
            <a:cxnLst/>
            <a:rect l="l" t="t" r="r" b="b"/>
            <a:pathLst>
              <a:path w="76040" h="22850">
                <a:moveTo>
                  <a:pt x="10359" y="12093"/>
                </a:moveTo>
                <a:cubicBezTo>
                  <a:pt x="10992" y="12306"/>
                  <a:pt x="11608" y="12774"/>
                  <a:pt x="12206" y="13481"/>
                </a:cubicBezTo>
                <a:cubicBezTo>
                  <a:pt x="12806" y="14187"/>
                  <a:pt x="13404" y="15166"/>
                  <a:pt x="14012" y="16400"/>
                </a:cubicBezTo>
                <a:lnTo>
                  <a:pt x="17006" y="22425"/>
                </a:lnTo>
                <a:lnTo>
                  <a:pt x="13835" y="22425"/>
                </a:lnTo>
                <a:lnTo>
                  <a:pt x="11042" y="16774"/>
                </a:lnTo>
                <a:cubicBezTo>
                  <a:pt x="10317" y="15294"/>
                  <a:pt x="9617" y="14314"/>
                  <a:pt x="8942" y="13838"/>
                </a:cubicBezTo>
                <a:cubicBezTo>
                  <a:pt x="8267" y="13353"/>
                  <a:pt x="7339" y="13114"/>
                  <a:pt x="6175" y="13114"/>
                </a:cubicBezTo>
                <a:lnTo>
                  <a:pt x="2953" y="13114"/>
                </a:lnTo>
                <a:lnTo>
                  <a:pt x="2953" y="22425"/>
                </a:lnTo>
                <a:lnTo>
                  <a:pt x="0" y="22425"/>
                </a:lnTo>
                <a:lnTo>
                  <a:pt x="0" y="391"/>
                </a:lnTo>
                <a:lnTo>
                  <a:pt x="6664" y="391"/>
                </a:lnTo>
                <a:cubicBezTo>
                  <a:pt x="9161" y="391"/>
                  <a:pt x="11026" y="919"/>
                  <a:pt x="12257" y="1974"/>
                </a:cubicBezTo>
                <a:cubicBezTo>
                  <a:pt x="13480" y="3029"/>
                  <a:pt x="14096" y="4613"/>
                  <a:pt x="14096" y="6740"/>
                </a:cubicBezTo>
                <a:cubicBezTo>
                  <a:pt x="14096" y="8127"/>
                  <a:pt x="13776" y="9276"/>
                  <a:pt x="13143" y="10196"/>
                </a:cubicBezTo>
                <a:cubicBezTo>
                  <a:pt x="12502" y="11106"/>
                  <a:pt x="11574" y="11745"/>
                  <a:pt x="10359" y="12093"/>
                </a:cubicBezTo>
                <a:close/>
                <a:moveTo>
                  <a:pt x="2953" y="2842"/>
                </a:moveTo>
                <a:lnTo>
                  <a:pt x="2953" y="10664"/>
                </a:lnTo>
                <a:lnTo>
                  <a:pt x="6664" y="10664"/>
                </a:lnTo>
                <a:cubicBezTo>
                  <a:pt x="8090" y="10664"/>
                  <a:pt x="9161" y="10332"/>
                  <a:pt x="9895" y="9668"/>
                </a:cubicBezTo>
                <a:cubicBezTo>
                  <a:pt x="10621" y="9004"/>
                  <a:pt x="10983" y="8025"/>
                  <a:pt x="10983" y="6740"/>
                </a:cubicBezTo>
                <a:cubicBezTo>
                  <a:pt x="10983" y="5455"/>
                  <a:pt x="10621" y="4485"/>
                  <a:pt x="9895" y="3829"/>
                </a:cubicBezTo>
                <a:cubicBezTo>
                  <a:pt x="9161" y="3174"/>
                  <a:pt x="8090" y="2842"/>
                  <a:pt x="6664" y="2842"/>
                </a:cubicBezTo>
                <a:lnTo>
                  <a:pt x="2953" y="2842"/>
                </a:lnTo>
                <a:close/>
                <a:moveTo>
                  <a:pt x="20811" y="391"/>
                </a:moveTo>
                <a:lnTo>
                  <a:pt x="34612" y="391"/>
                </a:lnTo>
                <a:lnTo>
                  <a:pt x="34612" y="2910"/>
                </a:lnTo>
                <a:lnTo>
                  <a:pt x="23763" y="2910"/>
                </a:lnTo>
                <a:lnTo>
                  <a:pt x="23763" y="9430"/>
                </a:lnTo>
                <a:lnTo>
                  <a:pt x="34156" y="9430"/>
                </a:lnTo>
                <a:lnTo>
                  <a:pt x="34156" y="11932"/>
                </a:lnTo>
                <a:lnTo>
                  <a:pt x="23763" y="11932"/>
                </a:lnTo>
                <a:lnTo>
                  <a:pt x="23763" y="19915"/>
                </a:lnTo>
                <a:lnTo>
                  <a:pt x="34874" y="19915"/>
                </a:lnTo>
                <a:lnTo>
                  <a:pt x="34874" y="22425"/>
                </a:lnTo>
                <a:lnTo>
                  <a:pt x="20811" y="22425"/>
                </a:lnTo>
                <a:lnTo>
                  <a:pt x="20811" y="391"/>
                </a:lnTo>
                <a:close/>
                <a:moveTo>
                  <a:pt x="47029" y="3336"/>
                </a:moveTo>
                <a:lnTo>
                  <a:pt x="43023" y="14289"/>
                </a:lnTo>
                <a:lnTo>
                  <a:pt x="51045" y="14289"/>
                </a:lnTo>
                <a:lnTo>
                  <a:pt x="47029" y="3336"/>
                </a:lnTo>
                <a:close/>
                <a:moveTo>
                  <a:pt x="45359" y="391"/>
                </a:moveTo>
                <a:lnTo>
                  <a:pt x="48708" y="391"/>
                </a:lnTo>
                <a:lnTo>
                  <a:pt x="57026" y="22425"/>
                </a:lnTo>
                <a:lnTo>
                  <a:pt x="53955" y="22425"/>
                </a:lnTo>
                <a:lnTo>
                  <a:pt x="51973" y="16774"/>
                </a:lnTo>
                <a:lnTo>
                  <a:pt x="42128" y="16774"/>
                </a:lnTo>
                <a:lnTo>
                  <a:pt x="40137" y="22425"/>
                </a:lnTo>
                <a:lnTo>
                  <a:pt x="37025" y="22425"/>
                </a:lnTo>
                <a:lnTo>
                  <a:pt x="45359" y="391"/>
                </a:lnTo>
                <a:close/>
                <a:moveTo>
                  <a:pt x="76040" y="2093"/>
                </a:moveTo>
                <a:lnTo>
                  <a:pt x="76040" y="5234"/>
                </a:lnTo>
                <a:cubicBezTo>
                  <a:pt x="75045" y="4298"/>
                  <a:pt x="73982" y="3600"/>
                  <a:pt x="72860" y="3140"/>
                </a:cubicBezTo>
                <a:cubicBezTo>
                  <a:pt x="71729" y="2681"/>
                  <a:pt x="70540" y="2451"/>
                  <a:pt x="69266" y="2451"/>
                </a:cubicBezTo>
                <a:cubicBezTo>
                  <a:pt x="66777" y="2451"/>
                  <a:pt x="64863" y="3217"/>
                  <a:pt x="63538" y="4757"/>
                </a:cubicBezTo>
                <a:cubicBezTo>
                  <a:pt x="62214" y="6298"/>
                  <a:pt x="61547" y="8519"/>
                  <a:pt x="61547" y="11429"/>
                </a:cubicBezTo>
                <a:cubicBezTo>
                  <a:pt x="61547" y="14332"/>
                  <a:pt x="62214" y="16553"/>
                  <a:pt x="63538" y="18093"/>
                </a:cubicBezTo>
                <a:cubicBezTo>
                  <a:pt x="64863" y="19634"/>
                  <a:pt x="66777" y="20400"/>
                  <a:pt x="69266" y="20400"/>
                </a:cubicBezTo>
                <a:cubicBezTo>
                  <a:pt x="70540" y="20400"/>
                  <a:pt x="71729" y="20170"/>
                  <a:pt x="72860" y="19710"/>
                </a:cubicBezTo>
                <a:cubicBezTo>
                  <a:pt x="73982" y="19242"/>
                  <a:pt x="75045" y="18544"/>
                  <a:pt x="76040" y="17608"/>
                </a:cubicBezTo>
                <a:lnTo>
                  <a:pt x="76040" y="20732"/>
                </a:lnTo>
                <a:cubicBezTo>
                  <a:pt x="75011" y="21438"/>
                  <a:pt x="73914" y="21966"/>
                  <a:pt x="72759" y="22323"/>
                </a:cubicBezTo>
                <a:cubicBezTo>
                  <a:pt x="71603" y="22672"/>
                  <a:pt x="70380" y="22851"/>
                  <a:pt x="69098" y="22851"/>
                </a:cubicBezTo>
                <a:cubicBezTo>
                  <a:pt x="65790" y="22851"/>
                  <a:pt x="63184" y="21830"/>
                  <a:pt x="61286" y="19796"/>
                </a:cubicBezTo>
                <a:cubicBezTo>
                  <a:pt x="59379" y="17753"/>
                  <a:pt x="58435" y="14962"/>
                  <a:pt x="58435" y="11429"/>
                </a:cubicBezTo>
                <a:cubicBezTo>
                  <a:pt x="58435" y="7889"/>
                  <a:pt x="59379" y="5106"/>
                  <a:pt x="61286" y="3064"/>
                </a:cubicBezTo>
                <a:cubicBezTo>
                  <a:pt x="63184" y="1021"/>
                  <a:pt x="65790" y="0"/>
                  <a:pt x="69098" y="0"/>
                </a:cubicBezTo>
                <a:cubicBezTo>
                  <a:pt x="70405" y="0"/>
                  <a:pt x="71628" y="170"/>
                  <a:pt x="72784" y="519"/>
                </a:cubicBezTo>
                <a:cubicBezTo>
                  <a:pt x="73939" y="876"/>
                  <a:pt x="75028" y="1396"/>
                  <a:pt x="76040" y="2093"/>
                </a:cubicBez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19" name="Freeform 1518">
            <a:extLst>
              <a:ext uri="{FF2B5EF4-FFF2-40B4-BE49-F238E27FC236}">
                <a16:creationId xmlns:a16="http://schemas.microsoft.com/office/drawing/2014/main" id="{F9A0F46F-D6B6-E192-FE70-F4673C09E011}"/>
              </a:ext>
            </a:extLst>
          </p:cNvPr>
          <p:cNvSpPr>
            <a:spLocks noGrp="1"/>
          </p:cNvSpPr>
          <p:nvPr/>
        </p:nvSpPr>
        <p:spPr>
          <a:xfrm>
            <a:off x="1193378" y="3381824"/>
            <a:ext cx="474838" cy="15364"/>
          </a:xfrm>
          <a:custGeom>
            <a:avLst/>
            <a:gdLst/>
            <a:ahLst/>
            <a:cxnLst/>
            <a:rect l="l" t="t" r="r" b="b"/>
            <a:pathLst>
              <a:path w="425694" h="13285">
                <a:moveTo>
                  <a:pt x="0" y="13285"/>
                </a:moveTo>
                <a:lnTo>
                  <a:pt x="425695" y="13285"/>
                </a:lnTo>
                <a:lnTo>
                  <a:pt x="425695" y="0"/>
                </a:lnTo>
                <a:lnTo>
                  <a:pt x="0" y="0"/>
                </a:lnTo>
                <a:close/>
              </a:path>
            </a:pathLst>
          </a:custGeom>
          <a:solidFill>
            <a:srgbClr val="ECECEC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20" name="Freeform 1519">
            <a:extLst>
              <a:ext uri="{FF2B5EF4-FFF2-40B4-BE49-F238E27FC236}">
                <a16:creationId xmlns:a16="http://schemas.microsoft.com/office/drawing/2014/main" id="{1A122DC0-4C2E-23B8-926D-C53AD1F3C395}"/>
              </a:ext>
            </a:extLst>
          </p:cNvPr>
          <p:cNvSpPr>
            <a:spLocks noGrp="1"/>
          </p:cNvSpPr>
          <p:nvPr/>
        </p:nvSpPr>
        <p:spPr>
          <a:xfrm>
            <a:off x="1193389" y="3381824"/>
            <a:ext cx="31656" cy="15364"/>
          </a:xfrm>
          <a:custGeom>
            <a:avLst/>
            <a:gdLst/>
            <a:ahLst/>
            <a:cxnLst/>
            <a:rect l="l" t="t" r="r" b="b"/>
            <a:pathLst>
              <a:path w="11919" h="13285">
                <a:moveTo>
                  <a:pt x="0" y="13285"/>
                </a:moveTo>
                <a:lnTo>
                  <a:pt x="11920" y="13285"/>
                </a:lnTo>
                <a:lnTo>
                  <a:pt x="11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392B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21" name="Freeform 1520">
            <a:extLst>
              <a:ext uri="{FF2B5EF4-FFF2-40B4-BE49-F238E27FC236}">
                <a16:creationId xmlns:a16="http://schemas.microsoft.com/office/drawing/2014/main" id="{4242F459-2984-487D-1E67-65775E285F8C}"/>
              </a:ext>
            </a:extLst>
          </p:cNvPr>
          <p:cNvSpPr>
            <a:spLocks noGrp="1"/>
          </p:cNvSpPr>
          <p:nvPr/>
        </p:nvSpPr>
        <p:spPr>
          <a:xfrm>
            <a:off x="1894141" y="3749553"/>
            <a:ext cx="129909" cy="49161"/>
          </a:xfrm>
          <a:custGeom>
            <a:avLst/>
            <a:gdLst/>
            <a:ahLst/>
            <a:cxnLst/>
            <a:rect l="l" t="t" r="r" b="b"/>
            <a:pathLst>
              <a:path w="116464" h="42510">
                <a:moveTo>
                  <a:pt x="16062" y="42510"/>
                </a:moveTo>
                <a:lnTo>
                  <a:pt x="100403" y="42510"/>
                </a:lnTo>
                <a:cubicBezTo>
                  <a:pt x="111108" y="42510"/>
                  <a:pt x="116464" y="40740"/>
                  <a:pt x="116464" y="37200"/>
                </a:cubicBezTo>
                <a:lnTo>
                  <a:pt x="116464" y="5311"/>
                </a:lnTo>
                <a:cubicBezTo>
                  <a:pt x="116464" y="1770"/>
                  <a:pt x="111108" y="0"/>
                  <a:pt x="100403" y="0"/>
                </a:cubicBezTo>
                <a:lnTo>
                  <a:pt x="16062" y="0"/>
                </a:lnTo>
                <a:cubicBezTo>
                  <a:pt x="5357" y="0"/>
                  <a:pt x="0" y="1770"/>
                  <a:pt x="0" y="5311"/>
                </a:cubicBezTo>
                <a:lnTo>
                  <a:pt x="0" y="37200"/>
                </a:lnTo>
                <a:cubicBezTo>
                  <a:pt x="0" y="40740"/>
                  <a:pt x="5357" y="42510"/>
                  <a:pt x="16062" y="42510"/>
                </a:cubicBezTo>
                <a:close/>
              </a:path>
            </a:pathLst>
          </a:custGeom>
          <a:solidFill>
            <a:srgbClr val="42A5F5">
              <a:alpha val="12000"/>
            </a:srgbClr>
          </a:solidFill>
          <a:ln w="3369">
            <a:solidFill>
              <a:srgbClr val="42A5F5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22" name="Freeform 1521">
            <a:extLst>
              <a:ext uri="{FF2B5EF4-FFF2-40B4-BE49-F238E27FC236}">
                <a16:creationId xmlns:a16="http://schemas.microsoft.com/office/drawing/2014/main" id="{C944955C-4313-CDE5-5208-9FAC1131E02F}"/>
              </a:ext>
            </a:extLst>
          </p:cNvPr>
          <p:cNvSpPr>
            <a:spLocks noGrp="1"/>
          </p:cNvSpPr>
          <p:nvPr/>
        </p:nvSpPr>
        <p:spPr>
          <a:xfrm>
            <a:off x="1934553" y="3755833"/>
            <a:ext cx="49052" cy="28659"/>
          </a:xfrm>
          <a:custGeom>
            <a:avLst/>
            <a:gdLst/>
            <a:ahLst/>
            <a:cxnLst/>
            <a:rect l="l" t="t" r="r" b="b"/>
            <a:pathLst>
              <a:path w="43975" h="24782">
                <a:moveTo>
                  <a:pt x="20145" y="23004"/>
                </a:moveTo>
                <a:cubicBezTo>
                  <a:pt x="19023" y="23591"/>
                  <a:pt x="17850" y="24034"/>
                  <a:pt x="16635" y="24332"/>
                </a:cubicBezTo>
                <a:cubicBezTo>
                  <a:pt x="15421" y="24638"/>
                  <a:pt x="14155" y="24783"/>
                  <a:pt x="12831" y="24783"/>
                </a:cubicBezTo>
                <a:cubicBezTo>
                  <a:pt x="8891" y="24783"/>
                  <a:pt x="5762" y="23668"/>
                  <a:pt x="3459" y="21447"/>
                </a:cubicBezTo>
                <a:cubicBezTo>
                  <a:pt x="1156" y="19225"/>
                  <a:pt x="0" y="16204"/>
                  <a:pt x="0" y="12400"/>
                </a:cubicBezTo>
                <a:cubicBezTo>
                  <a:pt x="0" y="8579"/>
                  <a:pt x="1156" y="5558"/>
                  <a:pt x="3459" y="3336"/>
                </a:cubicBezTo>
                <a:cubicBezTo>
                  <a:pt x="5762" y="1115"/>
                  <a:pt x="8891" y="0"/>
                  <a:pt x="12831" y="0"/>
                </a:cubicBezTo>
                <a:cubicBezTo>
                  <a:pt x="14155" y="0"/>
                  <a:pt x="15421" y="153"/>
                  <a:pt x="16635" y="451"/>
                </a:cubicBezTo>
                <a:cubicBezTo>
                  <a:pt x="17850" y="749"/>
                  <a:pt x="19023" y="1192"/>
                  <a:pt x="20145" y="1779"/>
                </a:cubicBezTo>
                <a:lnTo>
                  <a:pt x="20145" y="6715"/>
                </a:lnTo>
                <a:cubicBezTo>
                  <a:pt x="19014" y="5940"/>
                  <a:pt x="17892" y="5370"/>
                  <a:pt x="16796" y="5004"/>
                </a:cubicBezTo>
                <a:cubicBezTo>
                  <a:pt x="15699" y="4647"/>
                  <a:pt x="14535" y="4468"/>
                  <a:pt x="13329" y="4468"/>
                </a:cubicBezTo>
                <a:cubicBezTo>
                  <a:pt x="11144" y="4468"/>
                  <a:pt x="9431" y="5166"/>
                  <a:pt x="8183" y="6579"/>
                </a:cubicBezTo>
                <a:cubicBezTo>
                  <a:pt x="6943" y="7983"/>
                  <a:pt x="6318" y="9924"/>
                  <a:pt x="6318" y="12400"/>
                </a:cubicBezTo>
                <a:cubicBezTo>
                  <a:pt x="6318" y="14868"/>
                  <a:pt x="6943" y="16800"/>
                  <a:pt x="8183" y="18213"/>
                </a:cubicBezTo>
                <a:cubicBezTo>
                  <a:pt x="9431" y="19617"/>
                  <a:pt x="11144" y="20323"/>
                  <a:pt x="13329" y="20323"/>
                </a:cubicBezTo>
                <a:cubicBezTo>
                  <a:pt x="14535" y="20323"/>
                  <a:pt x="15699" y="20136"/>
                  <a:pt x="16796" y="19778"/>
                </a:cubicBezTo>
                <a:cubicBezTo>
                  <a:pt x="17892" y="19413"/>
                  <a:pt x="19014" y="18842"/>
                  <a:pt x="20145" y="18060"/>
                </a:cubicBezTo>
                <a:lnTo>
                  <a:pt x="20145" y="23004"/>
                </a:lnTo>
                <a:close/>
                <a:moveTo>
                  <a:pt x="43976" y="23004"/>
                </a:moveTo>
                <a:cubicBezTo>
                  <a:pt x="42854" y="23591"/>
                  <a:pt x="41690" y="24034"/>
                  <a:pt x="40475" y="24332"/>
                </a:cubicBezTo>
                <a:cubicBezTo>
                  <a:pt x="39260" y="24638"/>
                  <a:pt x="37986" y="24783"/>
                  <a:pt x="36670" y="24783"/>
                </a:cubicBezTo>
                <a:cubicBezTo>
                  <a:pt x="32722" y="24783"/>
                  <a:pt x="29601" y="23668"/>
                  <a:pt x="27298" y="21447"/>
                </a:cubicBezTo>
                <a:cubicBezTo>
                  <a:pt x="24987" y="19225"/>
                  <a:pt x="23839" y="16204"/>
                  <a:pt x="23839" y="12400"/>
                </a:cubicBezTo>
                <a:cubicBezTo>
                  <a:pt x="23839" y="8579"/>
                  <a:pt x="24987" y="5558"/>
                  <a:pt x="27298" y="3336"/>
                </a:cubicBezTo>
                <a:cubicBezTo>
                  <a:pt x="29601" y="1115"/>
                  <a:pt x="32722" y="0"/>
                  <a:pt x="36670" y="0"/>
                </a:cubicBezTo>
                <a:cubicBezTo>
                  <a:pt x="37986" y="0"/>
                  <a:pt x="39260" y="153"/>
                  <a:pt x="40475" y="451"/>
                </a:cubicBezTo>
                <a:cubicBezTo>
                  <a:pt x="41690" y="749"/>
                  <a:pt x="42854" y="1192"/>
                  <a:pt x="43976" y="1779"/>
                </a:cubicBezTo>
                <a:lnTo>
                  <a:pt x="43976" y="6715"/>
                </a:lnTo>
                <a:cubicBezTo>
                  <a:pt x="42845" y="5940"/>
                  <a:pt x="41732" y="5370"/>
                  <a:pt x="40627" y="5004"/>
                </a:cubicBezTo>
                <a:cubicBezTo>
                  <a:pt x="39530" y="4647"/>
                  <a:pt x="38374" y="4468"/>
                  <a:pt x="37160" y="4468"/>
                </a:cubicBezTo>
                <a:cubicBezTo>
                  <a:pt x="34983" y="4468"/>
                  <a:pt x="33271" y="5166"/>
                  <a:pt x="32022" y="6579"/>
                </a:cubicBezTo>
                <a:cubicBezTo>
                  <a:pt x="30774" y="7983"/>
                  <a:pt x="30150" y="9924"/>
                  <a:pt x="30150" y="12400"/>
                </a:cubicBezTo>
                <a:cubicBezTo>
                  <a:pt x="30150" y="14868"/>
                  <a:pt x="30774" y="16800"/>
                  <a:pt x="32022" y="18213"/>
                </a:cubicBezTo>
                <a:cubicBezTo>
                  <a:pt x="33271" y="19617"/>
                  <a:pt x="34983" y="20323"/>
                  <a:pt x="37160" y="20323"/>
                </a:cubicBezTo>
                <a:cubicBezTo>
                  <a:pt x="38374" y="20323"/>
                  <a:pt x="39530" y="20136"/>
                  <a:pt x="40627" y="19778"/>
                </a:cubicBezTo>
                <a:cubicBezTo>
                  <a:pt x="41732" y="19413"/>
                  <a:pt x="42845" y="18842"/>
                  <a:pt x="43976" y="18060"/>
                </a:cubicBezTo>
                <a:lnTo>
                  <a:pt x="43976" y="23004"/>
                </a:lnTo>
                <a:close/>
              </a:path>
            </a:pathLst>
          </a:custGeom>
          <a:solidFill>
            <a:srgbClr val="42A5F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56" name="Freeform 1655">
            <a:extLst>
              <a:ext uri="{FF2B5EF4-FFF2-40B4-BE49-F238E27FC236}">
                <a16:creationId xmlns:a16="http://schemas.microsoft.com/office/drawing/2014/main" id="{4EEEF422-467A-D7D1-68E4-4AAEEFF42EA7}"/>
              </a:ext>
            </a:extLst>
          </p:cNvPr>
          <p:cNvSpPr>
            <a:spLocks noGrp="1"/>
          </p:cNvSpPr>
          <p:nvPr/>
        </p:nvSpPr>
        <p:spPr>
          <a:xfrm>
            <a:off x="3343053" y="2898126"/>
            <a:ext cx="45719" cy="1564022"/>
          </a:xfrm>
          <a:custGeom>
            <a:avLst/>
            <a:gdLst/>
            <a:ahLst/>
            <a:cxnLst/>
            <a:rect l="l" t="t" r="r" b="b"/>
            <a:pathLst>
              <a:path w="32131" h="1109468">
                <a:moveTo>
                  <a:pt x="0" y="1109469"/>
                </a:moveTo>
                <a:lnTo>
                  <a:pt x="32132" y="1109469"/>
                </a:lnTo>
                <a:lnTo>
                  <a:pt x="32132" y="0"/>
                </a:lnTo>
                <a:lnTo>
                  <a:pt x="0" y="0"/>
                </a:lnTo>
                <a:close/>
              </a:path>
            </a:pathLst>
          </a:custGeom>
          <a:solidFill>
            <a:srgbClr val="2F6F9F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57" name="Freeform 1656">
            <a:extLst>
              <a:ext uri="{FF2B5EF4-FFF2-40B4-BE49-F238E27FC236}">
                <a16:creationId xmlns:a16="http://schemas.microsoft.com/office/drawing/2014/main" id="{ECF944BC-17E9-6B6B-F6FF-6A85A55C470A}"/>
              </a:ext>
            </a:extLst>
          </p:cNvPr>
          <p:cNvSpPr>
            <a:spLocks noGrp="1"/>
          </p:cNvSpPr>
          <p:nvPr/>
        </p:nvSpPr>
        <p:spPr>
          <a:xfrm>
            <a:off x="4170067" y="3245308"/>
            <a:ext cx="636097" cy="998785"/>
          </a:xfrm>
          <a:custGeom>
            <a:avLst/>
            <a:gdLst/>
            <a:ahLst/>
            <a:cxnLst/>
            <a:rect l="l" t="t" r="r" b="b"/>
            <a:pathLst>
              <a:path w="530107" h="863656">
                <a:moveTo>
                  <a:pt x="0" y="863657"/>
                </a:moveTo>
                <a:lnTo>
                  <a:pt x="530107" y="863657"/>
                </a:lnTo>
                <a:lnTo>
                  <a:pt x="530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4632">
            <a:solidFill>
              <a:srgbClr val="7A7A7A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58" name="Freeform 1657">
            <a:extLst>
              <a:ext uri="{FF2B5EF4-FFF2-40B4-BE49-F238E27FC236}">
                <a16:creationId xmlns:a16="http://schemas.microsoft.com/office/drawing/2014/main" id="{4D20C264-1A6B-E570-D9B6-2A8950814B9A}"/>
              </a:ext>
            </a:extLst>
          </p:cNvPr>
          <p:cNvSpPr>
            <a:spLocks noGrp="1"/>
          </p:cNvSpPr>
          <p:nvPr/>
        </p:nvSpPr>
        <p:spPr>
          <a:xfrm>
            <a:off x="4905441" y="3245308"/>
            <a:ext cx="1131461" cy="998785"/>
          </a:xfrm>
          <a:custGeom>
            <a:avLst/>
            <a:gdLst/>
            <a:ahLst/>
            <a:cxnLst/>
            <a:rect l="l" t="t" r="r" b="b"/>
            <a:pathLst>
              <a:path w="807210" h="863656">
                <a:moveTo>
                  <a:pt x="0" y="863657"/>
                </a:moveTo>
                <a:lnTo>
                  <a:pt x="807211" y="863657"/>
                </a:lnTo>
                <a:lnTo>
                  <a:pt x="807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4632">
            <a:solidFill>
              <a:srgbClr val="7A7A7A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59" name="Freeform 1658">
            <a:extLst>
              <a:ext uri="{FF2B5EF4-FFF2-40B4-BE49-F238E27FC236}">
                <a16:creationId xmlns:a16="http://schemas.microsoft.com/office/drawing/2014/main" id="{740587DF-C18F-5F7A-DBE1-65536DDBDAC7}"/>
              </a:ext>
            </a:extLst>
          </p:cNvPr>
          <p:cNvSpPr>
            <a:spLocks noGrp="1"/>
          </p:cNvSpPr>
          <p:nvPr/>
        </p:nvSpPr>
        <p:spPr>
          <a:xfrm>
            <a:off x="4223807" y="3580465"/>
            <a:ext cx="31362" cy="10747"/>
          </a:xfrm>
          <a:custGeom>
            <a:avLst/>
            <a:gdLst/>
            <a:ahLst/>
            <a:cxnLst/>
            <a:rect l="l" t="t" r="r" b="b"/>
            <a:pathLst>
              <a:path w="28116" h="9293">
                <a:moveTo>
                  <a:pt x="0" y="9294"/>
                </a:moveTo>
                <a:lnTo>
                  <a:pt x="28116" y="9294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7C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60" name="Freeform 1659">
            <a:extLst>
              <a:ext uri="{FF2B5EF4-FFF2-40B4-BE49-F238E27FC236}">
                <a16:creationId xmlns:a16="http://schemas.microsoft.com/office/drawing/2014/main" id="{57282FA8-B1AE-A101-1F97-4F0CC45C941F}"/>
              </a:ext>
            </a:extLst>
          </p:cNvPr>
          <p:cNvSpPr>
            <a:spLocks noGrp="1"/>
          </p:cNvSpPr>
          <p:nvPr/>
        </p:nvSpPr>
        <p:spPr>
          <a:xfrm>
            <a:off x="4223807" y="3717223"/>
            <a:ext cx="31362" cy="10747"/>
          </a:xfrm>
          <a:custGeom>
            <a:avLst/>
            <a:gdLst/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26A69A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61" name="Freeform 1660">
            <a:extLst>
              <a:ext uri="{FF2B5EF4-FFF2-40B4-BE49-F238E27FC236}">
                <a16:creationId xmlns:a16="http://schemas.microsoft.com/office/drawing/2014/main" id="{5CD37143-FE22-2709-4488-843E747A7B8C}"/>
              </a:ext>
            </a:extLst>
          </p:cNvPr>
          <p:cNvSpPr>
            <a:spLocks noGrp="1"/>
          </p:cNvSpPr>
          <p:nvPr/>
        </p:nvSpPr>
        <p:spPr>
          <a:xfrm>
            <a:off x="4223807" y="3853980"/>
            <a:ext cx="31362" cy="10747"/>
          </a:xfrm>
          <a:custGeom>
            <a:avLst/>
            <a:gdLst/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42A5F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62" name="Freeform 1661">
            <a:extLst>
              <a:ext uri="{FF2B5EF4-FFF2-40B4-BE49-F238E27FC236}">
                <a16:creationId xmlns:a16="http://schemas.microsoft.com/office/drawing/2014/main" id="{FA762C44-BAC2-38E4-D6EE-0CF506B9F4A2}"/>
              </a:ext>
            </a:extLst>
          </p:cNvPr>
          <p:cNvSpPr>
            <a:spLocks noGrp="1"/>
          </p:cNvSpPr>
          <p:nvPr/>
        </p:nvSpPr>
        <p:spPr>
          <a:xfrm>
            <a:off x="4223807" y="3990737"/>
            <a:ext cx="31362" cy="10747"/>
          </a:xfrm>
          <a:custGeom>
            <a:avLst/>
            <a:gdLst/>
            <a:ahLst/>
            <a:cxnLst/>
            <a:rect l="l" t="t" r="r" b="b"/>
            <a:pathLst>
              <a:path w="28116" h="9293">
                <a:moveTo>
                  <a:pt x="0" y="9294"/>
                </a:moveTo>
                <a:lnTo>
                  <a:pt x="28116" y="9294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A726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63" name="Freeform 1662">
            <a:extLst>
              <a:ext uri="{FF2B5EF4-FFF2-40B4-BE49-F238E27FC236}">
                <a16:creationId xmlns:a16="http://schemas.microsoft.com/office/drawing/2014/main" id="{3B837596-D450-BB5F-6728-195599D1FC3E}"/>
              </a:ext>
            </a:extLst>
          </p:cNvPr>
          <p:cNvSpPr>
            <a:spLocks noGrp="1"/>
          </p:cNvSpPr>
          <p:nvPr/>
        </p:nvSpPr>
        <p:spPr>
          <a:xfrm>
            <a:off x="4223807" y="4127495"/>
            <a:ext cx="31362" cy="10747"/>
          </a:xfrm>
          <a:custGeom>
            <a:avLst/>
            <a:gdLst/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EF5350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71" name="Freeform 1670">
            <a:extLst>
              <a:ext uri="{FF2B5EF4-FFF2-40B4-BE49-F238E27FC236}">
                <a16:creationId xmlns:a16="http://schemas.microsoft.com/office/drawing/2014/main" id="{C8723774-3E0F-CF91-6B31-D912A9FDE514}"/>
              </a:ext>
            </a:extLst>
          </p:cNvPr>
          <p:cNvSpPr>
            <a:spLocks noGrp="1"/>
          </p:cNvSpPr>
          <p:nvPr/>
        </p:nvSpPr>
        <p:spPr>
          <a:xfrm>
            <a:off x="4935934" y="3656783"/>
            <a:ext cx="129909" cy="49172"/>
          </a:xfrm>
          <a:custGeom>
            <a:avLst/>
            <a:gdLst/>
            <a:ahLst/>
            <a:cxnLst/>
            <a:rect l="l" t="t" r="r" b="b"/>
            <a:pathLst>
              <a:path w="116464" h="42519">
                <a:moveTo>
                  <a:pt x="16070" y="42519"/>
                </a:moveTo>
                <a:lnTo>
                  <a:pt x="100403" y="42519"/>
                </a:lnTo>
                <a:cubicBezTo>
                  <a:pt x="111108" y="42519"/>
                  <a:pt x="116464" y="40749"/>
                  <a:pt x="116464" y="37208"/>
                </a:cubicBezTo>
                <a:lnTo>
                  <a:pt x="116464" y="5319"/>
                </a:lnTo>
                <a:cubicBezTo>
                  <a:pt x="116464" y="1770"/>
                  <a:pt x="111108" y="0"/>
                  <a:pt x="100403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9"/>
                </a:cubicBezTo>
                <a:lnTo>
                  <a:pt x="0" y="37208"/>
                </a:lnTo>
                <a:cubicBezTo>
                  <a:pt x="0" y="40749"/>
                  <a:pt x="5357" y="42519"/>
                  <a:pt x="16070" y="42519"/>
                </a:cubicBezTo>
                <a:close/>
              </a:path>
            </a:pathLst>
          </a:custGeom>
          <a:solidFill>
            <a:srgbClr val="7E57C2">
              <a:alpha val="12000"/>
            </a:srgbClr>
          </a:solidFill>
          <a:ln w="3369">
            <a:solidFill>
              <a:srgbClr val="7E57C2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78" name="Freeform 1677">
            <a:extLst>
              <a:ext uri="{FF2B5EF4-FFF2-40B4-BE49-F238E27FC236}">
                <a16:creationId xmlns:a16="http://schemas.microsoft.com/office/drawing/2014/main" id="{4222CC85-6DBC-F813-109F-F0B11E4899A9}"/>
              </a:ext>
            </a:extLst>
          </p:cNvPr>
          <p:cNvSpPr>
            <a:spLocks noGrp="1"/>
          </p:cNvSpPr>
          <p:nvPr/>
        </p:nvSpPr>
        <p:spPr>
          <a:xfrm>
            <a:off x="4935934" y="3946397"/>
            <a:ext cx="197103" cy="49172"/>
          </a:xfrm>
          <a:custGeom>
            <a:avLst/>
            <a:gdLst/>
            <a:ahLst/>
            <a:cxnLst/>
            <a:rect l="l" t="t" r="r" b="b"/>
            <a:pathLst>
              <a:path w="176704" h="42519">
                <a:moveTo>
                  <a:pt x="16070" y="42519"/>
                </a:moveTo>
                <a:lnTo>
                  <a:pt x="160642" y="42519"/>
                </a:lnTo>
                <a:cubicBezTo>
                  <a:pt x="171347" y="42519"/>
                  <a:pt x="176704" y="40749"/>
                  <a:pt x="176704" y="37200"/>
                </a:cubicBezTo>
                <a:lnTo>
                  <a:pt x="176704" y="5311"/>
                </a:lnTo>
                <a:cubicBezTo>
                  <a:pt x="176704" y="1770"/>
                  <a:pt x="171347" y="0"/>
                  <a:pt x="160642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1"/>
                </a:cubicBezTo>
                <a:lnTo>
                  <a:pt x="0" y="37200"/>
                </a:lnTo>
                <a:cubicBezTo>
                  <a:pt x="0" y="40749"/>
                  <a:pt x="5357" y="42519"/>
                  <a:pt x="16070" y="42519"/>
                </a:cubicBezTo>
                <a:close/>
              </a:path>
            </a:pathLst>
          </a:custGeom>
          <a:solidFill>
            <a:srgbClr val="FFA726">
              <a:alpha val="12000"/>
            </a:srgbClr>
          </a:solidFill>
          <a:ln w="3369">
            <a:solidFill>
              <a:srgbClr val="FFA726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82" name="Freeform 1681">
            <a:extLst>
              <a:ext uri="{FF2B5EF4-FFF2-40B4-BE49-F238E27FC236}">
                <a16:creationId xmlns:a16="http://schemas.microsoft.com/office/drawing/2014/main" id="{9C705427-2D41-E906-AFC4-1F4994BEDE72}"/>
              </a:ext>
            </a:extLst>
          </p:cNvPr>
          <p:cNvSpPr>
            <a:spLocks noGrp="1"/>
          </p:cNvSpPr>
          <p:nvPr/>
        </p:nvSpPr>
        <p:spPr>
          <a:xfrm>
            <a:off x="4935895" y="4084320"/>
            <a:ext cx="129921" cy="49149"/>
          </a:xfrm>
          <a:custGeom>
            <a:avLst/>
            <a:gdLst/>
            <a:ahLst/>
            <a:cxnLst/>
            <a:rect l="l" t="t" r="r" b="b"/>
            <a:pathLst>
              <a:path w="116464" h="42518">
                <a:moveTo>
                  <a:pt x="16070" y="42519"/>
                </a:moveTo>
                <a:lnTo>
                  <a:pt x="100403" y="42519"/>
                </a:lnTo>
                <a:cubicBezTo>
                  <a:pt x="111108" y="42519"/>
                  <a:pt x="116464" y="40749"/>
                  <a:pt x="116464" y="37200"/>
                </a:cubicBezTo>
                <a:lnTo>
                  <a:pt x="116464" y="5310"/>
                </a:lnTo>
                <a:cubicBezTo>
                  <a:pt x="116464" y="1770"/>
                  <a:pt x="111108" y="0"/>
                  <a:pt x="100403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0"/>
                </a:cubicBezTo>
                <a:lnTo>
                  <a:pt x="0" y="37200"/>
                </a:lnTo>
                <a:cubicBezTo>
                  <a:pt x="0" y="40749"/>
                  <a:pt x="5357" y="42519"/>
                  <a:pt x="16070" y="42519"/>
                </a:cubicBezTo>
                <a:close/>
              </a:path>
            </a:pathLst>
          </a:custGeom>
          <a:solidFill>
            <a:srgbClr val="7E57C2">
              <a:alpha val="12000"/>
            </a:srgbClr>
          </a:solidFill>
          <a:ln w="2527">
            <a:solidFill>
              <a:srgbClr val="7E57C2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84" name="Freeform 1683">
            <a:extLst>
              <a:ext uri="{FF2B5EF4-FFF2-40B4-BE49-F238E27FC236}">
                <a16:creationId xmlns:a16="http://schemas.microsoft.com/office/drawing/2014/main" id="{530B7853-6C18-A655-FD7C-BA17CA9EEF3E}"/>
              </a:ext>
            </a:extLst>
          </p:cNvPr>
          <p:cNvSpPr>
            <a:spLocks noGrp="1"/>
          </p:cNvSpPr>
          <p:nvPr/>
        </p:nvSpPr>
        <p:spPr>
          <a:xfrm>
            <a:off x="4976216" y="3663576"/>
            <a:ext cx="49353" cy="27627"/>
          </a:xfrm>
          <a:custGeom>
            <a:avLst/>
            <a:gdLst/>
            <a:ahLst/>
            <a:cxnLst/>
            <a:rect l="l" t="t" r="r" b="b"/>
            <a:pathLst>
              <a:path w="44245" h="23889">
                <a:moveTo>
                  <a:pt x="9482" y="9251"/>
                </a:moveTo>
                <a:cubicBezTo>
                  <a:pt x="10443" y="9251"/>
                  <a:pt x="11169" y="9038"/>
                  <a:pt x="11667" y="8612"/>
                </a:cubicBezTo>
                <a:cubicBezTo>
                  <a:pt x="12164" y="8187"/>
                  <a:pt x="12409" y="7557"/>
                  <a:pt x="12409" y="6723"/>
                </a:cubicBezTo>
                <a:cubicBezTo>
                  <a:pt x="12409" y="5898"/>
                  <a:pt x="12164" y="5277"/>
                  <a:pt x="11667" y="4842"/>
                </a:cubicBezTo>
                <a:cubicBezTo>
                  <a:pt x="11169" y="4409"/>
                  <a:pt x="10443" y="4196"/>
                  <a:pt x="9482" y="4196"/>
                </a:cubicBezTo>
                <a:lnTo>
                  <a:pt x="6107" y="4196"/>
                </a:lnTo>
                <a:lnTo>
                  <a:pt x="6107" y="9251"/>
                </a:lnTo>
                <a:lnTo>
                  <a:pt x="9482" y="9251"/>
                </a:lnTo>
                <a:close/>
                <a:moveTo>
                  <a:pt x="9684" y="19693"/>
                </a:moveTo>
                <a:cubicBezTo>
                  <a:pt x="10916" y="19693"/>
                  <a:pt x="11835" y="19438"/>
                  <a:pt x="12451" y="18910"/>
                </a:cubicBezTo>
                <a:cubicBezTo>
                  <a:pt x="13075" y="18392"/>
                  <a:pt x="13379" y="17600"/>
                  <a:pt x="13379" y="16553"/>
                </a:cubicBezTo>
                <a:cubicBezTo>
                  <a:pt x="13379" y="15515"/>
                  <a:pt x="13075" y="14732"/>
                  <a:pt x="12460" y="14221"/>
                </a:cubicBezTo>
                <a:cubicBezTo>
                  <a:pt x="11852" y="13702"/>
                  <a:pt x="10924" y="13438"/>
                  <a:pt x="9684" y="13438"/>
                </a:cubicBezTo>
                <a:lnTo>
                  <a:pt x="6107" y="13438"/>
                </a:lnTo>
                <a:lnTo>
                  <a:pt x="6107" y="19693"/>
                </a:lnTo>
                <a:lnTo>
                  <a:pt x="9684" y="19693"/>
                </a:lnTo>
                <a:close/>
                <a:moveTo>
                  <a:pt x="15370" y="11106"/>
                </a:moveTo>
                <a:cubicBezTo>
                  <a:pt x="16677" y="11489"/>
                  <a:pt x="17690" y="12204"/>
                  <a:pt x="18407" y="13234"/>
                </a:cubicBezTo>
                <a:cubicBezTo>
                  <a:pt x="19124" y="14272"/>
                  <a:pt x="19487" y="15540"/>
                  <a:pt x="19487" y="17038"/>
                </a:cubicBezTo>
                <a:cubicBezTo>
                  <a:pt x="19487" y="19345"/>
                  <a:pt x="18719" y="21064"/>
                  <a:pt x="17175" y="22195"/>
                </a:cubicBezTo>
                <a:cubicBezTo>
                  <a:pt x="15631" y="23327"/>
                  <a:pt x="13278" y="23889"/>
                  <a:pt x="10131" y="23889"/>
                </a:cubicBezTo>
                <a:lnTo>
                  <a:pt x="0" y="23889"/>
                </a:lnTo>
                <a:lnTo>
                  <a:pt x="0" y="0"/>
                </a:lnTo>
                <a:lnTo>
                  <a:pt x="9161" y="0"/>
                </a:lnTo>
                <a:cubicBezTo>
                  <a:pt x="12451" y="0"/>
                  <a:pt x="14839" y="502"/>
                  <a:pt x="16306" y="1506"/>
                </a:cubicBezTo>
                <a:cubicBezTo>
                  <a:pt x="17783" y="2510"/>
                  <a:pt x="18525" y="4119"/>
                  <a:pt x="18525" y="6323"/>
                </a:cubicBezTo>
                <a:cubicBezTo>
                  <a:pt x="18525" y="7489"/>
                  <a:pt x="18255" y="8476"/>
                  <a:pt x="17707" y="9293"/>
                </a:cubicBezTo>
                <a:cubicBezTo>
                  <a:pt x="17175" y="10102"/>
                  <a:pt x="16391" y="10715"/>
                  <a:pt x="15370" y="11106"/>
                </a:cubicBezTo>
                <a:close/>
                <a:moveTo>
                  <a:pt x="24759" y="0"/>
                </a:moveTo>
                <a:lnTo>
                  <a:pt x="34882" y="0"/>
                </a:lnTo>
                <a:cubicBezTo>
                  <a:pt x="37902" y="0"/>
                  <a:pt x="40213" y="681"/>
                  <a:pt x="41825" y="2025"/>
                </a:cubicBezTo>
                <a:cubicBezTo>
                  <a:pt x="43436" y="3378"/>
                  <a:pt x="44246" y="5302"/>
                  <a:pt x="44246" y="7796"/>
                </a:cubicBezTo>
                <a:cubicBezTo>
                  <a:pt x="44246" y="10306"/>
                  <a:pt x="43436" y="12230"/>
                  <a:pt x="41825" y="13583"/>
                </a:cubicBezTo>
                <a:cubicBezTo>
                  <a:pt x="40213" y="14927"/>
                  <a:pt x="37902" y="15600"/>
                  <a:pt x="34882" y="15600"/>
                </a:cubicBezTo>
                <a:lnTo>
                  <a:pt x="30858" y="15600"/>
                </a:lnTo>
                <a:lnTo>
                  <a:pt x="30858" y="23889"/>
                </a:lnTo>
                <a:lnTo>
                  <a:pt x="24759" y="23889"/>
                </a:lnTo>
                <a:lnTo>
                  <a:pt x="24759" y="0"/>
                </a:lnTo>
                <a:close/>
                <a:moveTo>
                  <a:pt x="30858" y="4468"/>
                </a:moveTo>
                <a:lnTo>
                  <a:pt x="30858" y="11140"/>
                </a:lnTo>
                <a:lnTo>
                  <a:pt x="34232" y="11140"/>
                </a:lnTo>
                <a:cubicBezTo>
                  <a:pt x="35422" y="11140"/>
                  <a:pt x="36333" y="10851"/>
                  <a:pt x="36982" y="10264"/>
                </a:cubicBezTo>
                <a:cubicBezTo>
                  <a:pt x="37623" y="9685"/>
                  <a:pt x="37952" y="8860"/>
                  <a:pt x="37952" y="7796"/>
                </a:cubicBezTo>
                <a:cubicBezTo>
                  <a:pt x="37952" y="6732"/>
                  <a:pt x="37623" y="5906"/>
                  <a:pt x="36982" y="5327"/>
                </a:cubicBezTo>
                <a:cubicBezTo>
                  <a:pt x="36333" y="4757"/>
                  <a:pt x="35422" y="4468"/>
                  <a:pt x="34232" y="4468"/>
                </a:cubicBezTo>
                <a:lnTo>
                  <a:pt x="30858" y="4468"/>
                </a:lnTo>
                <a:close/>
              </a:path>
            </a:pathLst>
          </a:custGeom>
          <a:solidFill>
            <a:srgbClr val="7E57C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85" name="Freeform 1684">
            <a:extLst>
              <a:ext uri="{FF2B5EF4-FFF2-40B4-BE49-F238E27FC236}">
                <a16:creationId xmlns:a16="http://schemas.microsoft.com/office/drawing/2014/main" id="{DDCB06CE-516F-8B16-1F21-008D582254AE}"/>
              </a:ext>
            </a:extLst>
          </p:cNvPr>
          <p:cNvSpPr>
            <a:spLocks noGrp="1"/>
          </p:cNvSpPr>
          <p:nvPr/>
        </p:nvSpPr>
        <p:spPr>
          <a:xfrm>
            <a:off x="4981345" y="3952675"/>
            <a:ext cx="106291" cy="28670"/>
          </a:xfrm>
          <a:custGeom>
            <a:avLst/>
            <a:gdLst/>
            <a:ahLst/>
            <a:cxnLst/>
            <a:rect l="l" t="t" r="r" b="b"/>
            <a:pathLst>
              <a:path w="95290" h="24791">
                <a:moveTo>
                  <a:pt x="0" y="434"/>
                </a:moveTo>
                <a:lnTo>
                  <a:pt x="6107" y="434"/>
                </a:lnTo>
                <a:lnTo>
                  <a:pt x="6107" y="9149"/>
                </a:lnTo>
                <a:lnTo>
                  <a:pt x="14906" y="434"/>
                </a:lnTo>
                <a:lnTo>
                  <a:pt x="21992" y="434"/>
                </a:lnTo>
                <a:lnTo>
                  <a:pt x="10587" y="11745"/>
                </a:lnTo>
                <a:lnTo>
                  <a:pt x="23165" y="24324"/>
                </a:lnTo>
                <a:lnTo>
                  <a:pt x="15522" y="24324"/>
                </a:lnTo>
                <a:lnTo>
                  <a:pt x="6107" y="14911"/>
                </a:lnTo>
                <a:lnTo>
                  <a:pt x="6107" y="24324"/>
                </a:lnTo>
                <a:lnTo>
                  <a:pt x="0" y="24324"/>
                </a:lnTo>
                <a:lnTo>
                  <a:pt x="0" y="434"/>
                </a:lnTo>
                <a:close/>
                <a:moveTo>
                  <a:pt x="25164" y="434"/>
                </a:moveTo>
                <a:lnTo>
                  <a:pt x="41639" y="434"/>
                </a:lnTo>
                <a:lnTo>
                  <a:pt x="41639" y="5090"/>
                </a:lnTo>
                <a:lnTo>
                  <a:pt x="31271" y="5090"/>
                </a:lnTo>
                <a:lnTo>
                  <a:pt x="31271" y="9541"/>
                </a:lnTo>
                <a:lnTo>
                  <a:pt x="41023" y="9541"/>
                </a:lnTo>
                <a:lnTo>
                  <a:pt x="41023" y="14196"/>
                </a:lnTo>
                <a:lnTo>
                  <a:pt x="31271" y="14196"/>
                </a:lnTo>
                <a:lnTo>
                  <a:pt x="31271" y="19668"/>
                </a:lnTo>
                <a:lnTo>
                  <a:pt x="41985" y="19668"/>
                </a:lnTo>
                <a:lnTo>
                  <a:pt x="41985" y="24324"/>
                </a:lnTo>
                <a:lnTo>
                  <a:pt x="25164" y="24324"/>
                </a:lnTo>
                <a:lnTo>
                  <a:pt x="25164" y="434"/>
                </a:lnTo>
                <a:close/>
                <a:moveTo>
                  <a:pt x="68633" y="22545"/>
                </a:moveTo>
                <a:cubicBezTo>
                  <a:pt x="67107" y="23294"/>
                  <a:pt x="65529" y="23856"/>
                  <a:pt x="63892" y="24230"/>
                </a:cubicBezTo>
                <a:cubicBezTo>
                  <a:pt x="62256" y="24605"/>
                  <a:pt x="60560" y="24792"/>
                  <a:pt x="58814" y="24792"/>
                </a:cubicBezTo>
                <a:cubicBezTo>
                  <a:pt x="54875" y="24792"/>
                  <a:pt x="51745" y="23677"/>
                  <a:pt x="49442" y="21447"/>
                </a:cubicBezTo>
                <a:cubicBezTo>
                  <a:pt x="47139" y="19226"/>
                  <a:pt x="45983" y="16213"/>
                  <a:pt x="45983" y="12400"/>
                </a:cubicBezTo>
                <a:cubicBezTo>
                  <a:pt x="45983" y="8553"/>
                  <a:pt x="47156" y="5524"/>
                  <a:pt x="49501" y="3319"/>
                </a:cubicBezTo>
                <a:cubicBezTo>
                  <a:pt x="51855" y="1106"/>
                  <a:pt x="55069" y="0"/>
                  <a:pt x="59152" y="0"/>
                </a:cubicBezTo>
                <a:cubicBezTo>
                  <a:pt x="60721" y="0"/>
                  <a:pt x="62231" y="153"/>
                  <a:pt x="63673" y="451"/>
                </a:cubicBezTo>
                <a:cubicBezTo>
                  <a:pt x="65116" y="749"/>
                  <a:pt x="66474" y="1192"/>
                  <a:pt x="67756" y="1779"/>
                </a:cubicBezTo>
                <a:lnTo>
                  <a:pt x="67756" y="6724"/>
                </a:lnTo>
                <a:cubicBezTo>
                  <a:pt x="66440" y="5966"/>
                  <a:pt x="65124" y="5404"/>
                  <a:pt x="63817" y="5030"/>
                </a:cubicBezTo>
                <a:cubicBezTo>
                  <a:pt x="62509" y="4655"/>
                  <a:pt x="61202" y="4468"/>
                  <a:pt x="59894" y="4468"/>
                </a:cubicBezTo>
                <a:cubicBezTo>
                  <a:pt x="57464" y="4468"/>
                  <a:pt x="55592" y="5158"/>
                  <a:pt x="54276" y="6528"/>
                </a:cubicBezTo>
                <a:cubicBezTo>
                  <a:pt x="52960" y="7898"/>
                  <a:pt x="52302" y="9855"/>
                  <a:pt x="52302" y="12400"/>
                </a:cubicBezTo>
                <a:cubicBezTo>
                  <a:pt x="52302" y="14928"/>
                  <a:pt x="52934" y="16885"/>
                  <a:pt x="54200" y="18264"/>
                </a:cubicBezTo>
                <a:cubicBezTo>
                  <a:pt x="55474" y="19634"/>
                  <a:pt x="57270" y="20323"/>
                  <a:pt x="59607" y="20323"/>
                </a:cubicBezTo>
                <a:cubicBezTo>
                  <a:pt x="60240" y="20323"/>
                  <a:pt x="60830" y="20281"/>
                  <a:pt x="61379" y="20204"/>
                </a:cubicBezTo>
                <a:cubicBezTo>
                  <a:pt x="61919" y="20128"/>
                  <a:pt x="62408" y="20000"/>
                  <a:pt x="62846" y="19830"/>
                </a:cubicBezTo>
                <a:lnTo>
                  <a:pt x="62846" y="15192"/>
                </a:lnTo>
                <a:lnTo>
                  <a:pt x="59118" y="15192"/>
                </a:lnTo>
                <a:lnTo>
                  <a:pt x="59118" y="11055"/>
                </a:lnTo>
                <a:lnTo>
                  <a:pt x="68633" y="11055"/>
                </a:lnTo>
                <a:lnTo>
                  <a:pt x="68633" y="22545"/>
                </a:lnTo>
                <a:close/>
                <a:moveTo>
                  <a:pt x="95290" y="22545"/>
                </a:moveTo>
                <a:cubicBezTo>
                  <a:pt x="93764" y="23294"/>
                  <a:pt x="92186" y="23856"/>
                  <a:pt x="90550" y="24230"/>
                </a:cubicBezTo>
                <a:cubicBezTo>
                  <a:pt x="88913" y="24605"/>
                  <a:pt x="87218" y="24792"/>
                  <a:pt x="85471" y="24792"/>
                </a:cubicBezTo>
                <a:cubicBezTo>
                  <a:pt x="81532" y="24792"/>
                  <a:pt x="78402" y="23677"/>
                  <a:pt x="76099" y="21447"/>
                </a:cubicBezTo>
                <a:cubicBezTo>
                  <a:pt x="73796" y="19226"/>
                  <a:pt x="72640" y="16213"/>
                  <a:pt x="72640" y="12400"/>
                </a:cubicBezTo>
                <a:cubicBezTo>
                  <a:pt x="72640" y="8553"/>
                  <a:pt x="73813" y="5524"/>
                  <a:pt x="76158" y="3319"/>
                </a:cubicBezTo>
                <a:cubicBezTo>
                  <a:pt x="78512" y="1106"/>
                  <a:pt x="81726" y="0"/>
                  <a:pt x="85809" y="0"/>
                </a:cubicBezTo>
                <a:cubicBezTo>
                  <a:pt x="87378" y="0"/>
                  <a:pt x="88888" y="153"/>
                  <a:pt x="90330" y="451"/>
                </a:cubicBezTo>
                <a:cubicBezTo>
                  <a:pt x="91773" y="749"/>
                  <a:pt x="93139" y="1192"/>
                  <a:pt x="94413" y="1779"/>
                </a:cubicBezTo>
                <a:lnTo>
                  <a:pt x="94413" y="6724"/>
                </a:lnTo>
                <a:cubicBezTo>
                  <a:pt x="93097" y="5966"/>
                  <a:pt x="91781" y="5404"/>
                  <a:pt x="90474" y="5030"/>
                </a:cubicBezTo>
                <a:cubicBezTo>
                  <a:pt x="89175" y="4655"/>
                  <a:pt x="87859" y="4468"/>
                  <a:pt x="86551" y="4468"/>
                </a:cubicBezTo>
                <a:cubicBezTo>
                  <a:pt x="84122" y="4468"/>
                  <a:pt x="82249" y="5158"/>
                  <a:pt x="80933" y="6528"/>
                </a:cubicBezTo>
                <a:cubicBezTo>
                  <a:pt x="79617" y="7898"/>
                  <a:pt x="78959" y="9855"/>
                  <a:pt x="78959" y="12400"/>
                </a:cubicBezTo>
                <a:cubicBezTo>
                  <a:pt x="78959" y="14928"/>
                  <a:pt x="79592" y="16885"/>
                  <a:pt x="80857" y="18264"/>
                </a:cubicBezTo>
                <a:cubicBezTo>
                  <a:pt x="82131" y="19634"/>
                  <a:pt x="83927" y="20323"/>
                  <a:pt x="86264" y="20323"/>
                </a:cubicBezTo>
                <a:cubicBezTo>
                  <a:pt x="86897" y="20323"/>
                  <a:pt x="87487" y="20281"/>
                  <a:pt x="88036" y="20204"/>
                </a:cubicBezTo>
                <a:cubicBezTo>
                  <a:pt x="88584" y="20128"/>
                  <a:pt x="89073" y="20000"/>
                  <a:pt x="89504" y="19830"/>
                </a:cubicBezTo>
                <a:lnTo>
                  <a:pt x="89504" y="15192"/>
                </a:lnTo>
                <a:lnTo>
                  <a:pt x="85775" y="15192"/>
                </a:lnTo>
                <a:lnTo>
                  <a:pt x="85775" y="11055"/>
                </a:lnTo>
                <a:lnTo>
                  <a:pt x="95290" y="11055"/>
                </a:lnTo>
                <a:lnTo>
                  <a:pt x="95290" y="22545"/>
                </a:lnTo>
                <a:close/>
              </a:path>
            </a:pathLst>
          </a:custGeom>
          <a:solidFill>
            <a:srgbClr val="FFA726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86" name="Freeform 1685">
            <a:extLst>
              <a:ext uri="{FF2B5EF4-FFF2-40B4-BE49-F238E27FC236}">
                <a16:creationId xmlns:a16="http://schemas.microsoft.com/office/drawing/2014/main" id="{6187FB47-1584-19D5-26DD-FEB524D8F93D}"/>
              </a:ext>
            </a:extLst>
          </p:cNvPr>
          <p:cNvSpPr>
            <a:spLocks noGrp="1"/>
          </p:cNvSpPr>
          <p:nvPr/>
        </p:nvSpPr>
        <p:spPr>
          <a:xfrm>
            <a:off x="4976186" y="4091083"/>
            <a:ext cx="49340" cy="27623"/>
          </a:xfrm>
          <a:custGeom>
            <a:avLst/>
            <a:gdLst/>
            <a:ahLst/>
            <a:cxnLst/>
            <a:rect l="l" t="t" r="r" b="b"/>
            <a:pathLst>
              <a:path w="44245" h="23889">
                <a:moveTo>
                  <a:pt x="9482" y="9251"/>
                </a:moveTo>
                <a:cubicBezTo>
                  <a:pt x="10443" y="9251"/>
                  <a:pt x="11169" y="9038"/>
                  <a:pt x="11667" y="8613"/>
                </a:cubicBezTo>
                <a:cubicBezTo>
                  <a:pt x="12164" y="8188"/>
                  <a:pt x="12409" y="7557"/>
                  <a:pt x="12409" y="6724"/>
                </a:cubicBezTo>
                <a:cubicBezTo>
                  <a:pt x="12409" y="5898"/>
                  <a:pt x="12164" y="5277"/>
                  <a:pt x="11667" y="4843"/>
                </a:cubicBezTo>
                <a:cubicBezTo>
                  <a:pt x="11169" y="4409"/>
                  <a:pt x="10443" y="4196"/>
                  <a:pt x="9482" y="4196"/>
                </a:cubicBezTo>
                <a:lnTo>
                  <a:pt x="6107" y="4196"/>
                </a:lnTo>
                <a:lnTo>
                  <a:pt x="6107" y="9251"/>
                </a:lnTo>
                <a:lnTo>
                  <a:pt x="9482" y="9251"/>
                </a:lnTo>
                <a:close/>
                <a:moveTo>
                  <a:pt x="9684" y="19694"/>
                </a:moveTo>
                <a:cubicBezTo>
                  <a:pt x="10916" y="19694"/>
                  <a:pt x="11835" y="19430"/>
                  <a:pt x="12451" y="18911"/>
                </a:cubicBezTo>
                <a:cubicBezTo>
                  <a:pt x="13075" y="18392"/>
                  <a:pt x="13379" y="17600"/>
                  <a:pt x="13379" y="16545"/>
                </a:cubicBezTo>
                <a:cubicBezTo>
                  <a:pt x="13379" y="15507"/>
                  <a:pt x="13075" y="14732"/>
                  <a:pt x="12460" y="14213"/>
                </a:cubicBezTo>
                <a:cubicBezTo>
                  <a:pt x="11852" y="13694"/>
                  <a:pt x="10924" y="13439"/>
                  <a:pt x="9684" y="13439"/>
                </a:cubicBezTo>
                <a:lnTo>
                  <a:pt x="6107" y="13439"/>
                </a:lnTo>
                <a:lnTo>
                  <a:pt x="6107" y="19694"/>
                </a:lnTo>
                <a:lnTo>
                  <a:pt x="9684" y="19694"/>
                </a:lnTo>
                <a:close/>
                <a:moveTo>
                  <a:pt x="15370" y="11107"/>
                </a:moveTo>
                <a:cubicBezTo>
                  <a:pt x="16677" y="11490"/>
                  <a:pt x="17690" y="12196"/>
                  <a:pt x="18407" y="13234"/>
                </a:cubicBezTo>
                <a:cubicBezTo>
                  <a:pt x="19124" y="14264"/>
                  <a:pt x="19487" y="15532"/>
                  <a:pt x="19487" y="17038"/>
                </a:cubicBezTo>
                <a:cubicBezTo>
                  <a:pt x="19487" y="19345"/>
                  <a:pt x="18719" y="21064"/>
                  <a:pt x="17175" y="22196"/>
                </a:cubicBezTo>
                <a:cubicBezTo>
                  <a:pt x="15631" y="23320"/>
                  <a:pt x="13278" y="23889"/>
                  <a:pt x="10131" y="23889"/>
                </a:cubicBezTo>
                <a:lnTo>
                  <a:pt x="0" y="23889"/>
                </a:lnTo>
                <a:lnTo>
                  <a:pt x="0" y="0"/>
                </a:lnTo>
                <a:lnTo>
                  <a:pt x="9161" y="0"/>
                </a:lnTo>
                <a:cubicBezTo>
                  <a:pt x="12451" y="0"/>
                  <a:pt x="14839" y="502"/>
                  <a:pt x="16306" y="1506"/>
                </a:cubicBezTo>
                <a:cubicBezTo>
                  <a:pt x="17783" y="2511"/>
                  <a:pt x="18525" y="4111"/>
                  <a:pt x="18525" y="6324"/>
                </a:cubicBezTo>
                <a:cubicBezTo>
                  <a:pt x="18525" y="7481"/>
                  <a:pt x="18255" y="8469"/>
                  <a:pt x="17707" y="9285"/>
                </a:cubicBezTo>
                <a:cubicBezTo>
                  <a:pt x="17175" y="10102"/>
                  <a:pt x="16391" y="10707"/>
                  <a:pt x="15370" y="11107"/>
                </a:cubicBezTo>
                <a:close/>
                <a:moveTo>
                  <a:pt x="24759" y="0"/>
                </a:moveTo>
                <a:lnTo>
                  <a:pt x="34882" y="0"/>
                </a:lnTo>
                <a:cubicBezTo>
                  <a:pt x="37902" y="0"/>
                  <a:pt x="40213" y="673"/>
                  <a:pt x="41825" y="2026"/>
                </a:cubicBezTo>
                <a:cubicBezTo>
                  <a:pt x="43436" y="3379"/>
                  <a:pt x="44246" y="5294"/>
                  <a:pt x="44246" y="7796"/>
                </a:cubicBezTo>
                <a:cubicBezTo>
                  <a:pt x="44246" y="10298"/>
                  <a:pt x="43436" y="12230"/>
                  <a:pt x="41825" y="13575"/>
                </a:cubicBezTo>
                <a:cubicBezTo>
                  <a:pt x="40213" y="14928"/>
                  <a:pt x="37902" y="15600"/>
                  <a:pt x="34882" y="15600"/>
                </a:cubicBezTo>
                <a:lnTo>
                  <a:pt x="30858" y="15600"/>
                </a:lnTo>
                <a:lnTo>
                  <a:pt x="30858" y="23889"/>
                </a:lnTo>
                <a:lnTo>
                  <a:pt x="24759" y="23889"/>
                </a:lnTo>
                <a:lnTo>
                  <a:pt x="24759" y="0"/>
                </a:lnTo>
                <a:close/>
                <a:moveTo>
                  <a:pt x="30858" y="4460"/>
                </a:moveTo>
                <a:lnTo>
                  <a:pt x="30858" y="11132"/>
                </a:lnTo>
                <a:lnTo>
                  <a:pt x="34232" y="11132"/>
                </a:lnTo>
                <a:cubicBezTo>
                  <a:pt x="35422" y="11132"/>
                  <a:pt x="36333" y="10843"/>
                  <a:pt x="36982" y="10264"/>
                </a:cubicBezTo>
                <a:cubicBezTo>
                  <a:pt x="37623" y="9685"/>
                  <a:pt x="37952" y="8860"/>
                  <a:pt x="37952" y="7796"/>
                </a:cubicBezTo>
                <a:cubicBezTo>
                  <a:pt x="37952" y="6724"/>
                  <a:pt x="37623" y="5907"/>
                  <a:pt x="36982" y="5328"/>
                </a:cubicBezTo>
                <a:cubicBezTo>
                  <a:pt x="36333" y="4749"/>
                  <a:pt x="35422" y="4460"/>
                  <a:pt x="34232" y="4460"/>
                </a:cubicBezTo>
                <a:lnTo>
                  <a:pt x="30858" y="4460"/>
                </a:lnTo>
                <a:close/>
              </a:path>
            </a:pathLst>
          </a:custGeom>
          <a:solidFill>
            <a:srgbClr val="7E57C2"/>
          </a:solidFill>
          <a:ln w="631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87" name="TextBox 1686">
            <a:extLst>
              <a:ext uri="{FF2B5EF4-FFF2-40B4-BE49-F238E27FC236}">
                <a16:creationId xmlns:a16="http://schemas.microsoft.com/office/drawing/2014/main" id="{BEEA71C0-8797-A5BF-BAFF-02177021CBE2}"/>
              </a:ext>
            </a:extLst>
          </p:cNvPr>
          <p:cNvSpPr>
            <a:spLocks noGrp="1"/>
          </p:cNvSpPr>
          <p:nvPr/>
        </p:nvSpPr>
        <p:spPr>
          <a:xfrm>
            <a:off x="4125572" y="3245296"/>
            <a:ext cx="67172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00">
                <a:solidFill>
                  <a:srgbClr val="2F6F9F"/>
                </a:solidFill>
              </a:rPr>
              <a:t>Pass rate (%)</a:t>
            </a:r>
          </a:p>
        </p:txBody>
      </p:sp>
      <p:sp>
        <p:nvSpPr>
          <p:cNvPr id="1688" name="TextBox 1687">
            <a:extLst>
              <a:ext uri="{FF2B5EF4-FFF2-40B4-BE49-F238E27FC236}">
                <a16:creationId xmlns:a16="http://schemas.microsoft.com/office/drawing/2014/main" id="{2910104B-58E8-D693-311E-FC1954422693}"/>
              </a:ext>
            </a:extLst>
          </p:cNvPr>
          <p:cNvSpPr>
            <a:spLocks noGrp="1"/>
          </p:cNvSpPr>
          <p:nvPr/>
        </p:nvSpPr>
        <p:spPr>
          <a:xfrm>
            <a:off x="4850299" y="3252193"/>
            <a:ext cx="1241089" cy="27432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/>
          <a:p>
            <a:pPr algn="ctr">
              <a:buNone/>
            </a:pPr>
            <a:r>
              <a:rPr sz="600">
                <a:solidFill>
                  <a:srgbClr val="2F6F9F"/>
                </a:solidFill>
              </a:rPr>
              <a:t>Generated hypothesis examples </a:t>
            </a:r>
          </a:p>
        </p:txBody>
      </p:sp>
      <p:sp>
        <p:nvSpPr>
          <p:cNvPr id="1689" name="TextBox 1688">
            <a:extLst>
              <a:ext uri="{FF2B5EF4-FFF2-40B4-BE49-F238E27FC236}">
                <a16:creationId xmlns:a16="http://schemas.microsoft.com/office/drawing/2014/main" id="{C450CA80-BF95-023C-258E-713ABC7EE8BC}"/>
              </a:ext>
            </a:extLst>
          </p:cNvPr>
          <p:cNvSpPr>
            <a:spLocks noGrp="1"/>
          </p:cNvSpPr>
          <p:nvPr/>
        </p:nvSpPr>
        <p:spPr>
          <a:xfrm>
            <a:off x="4209397" y="3497681"/>
            <a:ext cx="762000" cy="169259"/>
          </a:xfrm>
          <a:prstGeom prst="rect">
            <a:avLst/>
          </a:prstGeom>
          <a:noFill/>
        </p:spPr>
        <p:txBody>
          <a:bodyPr wrap="square" lIns="91440" tIns="45720" rIns="0" bIns="45720">
            <a:spAutoFit/>
          </a:bodyPr>
          <a:lstStyle/>
          <a:p>
            <a:r>
              <a:rPr sz="500"/>
              <a:t>GO:BP 8/13 (62%) </a:t>
            </a:r>
          </a:p>
        </p:txBody>
      </p:sp>
      <p:sp>
        <p:nvSpPr>
          <p:cNvPr id="1690" name="TextBox 1689">
            <a:extLst>
              <a:ext uri="{FF2B5EF4-FFF2-40B4-BE49-F238E27FC236}">
                <a16:creationId xmlns:a16="http://schemas.microsoft.com/office/drawing/2014/main" id="{746C0997-375A-EF0A-ABED-1E76B018A502}"/>
              </a:ext>
            </a:extLst>
          </p:cNvPr>
          <p:cNvSpPr>
            <a:spLocks noGrp="1"/>
          </p:cNvSpPr>
          <p:nvPr/>
        </p:nvSpPr>
        <p:spPr>
          <a:xfrm>
            <a:off x="4209629" y="3642687"/>
            <a:ext cx="762000" cy="169259"/>
          </a:xfrm>
          <a:prstGeom prst="rect">
            <a:avLst/>
          </a:prstGeom>
          <a:noFill/>
        </p:spPr>
        <p:txBody>
          <a:bodyPr wrap="square" lIns="91440" tIns="45720" rIns="0" bIns="45720">
            <a:spAutoFit/>
          </a:bodyPr>
          <a:lstStyle/>
          <a:p>
            <a:r>
              <a:rPr sz="500"/>
              <a:t>GO:MF 1/8 (12%) </a:t>
            </a:r>
          </a:p>
        </p:txBody>
      </p:sp>
      <p:sp>
        <p:nvSpPr>
          <p:cNvPr id="1691" name="TextBox 1690">
            <a:extLst>
              <a:ext uri="{FF2B5EF4-FFF2-40B4-BE49-F238E27FC236}">
                <a16:creationId xmlns:a16="http://schemas.microsoft.com/office/drawing/2014/main" id="{F6BFB1BB-39D1-F2C7-45DB-4A444F822320}"/>
              </a:ext>
            </a:extLst>
          </p:cNvPr>
          <p:cNvSpPr>
            <a:spLocks noGrp="1"/>
          </p:cNvSpPr>
          <p:nvPr/>
        </p:nvSpPr>
        <p:spPr>
          <a:xfrm>
            <a:off x="4212348" y="3775155"/>
            <a:ext cx="762000" cy="169259"/>
          </a:xfrm>
          <a:prstGeom prst="rect">
            <a:avLst/>
          </a:prstGeom>
          <a:noFill/>
        </p:spPr>
        <p:txBody>
          <a:bodyPr wrap="square" lIns="91440" tIns="45720" rIns="0" bIns="45720">
            <a:spAutoFit/>
          </a:bodyPr>
          <a:lstStyle/>
          <a:p>
            <a:r>
              <a:rPr sz="500"/>
              <a:t>GO:CC 2/7 (29%) </a:t>
            </a:r>
          </a:p>
        </p:txBody>
      </p:sp>
      <p:sp>
        <p:nvSpPr>
          <p:cNvPr id="1692" name="TextBox 1691">
            <a:extLst>
              <a:ext uri="{FF2B5EF4-FFF2-40B4-BE49-F238E27FC236}">
                <a16:creationId xmlns:a16="http://schemas.microsoft.com/office/drawing/2014/main" id="{C4235115-716D-3623-F2B3-86A7D7AD00FC}"/>
              </a:ext>
            </a:extLst>
          </p:cNvPr>
          <p:cNvSpPr>
            <a:spLocks noGrp="1"/>
          </p:cNvSpPr>
          <p:nvPr/>
        </p:nvSpPr>
        <p:spPr>
          <a:xfrm>
            <a:off x="4214084" y="3902361"/>
            <a:ext cx="762000" cy="169259"/>
          </a:xfrm>
          <a:prstGeom prst="rect">
            <a:avLst/>
          </a:prstGeom>
          <a:noFill/>
        </p:spPr>
        <p:txBody>
          <a:bodyPr wrap="square" lIns="91440" tIns="45720" rIns="0" bIns="45720">
            <a:spAutoFit/>
          </a:bodyPr>
          <a:lstStyle/>
          <a:p>
            <a:r>
              <a:rPr sz="500"/>
              <a:t>KEGG 1/2 (50%) </a:t>
            </a:r>
          </a:p>
        </p:txBody>
      </p:sp>
      <p:sp>
        <p:nvSpPr>
          <p:cNvPr id="1693" name="TextBox 1692">
            <a:extLst>
              <a:ext uri="{FF2B5EF4-FFF2-40B4-BE49-F238E27FC236}">
                <a16:creationId xmlns:a16="http://schemas.microsoft.com/office/drawing/2014/main" id="{02B32551-6468-F8EE-34B9-0C4893DC1C6C}"/>
              </a:ext>
            </a:extLst>
          </p:cNvPr>
          <p:cNvSpPr>
            <a:spLocks noGrp="1"/>
          </p:cNvSpPr>
          <p:nvPr/>
        </p:nvSpPr>
        <p:spPr>
          <a:xfrm>
            <a:off x="4215562" y="4042855"/>
            <a:ext cx="762000" cy="169259"/>
          </a:xfrm>
          <a:prstGeom prst="rect">
            <a:avLst/>
          </a:prstGeom>
          <a:noFill/>
        </p:spPr>
        <p:txBody>
          <a:bodyPr wrap="square" lIns="91440" tIns="45720" rIns="0" bIns="45720">
            <a:spAutoFit/>
          </a:bodyPr>
          <a:lstStyle/>
          <a:p>
            <a:r>
              <a:rPr sz="500"/>
              <a:t>REAC 3/4 (75%) </a:t>
            </a:r>
          </a:p>
        </p:txBody>
      </p:sp>
      <p:sp>
        <p:nvSpPr>
          <p:cNvPr id="1694" name="TextBox 1693">
            <a:extLst>
              <a:ext uri="{FF2B5EF4-FFF2-40B4-BE49-F238E27FC236}">
                <a16:creationId xmlns:a16="http://schemas.microsoft.com/office/drawing/2014/main" id="{FE7AE30D-DBD1-EFC1-AA5A-D7C3CD2B154C}"/>
              </a:ext>
            </a:extLst>
          </p:cNvPr>
          <p:cNvSpPr>
            <a:spLocks noGrp="1"/>
          </p:cNvSpPr>
          <p:nvPr/>
        </p:nvSpPr>
        <p:spPr>
          <a:xfrm>
            <a:off x="5080673" y="3450062"/>
            <a:ext cx="802981" cy="21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/>
              <a:t>GO:0009898: cytoplasmic side of plasma membrane (✓)</a:t>
            </a:r>
          </a:p>
        </p:txBody>
      </p:sp>
      <p:sp>
        <p:nvSpPr>
          <p:cNvPr id="1695" name="TextBox 1694">
            <a:extLst>
              <a:ext uri="{FF2B5EF4-FFF2-40B4-BE49-F238E27FC236}">
                <a16:creationId xmlns:a16="http://schemas.microsoft.com/office/drawing/2014/main" id="{6FC181A1-CBD3-065C-D8D4-584D02892760}"/>
              </a:ext>
            </a:extLst>
          </p:cNvPr>
          <p:cNvSpPr>
            <a:spLocks noGrp="1"/>
          </p:cNvSpPr>
          <p:nvPr/>
        </p:nvSpPr>
        <p:spPr>
          <a:xfrm>
            <a:off x="5080663" y="3575669"/>
            <a:ext cx="9458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/>
              <a:t>GO:0007186: G protein-coupled receptor signaling pathway (✓)</a:t>
            </a:r>
          </a:p>
        </p:txBody>
      </p:sp>
      <p:sp>
        <p:nvSpPr>
          <p:cNvPr id="1696" name="TextBox 1695">
            <a:extLst>
              <a:ext uri="{FF2B5EF4-FFF2-40B4-BE49-F238E27FC236}">
                <a16:creationId xmlns:a16="http://schemas.microsoft.com/office/drawing/2014/main" id="{17958562-7641-22D8-9F9D-82E0653EC1A9}"/>
              </a:ext>
            </a:extLst>
          </p:cNvPr>
          <p:cNvSpPr>
            <a:spLocks noGrp="1"/>
          </p:cNvSpPr>
          <p:nvPr/>
        </p:nvSpPr>
        <p:spPr>
          <a:xfrm>
            <a:off x="5083460" y="3720672"/>
            <a:ext cx="8984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/>
              <a:t>GO:0004888: transmembrane signaling receptor activity (✓)</a:t>
            </a:r>
          </a:p>
        </p:txBody>
      </p:sp>
      <p:sp>
        <p:nvSpPr>
          <p:cNvPr id="1697" name="TextBox 1696">
            <a:extLst>
              <a:ext uri="{FF2B5EF4-FFF2-40B4-BE49-F238E27FC236}">
                <a16:creationId xmlns:a16="http://schemas.microsoft.com/office/drawing/2014/main" id="{63DBB458-F3DC-097F-0962-4E95B4DC1D85}"/>
              </a:ext>
            </a:extLst>
          </p:cNvPr>
          <p:cNvSpPr>
            <a:spLocks noGrp="1"/>
          </p:cNvSpPr>
          <p:nvPr/>
        </p:nvSpPr>
        <p:spPr>
          <a:xfrm>
            <a:off x="5084045" y="3865872"/>
            <a:ext cx="938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/>
              <a:t>hsa04062: Chemokine signaling pathway (✓)</a:t>
            </a:r>
          </a:p>
        </p:txBody>
      </p:sp>
      <p:sp>
        <p:nvSpPr>
          <p:cNvPr id="1698" name="TextBox 1697">
            <a:extLst>
              <a:ext uri="{FF2B5EF4-FFF2-40B4-BE49-F238E27FC236}">
                <a16:creationId xmlns:a16="http://schemas.microsoft.com/office/drawing/2014/main" id="{9C66AF0E-0535-1D4C-ACEF-C394859A2365}"/>
              </a:ext>
            </a:extLst>
          </p:cNvPr>
          <p:cNvSpPr>
            <a:spLocks noGrp="1"/>
          </p:cNvSpPr>
          <p:nvPr/>
        </p:nvSpPr>
        <p:spPr>
          <a:xfrm>
            <a:off x="5082368" y="4033886"/>
            <a:ext cx="863539" cy="21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/>
              <a:t>GO:0001817: regulation of cytokine production (✓)</a:t>
            </a:r>
          </a:p>
        </p:txBody>
      </p:sp>
      <p:sp>
        <p:nvSpPr>
          <p:cNvPr id="1699" name="Freeform 1698">
            <a:extLst>
              <a:ext uri="{FF2B5EF4-FFF2-40B4-BE49-F238E27FC236}">
                <a16:creationId xmlns:a16="http://schemas.microsoft.com/office/drawing/2014/main" id="{2C42892D-3428-33B7-1B33-5B68569FDE62}"/>
              </a:ext>
            </a:extLst>
          </p:cNvPr>
          <p:cNvSpPr>
            <a:spLocks noGrp="1"/>
          </p:cNvSpPr>
          <p:nvPr/>
        </p:nvSpPr>
        <p:spPr>
          <a:xfrm>
            <a:off x="4231042" y="3438753"/>
            <a:ext cx="474838" cy="15364"/>
          </a:xfrm>
          <a:custGeom>
            <a:avLst/>
            <a:gdLst/>
            <a:ahLst/>
            <a:cxnLst/>
            <a:rect l="l" t="t" r="r" b="b"/>
            <a:pathLst>
              <a:path w="425694" h="13285">
                <a:moveTo>
                  <a:pt x="0" y="13285"/>
                </a:moveTo>
                <a:lnTo>
                  <a:pt x="425695" y="13285"/>
                </a:lnTo>
                <a:lnTo>
                  <a:pt x="425695" y="0"/>
                </a:lnTo>
                <a:lnTo>
                  <a:pt x="0" y="0"/>
                </a:lnTo>
                <a:close/>
              </a:path>
            </a:pathLst>
          </a:custGeom>
          <a:solidFill>
            <a:srgbClr val="ECECEC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01" name="Freeform 1700">
            <a:extLst>
              <a:ext uri="{FF2B5EF4-FFF2-40B4-BE49-F238E27FC236}">
                <a16:creationId xmlns:a16="http://schemas.microsoft.com/office/drawing/2014/main" id="{3D574529-CBDF-E557-49FD-10F7CEF9B744}"/>
              </a:ext>
            </a:extLst>
          </p:cNvPr>
          <p:cNvSpPr>
            <a:spLocks noGrp="1"/>
          </p:cNvSpPr>
          <p:nvPr/>
        </p:nvSpPr>
        <p:spPr>
          <a:xfrm>
            <a:off x="4935711" y="3511941"/>
            <a:ext cx="129909" cy="49161"/>
          </a:xfrm>
          <a:custGeom>
            <a:avLst/>
            <a:gdLst/>
            <a:ahLst/>
            <a:cxnLst/>
            <a:rect l="l" t="t" r="r" b="b"/>
            <a:pathLst>
              <a:path w="116464" h="42510">
                <a:moveTo>
                  <a:pt x="16062" y="42510"/>
                </a:moveTo>
                <a:lnTo>
                  <a:pt x="100403" y="42510"/>
                </a:lnTo>
                <a:cubicBezTo>
                  <a:pt x="111108" y="42510"/>
                  <a:pt x="116464" y="40740"/>
                  <a:pt x="116464" y="37200"/>
                </a:cubicBezTo>
                <a:lnTo>
                  <a:pt x="116464" y="5311"/>
                </a:lnTo>
                <a:cubicBezTo>
                  <a:pt x="116464" y="1770"/>
                  <a:pt x="111108" y="0"/>
                  <a:pt x="100403" y="0"/>
                </a:cubicBezTo>
                <a:lnTo>
                  <a:pt x="16062" y="0"/>
                </a:lnTo>
                <a:cubicBezTo>
                  <a:pt x="5357" y="0"/>
                  <a:pt x="0" y="1770"/>
                  <a:pt x="0" y="5311"/>
                </a:cubicBezTo>
                <a:lnTo>
                  <a:pt x="0" y="37200"/>
                </a:lnTo>
                <a:cubicBezTo>
                  <a:pt x="0" y="40740"/>
                  <a:pt x="5357" y="42510"/>
                  <a:pt x="16062" y="42510"/>
                </a:cubicBezTo>
                <a:close/>
              </a:path>
            </a:pathLst>
          </a:custGeom>
          <a:solidFill>
            <a:srgbClr val="42A5F5">
              <a:alpha val="12000"/>
            </a:srgbClr>
          </a:solidFill>
          <a:ln w="3369">
            <a:solidFill>
              <a:srgbClr val="42A5F5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02" name="Freeform 1701">
            <a:extLst>
              <a:ext uri="{FF2B5EF4-FFF2-40B4-BE49-F238E27FC236}">
                <a16:creationId xmlns:a16="http://schemas.microsoft.com/office/drawing/2014/main" id="{DDACA802-832A-3450-8EE5-18A96B6BCDAB}"/>
              </a:ext>
            </a:extLst>
          </p:cNvPr>
          <p:cNvSpPr>
            <a:spLocks noGrp="1"/>
          </p:cNvSpPr>
          <p:nvPr/>
        </p:nvSpPr>
        <p:spPr>
          <a:xfrm>
            <a:off x="4976123" y="3518221"/>
            <a:ext cx="49052" cy="28659"/>
          </a:xfrm>
          <a:custGeom>
            <a:avLst/>
            <a:gdLst/>
            <a:ahLst/>
            <a:cxnLst/>
            <a:rect l="l" t="t" r="r" b="b"/>
            <a:pathLst>
              <a:path w="43975" h="24782">
                <a:moveTo>
                  <a:pt x="20145" y="23004"/>
                </a:moveTo>
                <a:cubicBezTo>
                  <a:pt x="19023" y="23591"/>
                  <a:pt x="17850" y="24034"/>
                  <a:pt x="16635" y="24332"/>
                </a:cubicBezTo>
                <a:cubicBezTo>
                  <a:pt x="15421" y="24638"/>
                  <a:pt x="14155" y="24783"/>
                  <a:pt x="12831" y="24783"/>
                </a:cubicBezTo>
                <a:cubicBezTo>
                  <a:pt x="8891" y="24783"/>
                  <a:pt x="5762" y="23668"/>
                  <a:pt x="3459" y="21447"/>
                </a:cubicBezTo>
                <a:cubicBezTo>
                  <a:pt x="1156" y="19225"/>
                  <a:pt x="0" y="16204"/>
                  <a:pt x="0" y="12400"/>
                </a:cubicBezTo>
                <a:cubicBezTo>
                  <a:pt x="0" y="8579"/>
                  <a:pt x="1156" y="5558"/>
                  <a:pt x="3459" y="3336"/>
                </a:cubicBezTo>
                <a:cubicBezTo>
                  <a:pt x="5762" y="1115"/>
                  <a:pt x="8891" y="0"/>
                  <a:pt x="12831" y="0"/>
                </a:cubicBezTo>
                <a:cubicBezTo>
                  <a:pt x="14155" y="0"/>
                  <a:pt x="15421" y="153"/>
                  <a:pt x="16635" y="451"/>
                </a:cubicBezTo>
                <a:cubicBezTo>
                  <a:pt x="17850" y="749"/>
                  <a:pt x="19023" y="1192"/>
                  <a:pt x="20145" y="1779"/>
                </a:cubicBezTo>
                <a:lnTo>
                  <a:pt x="20145" y="6715"/>
                </a:lnTo>
                <a:cubicBezTo>
                  <a:pt x="19014" y="5940"/>
                  <a:pt x="17892" y="5370"/>
                  <a:pt x="16796" y="5004"/>
                </a:cubicBezTo>
                <a:cubicBezTo>
                  <a:pt x="15699" y="4647"/>
                  <a:pt x="14535" y="4468"/>
                  <a:pt x="13329" y="4468"/>
                </a:cubicBezTo>
                <a:cubicBezTo>
                  <a:pt x="11144" y="4468"/>
                  <a:pt x="9431" y="5166"/>
                  <a:pt x="8183" y="6579"/>
                </a:cubicBezTo>
                <a:cubicBezTo>
                  <a:pt x="6943" y="7983"/>
                  <a:pt x="6318" y="9924"/>
                  <a:pt x="6318" y="12400"/>
                </a:cubicBezTo>
                <a:cubicBezTo>
                  <a:pt x="6318" y="14868"/>
                  <a:pt x="6943" y="16800"/>
                  <a:pt x="8183" y="18213"/>
                </a:cubicBezTo>
                <a:cubicBezTo>
                  <a:pt x="9431" y="19617"/>
                  <a:pt x="11144" y="20323"/>
                  <a:pt x="13329" y="20323"/>
                </a:cubicBezTo>
                <a:cubicBezTo>
                  <a:pt x="14535" y="20323"/>
                  <a:pt x="15699" y="20136"/>
                  <a:pt x="16796" y="19778"/>
                </a:cubicBezTo>
                <a:cubicBezTo>
                  <a:pt x="17892" y="19413"/>
                  <a:pt x="19014" y="18842"/>
                  <a:pt x="20145" y="18060"/>
                </a:cubicBezTo>
                <a:lnTo>
                  <a:pt x="20145" y="23004"/>
                </a:lnTo>
                <a:close/>
                <a:moveTo>
                  <a:pt x="43976" y="23004"/>
                </a:moveTo>
                <a:cubicBezTo>
                  <a:pt x="42854" y="23591"/>
                  <a:pt x="41690" y="24034"/>
                  <a:pt x="40475" y="24332"/>
                </a:cubicBezTo>
                <a:cubicBezTo>
                  <a:pt x="39260" y="24638"/>
                  <a:pt x="37986" y="24783"/>
                  <a:pt x="36670" y="24783"/>
                </a:cubicBezTo>
                <a:cubicBezTo>
                  <a:pt x="32722" y="24783"/>
                  <a:pt x="29601" y="23668"/>
                  <a:pt x="27298" y="21447"/>
                </a:cubicBezTo>
                <a:cubicBezTo>
                  <a:pt x="24987" y="19225"/>
                  <a:pt x="23839" y="16204"/>
                  <a:pt x="23839" y="12400"/>
                </a:cubicBezTo>
                <a:cubicBezTo>
                  <a:pt x="23839" y="8579"/>
                  <a:pt x="24987" y="5558"/>
                  <a:pt x="27298" y="3336"/>
                </a:cubicBezTo>
                <a:cubicBezTo>
                  <a:pt x="29601" y="1115"/>
                  <a:pt x="32722" y="0"/>
                  <a:pt x="36670" y="0"/>
                </a:cubicBezTo>
                <a:cubicBezTo>
                  <a:pt x="37986" y="0"/>
                  <a:pt x="39260" y="153"/>
                  <a:pt x="40475" y="451"/>
                </a:cubicBezTo>
                <a:cubicBezTo>
                  <a:pt x="41690" y="749"/>
                  <a:pt x="42854" y="1192"/>
                  <a:pt x="43976" y="1779"/>
                </a:cubicBezTo>
                <a:lnTo>
                  <a:pt x="43976" y="6715"/>
                </a:lnTo>
                <a:cubicBezTo>
                  <a:pt x="42845" y="5940"/>
                  <a:pt x="41732" y="5370"/>
                  <a:pt x="40627" y="5004"/>
                </a:cubicBezTo>
                <a:cubicBezTo>
                  <a:pt x="39530" y="4647"/>
                  <a:pt x="38374" y="4468"/>
                  <a:pt x="37160" y="4468"/>
                </a:cubicBezTo>
                <a:cubicBezTo>
                  <a:pt x="34983" y="4468"/>
                  <a:pt x="33271" y="5166"/>
                  <a:pt x="32022" y="6579"/>
                </a:cubicBezTo>
                <a:cubicBezTo>
                  <a:pt x="30774" y="7983"/>
                  <a:pt x="30150" y="9924"/>
                  <a:pt x="30150" y="12400"/>
                </a:cubicBezTo>
                <a:cubicBezTo>
                  <a:pt x="30150" y="14868"/>
                  <a:pt x="30774" y="16800"/>
                  <a:pt x="32022" y="18213"/>
                </a:cubicBezTo>
                <a:cubicBezTo>
                  <a:pt x="33271" y="19617"/>
                  <a:pt x="34983" y="20323"/>
                  <a:pt x="37160" y="20323"/>
                </a:cubicBezTo>
                <a:cubicBezTo>
                  <a:pt x="38374" y="20323"/>
                  <a:pt x="39530" y="20136"/>
                  <a:pt x="40627" y="19778"/>
                </a:cubicBezTo>
                <a:cubicBezTo>
                  <a:pt x="41732" y="19413"/>
                  <a:pt x="42845" y="18842"/>
                  <a:pt x="43976" y="18060"/>
                </a:cubicBezTo>
                <a:lnTo>
                  <a:pt x="43976" y="23004"/>
                </a:lnTo>
                <a:close/>
              </a:path>
            </a:pathLst>
          </a:custGeom>
          <a:solidFill>
            <a:srgbClr val="42A5F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03" name="Freeform 1702">
            <a:extLst>
              <a:ext uri="{FF2B5EF4-FFF2-40B4-BE49-F238E27FC236}">
                <a16:creationId xmlns:a16="http://schemas.microsoft.com/office/drawing/2014/main" id="{399058A7-8832-7BBF-9522-5687E02E91CC}"/>
              </a:ext>
            </a:extLst>
          </p:cNvPr>
          <p:cNvSpPr>
            <a:spLocks noGrp="1"/>
          </p:cNvSpPr>
          <p:nvPr/>
        </p:nvSpPr>
        <p:spPr>
          <a:xfrm>
            <a:off x="4228670" y="3433446"/>
            <a:ext cx="216156" cy="21151"/>
          </a:xfrm>
          <a:custGeom>
            <a:avLst/>
            <a:gdLst/>
            <a:ahLst/>
            <a:cxnLst/>
            <a:rect l="l" t="t" r="r" b="b"/>
            <a:pathLst>
              <a:path w="400576" h="21151">
                <a:moveTo>
                  <a:pt x="0" y="21151"/>
                </a:moveTo>
                <a:lnTo>
                  <a:pt x="400577" y="21151"/>
                </a:lnTo>
                <a:lnTo>
                  <a:pt x="40057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06" name="Freeform 1705">
            <a:extLst>
              <a:ext uri="{FF2B5EF4-FFF2-40B4-BE49-F238E27FC236}">
                <a16:creationId xmlns:a16="http://schemas.microsoft.com/office/drawing/2014/main" id="{FA09E8F0-720B-3AC1-8332-3D877D22D44F}"/>
              </a:ext>
            </a:extLst>
          </p:cNvPr>
          <p:cNvSpPr>
            <a:spLocks noGrp="1"/>
          </p:cNvSpPr>
          <p:nvPr/>
        </p:nvSpPr>
        <p:spPr>
          <a:xfrm>
            <a:off x="4936426" y="3806295"/>
            <a:ext cx="140949" cy="59223"/>
          </a:xfrm>
          <a:custGeom>
            <a:avLst/>
            <a:gdLst/>
            <a:ahLst/>
            <a:cxnLst/>
            <a:rect l="l" t="t" r="r" b="b"/>
            <a:pathLst>
              <a:path w="140949" h="59223">
                <a:moveTo>
                  <a:pt x="15470" y="59223"/>
                </a:moveTo>
                <a:lnTo>
                  <a:pt x="125479" y="59223"/>
                </a:lnTo>
                <a:cubicBezTo>
                  <a:pt x="135792" y="59223"/>
                  <a:pt x="140949" y="56050"/>
                  <a:pt x="140949" y="49705"/>
                </a:cubicBezTo>
                <a:lnTo>
                  <a:pt x="140949" y="9518"/>
                </a:lnTo>
                <a:cubicBezTo>
                  <a:pt x="140949" y="3173"/>
                  <a:pt x="135792" y="0"/>
                  <a:pt x="125479" y="0"/>
                </a:cubicBezTo>
                <a:lnTo>
                  <a:pt x="15470" y="0"/>
                </a:lnTo>
                <a:cubicBezTo>
                  <a:pt x="5157" y="0"/>
                  <a:pt x="0" y="3173"/>
                  <a:pt x="0" y="9518"/>
                </a:cubicBezTo>
                <a:lnTo>
                  <a:pt x="0" y="49705"/>
                </a:lnTo>
                <a:cubicBezTo>
                  <a:pt x="0" y="56050"/>
                  <a:pt x="5157" y="59223"/>
                  <a:pt x="15470" y="59223"/>
                </a:cubicBezTo>
                <a:close/>
              </a:path>
            </a:pathLst>
          </a:custGeom>
          <a:solidFill>
            <a:srgbClr val="26A69A">
              <a:alpha val="13000"/>
            </a:srgbClr>
          </a:solidFill>
          <a:ln w="4429">
            <a:solidFill>
              <a:srgbClr val="26A69A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07" name="Freeform 1706">
            <a:extLst>
              <a:ext uri="{FF2B5EF4-FFF2-40B4-BE49-F238E27FC236}">
                <a16:creationId xmlns:a16="http://schemas.microsoft.com/office/drawing/2014/main" id="{A1E81020-A1F1-C623-16AA-6803A3111303}"/>
              </a:ext>
            </a:extLst>
          </p:cNvPr>
          <p:cNvSpPr>
            <a:spLocks noGrp="1"/>
          </p:cNvSpPr>
          <p:nvPr/>
        </p:nvSpPr>
        <p:spPr>
          <a:xfrm>
            <a:off x="4976592" y="3816773"/>
            <a:ext cx="60596" cy="29689"/>
          </a:xfrm>
          <a:custGeom>
            <a:avLst/>
            <a:gdLst/>
            <a:ahLst/>
            <a:cxnLst/>
            <a:rect l="l" t="t" r="r" b="b"/>
            <a:pathLst>
              <a:path w="60596" h="29689">
                <a:moveTo>
                  <a:pt x="0" y="0"/>
                </a:moveTo>
                <a:lnTo>
                  <a:pt x="9649" y="0"/>
                </a:lnTo>
                <a:lnTo>
                  <a:pt x="16342" y="15889"/>
                </a:lnTo>
                <a:lnTo>
                  <a:pt x="23079" y="0"/>
                </a:lnTo>
                <a:lnTo>
                  <a:pt x="32709" y="0"/>
                </a:lnTo>
                <a:lnTo>
                  <a:pt x="32709" y="29690"/>
                </a:lnTo>
                <a:lnTo>
                  <a:pt x="25544" y="29690"/>
                </a:lnTo>
                <a:lnTo>
                  <a:pt x="25544" y="7973"/>
                </a:lnTo>
                <a:lnTo>
                  <a:pt x="18769" y="23982"/>
                </a:lnTo>
                <a:lnTo>
                  <a:pt x="13960" y="23982"/>
                </a:lnTo>
                <a:lnTo>
                  <a:pt x="7185" y="7973"/>
                </a:lnTo>
                <a:lnTo>
                  <a:pt x="7185" y="29690"/>
                </a:lnTo>
                <a:lnTo>
                  <a:pt x="0" y="29690"/>
                </a:lnTo>
                <a:lnTo>
                  <a:pt x="0" y="0"/>
                </a:lnTo>
                <a:close/>
                <a:moveTo>
                  <a:pt x="40139" y="0"/>
                </a:moveTo>
                <a:lnTo>
                  <a:pt x="60596" y="0"/>
                </a:lnTo>
                <a:lnTo>
                  <a:pt x="60596" y="5790"/>
                </a:lnTo>
                <a:lnTo>
                  <a:pt x="47720" y="5790"/>
                </a:lnTo>
                <a:lnTo>
                  <a:pt x="47720" y="11314"/>
                </a:lnTo>
                <a:lnTo>
                  <a:pt x="59834" y="11314"/>
                </a:lnTo>
                <a:lnTo>
                  <a:pt x="59834" y="17104"/>
                </a:lnTo>
                <a:lnTo>
                  <a:pt x="47720" y="17104"/>
                </a:lnTo>
                <a:lnTo>
                  <a:pt x="47720" y="29690"/>
                </a:lnTo>
                <a:lnTo>
                  <a:pt x="40139" y="29690"/>
                </a:lnTo>
                <a:lnTo>
                  <a:pt x="40139" y="0"/>
                </a:lnTo>
                <a:close/>
              </a:path>
            </a:pathLst>
          </a:custGeom>
          <a:solidFill>
            <a:srgbClr val="26A69A"/>
          </a:solidFill>
          <a:ln w="8857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08" name="Freeform 1707">
            <a:extLst>
              <a:ext uri="{FF2B5EF4-FFF2-40B4-BE49-F238E27FC236}">
                <a16:creationId xmlns:a16="http://schemas.microsoft.com/office/drawing/2014/main" id="{D316424E-521B-4019-D16F-B33A40810318}"/>
              </a:ext>
            </a:extLst>
          </p:cNvPr>
          <p:cNvSpPr>
            <a:spLocks noGrp="1"/>
          </p:cNvSpPr>
          <p:nvPr/>
        </p:nvSpPr>
        <p:spPr>
          <a:xfrm>
            <a:off x="1601340" y="4341430"/>
            <a:ext cx="82506" cy="8950"/>
          </a:xfrm>
          <a:custGeom>
            <a:avLst/>
            <a:gdLst/>
            <a:ahLst/>
            <a:cxnLst/>
            <a:rect l="l" t="t" r="r" b="b"/>
            <a:pathLst>
              <a:path w="82506" h="8950">
                <a:moveTo>
                  <a:pt x="0" y="0"/>
                </a:moveTo>
                <a:lnTo>
                  <a:pt x="82507" y="0"/>
                </a:lnTo>
              </a:path>
            </a:pathLst>
          </a:custGeom>
          <a:noFill/>
          <a:ln w="35429">
            <a:solidFill>
              <a:srgbClr val="D9D9D9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09" name="Freeform 1708">
            <a:extLst>
              <a:ext uri="{FF2B5EF4-FFF2-40B4-BE49-F238E27FC236}">
                <a16:creationId xmlns:a16="http://schemas.microsoft.com/office/drawing/2014/main" id="{41043B16-FF73-D4B8-95DE-47781FE9AAD7}"/>
              </a:ext>
            </a:extLst>
          </p:cNvPr>
          <p:cNvSpPr>
            <a:spLocks noGrp="1"/>
          </p:cNvSpPr>
          <p:nvPr/>
        </p:nvSpPr>
        <p:spPr>
          <a:xfrm>
            <a:off x="4592888" y="4365832"/>
            <a:ext cx="82506" cy="8950"/>
          </a:xfrm>
          <a:custGeom>
            <a:avLst/>
            <a:gdLst/>
            <a:ahLst/>
            <a:cxnLst/>
            <a:rect l="l" t="t" r="r" b="b"/>
            <a:pathLst>
              <a:path w="82506" h="8950">
                <a:moveTo>
                  <a:pt x="0" y="0"/>
                </a:moveTo>
                <a:lnTo>
                  <a:pt x="82507" y="0"/>
                </a:lnTo>
              </a:path>
            </a:pathLst>
          </a:custGeom>
          <a:noFill/>
          <a:ln w="35429">
            <a:solidFill>
              <a:srgbClr val="2F6F9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10" name="TextBox 1709">
            <a:extLst>
              <a:ext uri="{FF2B5EF4-FFF2-40B4-BE49-F238E27FC236}">
                <a16:creationId xmlns:a16="http://schemas.microsoft.com/office/drawing/2014/main" id="{48CFC612-E1C7-10DA-A187-9DD2F6F44988}"/>
              </a:ext>
            </a:extLst>
          </p:cNvPr>
          <p:cNvSpPr>
            <a:spLocks noGrp="1"/>
          </p:cNvSpPr>
          <p:nvPr/>
        </p:nvSpPr>
        <p:spPr>
          <a:xfrm>
            <a:off x="4640583" y="4266229"/>
            <a:ext cx="8097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1">
                <a:solidFill>
                  <a:srgbClr val="2F6F9F"/>
                </a:solidFill>
              </a:rPr>
              <a:t>Refined prompt</a:t>
            </a:r>
          </a:p>
        </p:txBody>
      </p:sp>
      <p:sp>
        <p:nvSpPr>
          <p:cNvPr id="1711" name="TextBox 1710">
            <a:extLst>
              <a:ext uri="{FF2B5EF4-FFF2-40B4-BE49-F238E27FC236}">
                <a16:creationId xmlns:a16="http://schemas.microsoft.com/office/drawing/2014/main" id="{056C833F-0385-36EF-934B-77FD27E3E261}"/>
              </a:ext>
            </a:extLst>
          </p:cNvPr>
          <p:cNvSpPr>
            <a:spLocks noGrp="1"/>
          </p:cNvSpPr>
          <p:nvPr/>
        </p:nvSpPr>
        <p:spPr>
          <a:xfrm>
            <a:off x="1626876" y="4246253"/>
            <a:ext cx="70350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1">
                <a:solidFill>
                  <a:schemeClr val="bg1">
                    <a:lumMod val="50000"/>
                  </a:schemeClr>
                </a:solidFill>
              </a:rPr>
              <a:t>Initial prompt</a:t>
            </a:r>
          </a:p>
        </p:txBody>
      </p:sp>
      <p:sp>
        <p:nvSpPr>
          <p:cNvPr id="1712" name="TextBox 1711">
            <a:extLst>
              <a:ext uri="{FF2B5EF4-FFF2-40B4-BE49-F238E27FC236}">
                <a16:creationId xmlns:a16="http://schemas.microsoft.com/office/drawing/2014/main" id="{30D91E04-BF07-0F7D-BFE8-B063095BFE38}"/>
              </a:ext>
            </a:extLst>
          </p:cNvPr>
          <p:cNvSpPr>
            <a:spLocks noGrp="1"/>
          </p:cNvSpPr>
          <p:nvPr/>
        </p:nvSpPr>
        <p:spPr>
          <a:xfrm>
            <a:off x="2921907" y="4508781"/>
            <a:ext cx="5661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/>
              <a:t>Figure 3</a:t>
            </a:r>
          </a:p>
        </p:txBody>
      </p:sp>
      <p:sp>
        <p:nvSpPr>
          <p:cNvPr id="1713" name="Freeform 1712">
            <a:extLst>
              <a:ext uri="{FF2B5EF4-FFF2-40B4-BE49-F238E27FC236}">
                <a16:creationId xmlns:a16="http://schemas.microsoft.com/office/drawing/2014/main" id="{160AE2A7-3628-4C44-BF24-7526B1BAE02B}"/>
              </a:ext>
            </a:extLst>
          </p:cNvPr>
          <p:cNvSpPr>
            <a:spLocks noGrp="1"/>
          </p:cNvSpPr>
          <p:nvPr/>
        </p:nvSpPr>
        <p:spPr>
          <a:xfrm>
            <a:off x="3381582" y="2890169"/>
            <a:ext cx="2789734" cy="1561542"/>
          </a:xfrm>
          <a:custGeom>
            <a:avLst/>
            <a:gdLst/>
            <a:ahLst/>
            <a:cxnLst/>
            <a:rect l="l" t="t" r="r" b="b"/>
            <a:pathLst>
              <a:path w="3375898" h="1945897">
                <a:moveTo>
                  <a:pt x="0" y="1945897"/>
                </a:moveTo>
                <a:lnTo>
                  <a:pt x="3375898" y="1945897"/>
                </a:lnTo>
                <a:lnTo>
                  <a:pt x="337589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8060"/>
            </a:schemeClr>
          </a:solidFill>
          <a:ln w="7086">
            <a:solidFill>
              <a:schemeClr val="accent6">
                <a:lumMod val="40000"/>
                <a:lumOff val="60000"/>
                <a:alpha val="0"/>
              </a:scheme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14" name="TextBox 1713">
            <a:extLst>
              <a:ext uri="{FF2B5EF4-FFF2-40B4-BE49-F238E27FC236}">
                <a16:creationId xmlns:a16="http://schemas.microsoft.com/office/drawing/2014/main" id="{764205F2-FD46-3874-FC5C-5ABD2053ABBF}"/>
              </a:ext>
            </a:extLst>
          </p:cNvPr>
          <p:cNvSpPr>
            <a:spLocks noGrp="1"/>
          </p:cNvSpPr>
          <p:nvPr/>
        </p:nvSpPr>
        <p:spPr>
          <a:xfrm>
            <a:off x="982278" y="2905512"/>
            <a:ext cx="1568944" cy="33528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/>
          <a:p>
            <a:r>
              <a:rPr sz="800"/>
              <a:t>Crohn's disease × 116 genes </a:t>
            </a:r>
          </a:p>
        </p:txBody>
      </p:sp>
      <p:sp>
        <p:nvSpPr>
          <p:cNvPr id="1715" name="TextBox 1714">
            <a:extLst>
              <a:ext uri="{FF2B5EF4-FFF2-40B4-BE49-F238E27FC236}">
                <a16:creationId xmlns:a16="http://schemas.microsoft.com/office/drawing/2014/main" id="{B21FCE6A-8D10-D78C-A35C-79FC833EEFC1}"/>
              </a:ext>
            </a:extLst>
          </p:cNvPr>
          <p:cNvSpPr>
            <a:spLocks noGrp="1"/>
          </p:cNvSpPr>
          <p:nvPr/>
        </p:nvSpPr>
        <p:spPr>
          <a:xfrm>
            <a:off x="4120969" y="2903853"/>
            <a:ext cx="1568944" cy="33528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/>
          <a:p>
            <a:r>
              <a:rPr sz="800"/>
              <a:t>Crohn's disease × 116 genes </a:t>
            </a:r>
          </a:p>
        </p:txBody>
      </p:sp>
      <p:sp>
        <p:nvSpPr>
          <p:cNvPr id="1716" name="panelA_ci_initial_Overall_line">
            <a:extLst>
              <a:ext uri="{FF2B5EF4-FFF2-40B4-BE49-F238E27FC236}">
                <a16:creationId xmlns:a16="http://schemas.microsoft.com/office/drawing/2014/main" id="{8CA3A82B-80A9-BFAF-F1A7-54B55898B4A3}"/>
              </a:ext>
            </a:extLst>
          </p:cNvPr>
          <p:cNvSpPr>
            <a:spLocks noGrp="1"/>
          </p:cNvSpPr>
          <p:nvPr/>
        </p:nvSpPr>
        <p:spPr>
          <a:xfrm>
            <a:off x="1751297" y="657606"/>
            <a:ext cx="170133" cy="0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17" name="panelA_ci_initial_Overall_lo">
            <a:extLst>
              <a:ext uri="{FF2B5EF4-FFF2-40B4-BE49-F238E27FC236}">
                <a16:creationId xmlns:a16="http://schemas.microsoft.com/office/drawing/2014/main" id="{9D3E24D7-4523-7D6B-A8D9-536B69FCFB47}"/>
              </a:ext>
            </a:extLst>
          </p:cNvPr>
          <p:cNvSpPr>
            <a:spLocks noGrp="1"/>
          </p:cNvSpPr>
          <p:nvPr/>
        </p:nvSpPr>
        <p:spPr>
          <a:xfrm>
            <a:off x="1751297" y="629603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19" name="panelA_ci_initial_Overall_value">
            <a:extLst>
              <a:ext uri="{FF2B5EF4-FFF2-40B4-BE49-F238E27FC236}">
                <a16:creationId xmlns:a16="http://schemas.microsoft.com/office/drawing/2014/main" id="{5A36E613-9356-7CBA-0A93-82F7F1FA5383}"/>
              </a:ext>
            </a:extLst>
          </p:cNvPr>
          <p:cNvSpPr>
            <a:spLocks noGrp="1"/>
          </p:cNvSpPr>
          <p:nvPr/>
        </p:nvSpPr>
        <p:spPr>
          <a:xfrm>
            <a:off x="1934271" y="541973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>
                <a:solidFill>
                  <a:srgbClr val="555555"/>
                </a:solidFill>
                <a:latin typeface="Arial"/>
                <a:ea typeface="Arial"/>
                <a:cs typeface="Arial"/>
              </a:rPr>
              <a:t>29%</a:t>
            </a:r>
          </a:p>
        </p:txBody>
      </p:sp>
      <p:sp>
        <p:nvSpPr>
          <p:cNvPr id="1720" name="panelA_ci_refined_Overall_line">
            <a:extLst>
              <a:ext uri="{FF2B5EF4-FFF2-40B4-BE49-F238E27FC236}">
                <a16:creationId xmlns:a16="http://schemas.microsoft.com/office/drawing/2014/main" id="{E1D30E4F-CCF3-5437-333C-2689E6085F5E}"/>
              </a:ext>
            </a:extLst>
          </p:cNvPr>
          <p:cNvSpPr>
            <a:spLocks noGrp="1"/>
          </p:cNvSpPr>
          <p:nvPr/>
        </p:nvSpPr>
        <p:spPr>
          <a:xfrm>
            <a:off x="2162526" y="752380"/>
            <a:ext cx="300598" cy="0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21" name="panelA_ci_refined_Overall_lo">
            <a:extLst>
              <a:ext uri="{FF2B5EF4-FFF2-40B4-BE49-F238E27FC236}">
                <a16:creationId xmlns:a16="http://schemas.microsoft.com/office/drawing/2014/main" id="{E982EA03-BA46-54E2-5C2F-342E055EB6BB}"/>
              </a:ext>
            </a:extLst>
          </p:cNvPr>
          <p:cNvSpPr>
            <a:spLocks noGrp="1"/>
          </p:cNvSpPr>
          <p:nvPr/>
        </p:nvSpPr>
        <p:spPr>
          <a:xfrm>
            <a:off x="2162526" y="724376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22" name="panelA_ci_refined_Overall_hi">
            <a:extLst>
              <a:ext uri="{FF2B5EF4-FFF2-40B4-BE49-F238E27FC236}">
                <a16:creationId xmlns:a16="http://schemas.microsoft.com/office/drawing/2014/main" id="{27D15664-D593-3DC5-3B6F-BC70FB7DF1F6}"/>
              </a:ext>
            </a:extLst>
          </p:cNvPr>
          <p:cNvSpPr>
            <a:spLocks noGrp="1"/>
          </p:cNvSpPr>
          <p:nvPr/>
        </p:nvSpPr>
        <p:spPr>
          <a:xfrm>
            <a:off x="2463124" y="724376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23" name="panelA_ci_refined_Overall_value">
            <a:extLst>
              <a:ext uri="{FF2B5EF4-FFF2-40B4-BE49-F238E27FC236}">
                <a16:creationId xmlns:a16="http://schemas.microsoft.com/office/drawing/2014/main" id="{A2319BA4-2A78-AED6-B6BE-01AE572569CD}"/>
              </a:ext>
            </a:extLst>
          </p:cNvPr>
          <p:cNvSpPr>
            <a:spLocks noGrp="1"/>
          </p:cNvSpPr>
          <p:nvPr/>
        </p:nvSpPr>
        <p:spPr>
          <a:xfrm>
            <a:off x="2434882" y="612362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1724" name="panelA_ci_initial_GO:BP_line">
            <a:extLst>
              <a:ext uri="{FF2B5EF4-FFF2-40B4-BE49-F238E27FC236}">
                <a16:creationId xmlns:a16="http://schemas.microsoft.com/office/drawing/2014/main" id="{7FD48A0F-3239-6161-0A2E-03EF4BC69785}"/>
              </a:ext>
            </a:extLst>
          </p:cNvPr>
          <p:cNvSpPr>
            <a:spLocks noGrp="1"/>
          </p:cNvSpPr>
          <p:nvPr/>
        </p:nvSpPr>
        <p:spPr>
          <a:xfrm>
            <a:off x="1664908" y="953834"/>
            <a:ext cx="394921" cy="0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25" name="panelA_ci_initial_GO:BP_lo">
            <a:extLst>
              <a:ext uri="{FF2B5EF4-FFF2-40B4-BE49-F238E27FC236}">
                <a16:creationId xmlns:a16="http://schemas.microsoft.com/office/drawing/2014/main" id="{E76E89A6-64DB-7644-6C44-0A488B652821}"/>
              </a:ext>
            </a:extLst>
          </p:cNvPr>
          <p:cNvSpPr>
            <a:spLocks noGrp="1"/>
          </p:cNvSpPr>
          <p:nvPr/>
        </p:nvSpPr>
        <p:spPr>
          <a:xfrm>
            <a:off x="1664908" y="925830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26" name="panelA_ci_initial_GO:BP_hi">
            <a:extLst>
              <a:ext uri="{FF2B5EF4-FFF2-40B4-BE49-F238E27FC236}">
                <a16:creationId xmlns:a16="http://schemas.microsoft.com/office/drawing/2014/main" id="{B263B40E-2CB2-95EB-203E-C488F09C81F1}"/>
              </a:ext>
            </a:extLst>
          </p:cNvPr>
          <p:cNvSpPr>
            <a:spLocks noGrp="1"/>
          </p:cNvSpPr>
          <p:nvPr/>
        </p:nvSpPr>
        <p:spPr>
          <a:xfrm>
            <a:off x="2059829" y="925830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27" name="panelA_ci_initial_GO:BP_value">
            <a:extLst>
              <a:ext uri="{FF2B5EF4-FFF2-40B4-BE49-F238E27FC236}">
                <a16:creationId xmlns:a16="http://schemas.microsoft.com/office/drawing/2014/main" id="{F946E81A-157E-8A05-BC39-2DE87DB3D5CC}"/>
              </a:ext>
            </a:extLst>
          </p:cNvPr>
          <p:cNvSpPr>
            <a:spLocks noGrp="1"/>
          </p:cNvSpPr>
          <p:nvPr/>
        </p:nvSpPr>
        <p:spPr>
          <a:xfrm>
            <a:off x="1964829" y="828961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>
                <a:solidFill>
                  <a:srgbClr val="555555"/>
                </a:solidFill>
                <a:latin typeface="Arial"/>
                <a:ea typeface="Arial"/>
                <a:cs typeface="Arial"/>
              </a:rPr>
              <a:t>29%</a:t>
            </a:r>
          </a:p>
        </p:txBody>
      </p:sp>
      <p:sp>
        <p:nvSpPr>
          <p:cNvPr id="1728" name="panelA_ci_refined_GO:BP_line">
            <a:extLst>
              <a:ext uri="{FF2B5EF4-FFF2-40B4-BE49-F238E27FC236}">
                <a16:creationId xmlns:a16="http://schemas.microsoft.com/office/drawing/2014/main" id="{0CFBE46F-691F-D1A9-116C-5651C5B16CCE}"/>
              </a:ext>
            </a:extLst>
          </p:cNvPr>
          <p:cNvSpPr>
            <a:spLocks noGrp="1"/>
          </p:cNvSpPr>
          <p:nvPr/>
        </p:nvSpPr>
        <p:spPr>
          <a:xfrm>
            <a:off x="2136962" y="1048607"/>
            <a:ext cx="219939" cy="0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29" name="panelA_ci_refined_GO:BP_lo">
            <a:extLst>
              <a:ext uri="{FF2B5EF4-FFF2-40B4-BE49-F238E27FC236}">
                <a16:creationId xmlns:a16="http://schemas.microsoft.com/office/drawing/2014/main" id="{A4AAA3B7-0DA6-A0C1-6018-68205A091553}"/>
              </a:ext>
            </a:extLst>
          </p:cNvPr>
          <p:cNvSpPr>
            <a:spLocks noGrp="1"/>
          </p:cNvSpPr>
          <p:nvPr/>
        </p:nvSpPr>
        <p:spPr>
          <a:xfrm>
            <a:off x="2136962" y="1020604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30" name="panelA_ci_refined_GO:BP_hi">
            <a:extLst>
              <a:ext uri="{FF2B5EF4-FFF2-40B4-BE49-F238E27FC236}">
                <a16:creationId xmlns:a16="http://schemas.microsoft.com/office/drawing/2014/main" id="{77072CCE-842A-717F-4CA3-DB37882A7C9C}"/>
              </a:ext>
            </a:extLst>
          </p:cNvPr>
          <p:cNvSpPr>
            <a:spLocks noGrp="1"/>
          </p:cNvSpPr>
          <p:nvPr/>
        </p:nvSpPr>
        <p:spPr>
          <a:xfrm>
            <a:off x="2356901" y="1020604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31" name="panelA_ci_refined_GO:BP_value">
            <a:extLst>
              <a:ext uri="{FF2B5EF4-FFF2-40B4-BE49-F238E27FC236}">
                <a16:creationId xmlns:a16="http://schemas.microsoft.com/office/drawing/2014/main" id="{747B2E3E-5D5A-96FF-4B6F-79AC1695F3C6}"/>
              </a:ext>
            </a:extLst>
          </p:cNvPr>
          <p:cNvSpPr>
            <a:spLocks noGrp="1"/>
          </p:cNvSpPr>
          <p:nvPr/>
        </p:nvSpPr>
        <p:spPr>
          <a:xfrm>
            <a:off x="2384409" y="925259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38%</a:t>
            </a:r>
          </a:p>
        </p:txBody>
      </p:sp>
      <p:sp>
        <p:nvSpPr>
          <p:cNvPr id="1732" name="panelA_ci_initial_GO:MF_line">
            <a:extLst>
              <a:ext uri="{FF2B5EF4-FFF2-40B4-BE49-F238E27FC236}">
                <a16:creationId xmlns:a16="http://schemas.microsoft.com/office/drawing/2014/main" id="{F9C60491-1458-5BD0-3D83-EC66EF0E7A0A}"/>
              </a:ext>
            </a:extLst>
          </p:cNvPr>
          <p:cNvSpPr>
            <a:spLocks noGrp="1"/>
          </p:cNvSpPr>
          <p:nvPr/>
        </p:nvSpPr>
        <p:spPr>
          <a:xfrm>
            <a:off x="1702373" y="1250061"/>
            <a:ext cx="306769" cy="0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33" name="panelA_ci_initial_GO:MF_lo">
            <a:extLst>
              <a:ext uri="{FF2B5EF4-FFF2-40B4-BE49-F238E27FC236}">
                <a16:creationId xmlns:a16="http://schemas.microsoft.com/office/drawing/2014/main" id="{0AA9CD84-2A11-7FD0-DD18-42A22B09B771}"/>
              </a:ext>
            </a:extLst>
          </p:cNvPr>
          <p:cNvSpPr>
            <a:spLocks noGrp="1"/>
          </p:cNvSpPr>
          <p:nvPr/>
        </p:nvSpPr>
        <p:spPr>
          <a:xfrm>
            <a:off x="1702373" y="1222058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34" name="panelA_ci_initial_GO:MF_hi">
            <a:extLst>
              <a:ext uri="{FF2B5EF4-FFF2-40B4-BE49-F238E27FC236}">
                <a16:creationId xmlns:a16="http://schemas.microsoft.com/office/drawing/2014/main" id="{0E9C9875-E769-C3CA-342C-9B344106761A}"/>
              </a:ext>
            </a:extLst>
          </p:cNvPr>
          <p:cNvSpPr>
            <a:spLocks noGrp="1"/>
          </p:cNvSpPr>
          <p:nvPr/>
        </p:nvSpPr>
        <p:spPr>
          <a:xfrm>
            <a:off x="2009142" y="1222058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35" name="panelA_ci_initial_GO:MF_value">
            <a:extLst>
              <a:ext uri="{FF2B5EF4-FFF2-40B4-BE49-F238E27FC236}">
                <a16:creationId xmlns:a16="http://schemas.microsoft.com/office/drawing/2014/main" id="{C4495C7C-FFD7-D39A-2F54-EC06DCB1E692}"/>
              </a:ext>
            </a:extLst>
          </p:cNvPr>
          <p:cNvSpPr>
            <a:spLocks noGrp="1"/>
          </p:cNvSpPr>
          <p:nvPr/>
        </p:nvSpPr>
        <p:spPr>
          <a:xfrm>
            <a:off x="1973731" y="1129379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>
                <a:solidFill>
                  <a:srgbClr val="555555"/>
                </a:solidFill>
                <a:latin typeface="Arial"/>
                <a:ea typeface="Arial"/>
                <a:cs typeface="Arial"/>
              </a:rPr>
              <a:t>29%</a:t>
            </a:r>
          </a:p>
        </p:txBody>
      </p:sp>
      <p:sp>
        <p:nvSpPr>
          <p:cNvPr id="1736" name="panelA_ci_refined_GO:MF_line">
            <a:extLst>
              <a:ext uri="{FF2B5EF4-FFF2-40B4-BE49-F238E27FC236}">
                <a16:creationId xmlns:a16="http://schemas.microsoft.com/office/drawing/2014/main" id="{8D270FE2-9556-2020-CA5D-4B4E6FDDBD6D}"/>
              </a:ext>
            </a:extLst>
          </p:cNvPr>
          <p:cNvSpPr>
            <a:spLocks noGrp="1"/>
          </p:cNvSpPr>
          <p:nvPr/>
        </p:nvSpPr>
        <p:spPr>
          <a:xfrm>
            <a:off x="2271835" y="1344835"/>
            <a:ext cx="324399" cy="0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37" name="panelA_ci_refined_GO:MF_lo">
            <a:extLst>
              <a:ext uri="{FF2B5EF4-FFF2-40B4-BE49-F238E27FC236}">
                <a16:creationId xmlns:a16="http://schemas.microsoft.com/office/drawing/2014/main" id="{1E9A924D-1516-62FE-907B-8C7D2A3CB8A9}"/>
              </a:ext>
            </a:extLst>
          </p:cNvPr>
          <p:cNvSpPr>
            <a:spLocks noGrp="1"/>
          </p:cNvSpPr>
          <p:nvPr/>
        </p:nvSpPr>
        <p:spPr>
          <a:xfrm>
            <a:off x="2271835" y="1316831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38" name="panelA_ci_refined_GO:MF_hi">
            <a:extLst>
              <a:ext uri="{FF2B5EF4-FFF2-40B4-BE49-F238E27FC236}">
                <a16:creationId xmlns:a16="http://schemas.microsoft.com/office/drawing/2014/main" id="{9C67A3B6-521E-56DE-342F-709585D95EC3}"/>
              </a:ext>
            </a:extLst>
          </p:cNvPr>
          <p:cNvSpPr>
            <a:spLocks noGrp="1"/>
          </p:cNvSpPr>
          <p:nvPr/>
        </p:nvSpPr>
        <p:spPr>
          <a:xfrm>
            <a:off x="2596234" y="1316831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39" name="panelA_ci_refined_GO:MF_value">
            <a:extLst>
              <a:ext uri="{FF2B5EF4-FFF2-40B4-BE49-F238E27FC236}">
                <a16:creationId xmlns:a16="http://schemas.microsoft.com/office/drawing/2014/main" id="{19E970F3-47FC-18A3-0918-0BDDD73F5D99}"/>
              </a:ext>
            </a:extLst>
          </p:cNvPr>
          <p:cNvSpPr>
            <a:spLocks noGrp="1"/>
          </p:cNvSpPr>
          <p:nvPr/>
        </p:nvSpPr>
        <p:spPr>
          <a:xfrm>
            <a:off x="2584516" y="1216152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42%</a:t>
            </a:r>
          </a:p>
        </p:txBody>
      </p:sp>
      <p:sp>
        <p:nvSpPr>
          <p:cNvPr id="1740" name="panelA_ci_initial_GO:CC_line">
            <a:extLst>
              <a:ext uri="{FF2B5EF4-FFF2-40B4-BE49-F238E27FC236}">
                <a16:creationId xmlns:a16="http://schemas.microsoft.com/office/drawing/2014/main" id="{EC581575-2379-4ED3-C0AC-CCE7996642FF}"/>
              </a:ext>
            </a:extLst>
          </p:cNvPr>
          <p:cNvSpPr>
            <a:spLocks noGrp="1"/>
          </p:cNvSpPr>
          <p:nvPr/>
        </p:nvSpPr>
        <p:spPr>
          <a:xfrm>
            <a:off x="1573671" y="1546289"/>
            <a:ext cx="345115" cy="0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41" name="panelA_ci_initial_GO:CC_lo">
            <a:extLst>
              <a:ext uri="{FF2B5EF4-FFF2-40B4-BE49-F238E27FC236}">
                <a16:creationId xmlns:a16="http://schemas.microsoft.com/office/drawing/2014/main" id="{B6263D3A-060F-B006-2852-EEEEF12A1281}"/>
              </a:ext>
            </a:extLst>
          </p:cNvPr>
          <p:cNvSpPr>
            <a:spLocks noGrp="1"/>
          </p:cNvSpPr>
          <p:nvPr/>
        </p:nvSpPr>
        <p:spPr>
          <a:xfrm>
            <a:off x="1573671" y="1518285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42" name="panelA_ci_initial_GO:CC_hi">
            <a:extLst>
              <a:ext uri="{FF2B5EF4-FFF2-40B4-BE49-F238E27FC236}">
                <a16:creationId xmlns:a16="http://schemas.microsoft.com/office/drawing/2014/main" id="{1D2109FA-2665-4D26-7B80-90BB0B2E3BD8}"/>
              </a:ext>
            </a:extLst>
          </p:cNvPr>
          <p:cNvSpPr>
            <a:spLocks noGrp="1"/>
          </p:cNvSpPr>
          <p:nvPr/>
        </p:nvSpPr>
        <p:spPr>
          <a:xfrm>
            <a:off x="1918786" y="1518285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43" name="panelA_ci_initial_GO:CC_value">
            <a:extLst>
              <a:ext uri="{FF2B5EF4-FFF2-40B4-BE49-F238E27FC236}">
                <a16:creationId xmlns:a16="http://schemas.microsoft.com/office/drawing/2014/main" id="{7B7189FA-72A7-AFFF-2E7D-BA6A8EE65416}"/>
              </a:ext>
            </a:extLst>
          </p:cNvPr>
          <p:cNvSpPr>
            <a:spLocks noGrp="1"/>
          </p:cNvSpPr>
          <p:nvPr/>
        </p:nvSpPr>
        <p:spPr>
          <a:xfrm>
            <a:off x="1878438" y="1424750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>
                <a:solidFill>
                  <a:srgbClr val="555555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1744" name="panelA_ci_refined_GO:CC_line">
            <a:extLst>
              <a:ext uri="{FF2B5EF4-FFF2-40B4-BE49-F238E27FC236}">
                <a16:creationId xmlns:a16="http://schemas.microsoft.com/office/drawing/2014/main" id="{E6BA220D-2643-D80C-7559-4338D6AA17ED}"/>
              </a:ext>
            </a:extLst>
          </p:cNvPr>
          <p:cNvSpPr>
            <a:spLocks noGrp="1"/>
          </p:cNvSpPr>
          <p:nvPr/>
        </p:nvSpPr>
        <p:spPr>
          <a:xfrm>
            <a:off x="2281972" y="1641062"/>
            <a:ext cx="292665" cy="0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45" name="panelA_ci_refined_GO:CC_lo">
            <a:extLst>
              <a:ext uri="{FF2B5EF4-FFF2-40B4-BE49-F238E27FC236}">
                <a16:creationId xmlns:a16="http://schemas.microsoft.com/office/drawing/2014/main" id="{A8F8E485-8FAD-B7A9-A6E9-D6C1926C7059}"/>
              </a:ext>
            </a:extLst>
          </p:cNvPr>
          <p:cNvSpPr>
            <a:spLocks noGrp="1"/>
          </p:cNvSpPr>
          <p:nvPr/>
        </p:nvSpPr>
        <p:spPr>
          <a:xfrm>
            <a:off x="2281972" y="1613059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46" name="panelA_ci_refined_GO:CC_hi">
            <a:extLst>
              <a:ext uri="{FF2B5EF4-FFF2-40B4-BE49-F238E27FC236}">
                <a16:creationId xmlns:a16="http://schemas.microsoft.com/office/drawing/2014/main" id="{0209A786-8F6A-C5DA-3B32-F1A5A08D8C4B}"/>
              </a:ext>
            </a:extLst>
          </p:cNvPr>
          <p:cNvSpPr>
            <a:spLocks noGrp="1"/>
          </p:cNvSpPr>
          <p:nvPr/>
        </p:nvSpPr>
        <p:spPr>
          <a:xfrm>
            <a:off x="2574637" y="1613059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47" name="panelA_ci_refined_GO:CC_value">
            <a:extLst>
              <a:ext uri="{FF2B5EF4-FFF2-40B4-BE49-F238E27FC236}">
                <a16:creationId xmlns:a16="http://schemas.microsoft.com/office/drawing/2014/main" id="{8990911A-D6CD-A796-0F0D-F3C847CD851C}"/>
              </a:ext>
            </a:extLst>
          </p:cNvPr>
          <p:cNvSpPr>
            <a:spLocks noGrp="1"/>
          </p:cNvSpPr>
          <p:nvPr/>
        </p:nvSpPr>
        <p:spPr>
          <a:xfrm>
            <a:off x="2593311" y="1512094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42%</a:t>
            </a:r>
          </a:p>
        </p:txBody>
      </p:sp>
      <p:sp>
        <p:nvSpPr>
          <p:cNvPr id="1748" name="panelA_ci_initial_KEGG_line">
            <a:extLst>
              <a:ext uri="{FF2B5EF4-FFF2-40B4-BE49-F238E27FC236}">
                <a16:creationId xmlns:a16="http://schemas.microsoft.com/office/drawing/2014/main" id="{453AEB66-5894-68E5-980E-2C4D6E1805B8}"/>
              </a:ext>
            </a:extLst>
          </p:cNvPr>
          <p:cNvSpPr>
            <a:spLocks noGrp="1"/>
          </p:cNvSpPr>
          <p:nvPr/>
        </p:nvSpPr>
        <p:spPr>
          <a:xfrm>
            <a:off x="1748212" y="1842516"/>
            <a:ext cx="550950" cy="0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49" name="panelA_ci_initial_KEGG_lo">
            <a:extLst>
              <a:ext uri="{FF2B5EF4-FFF2-40B4-BE49-F238E27FC236}">
                <a16:creationId xmlns:a16="http://schemas.microsoft.com/office/drawing/2014/main" id="{D1AD6FF8-D54B-5005-592C-3E55E59BB255}"/>
              </a:ext>
            </a:extLst>
          </p:cNvPr>
          <p:cNvSpPr>
            <a:spLocks noGrp="1"/>
          </p:cNvSpPr>
          <p:nvPr/>
        </p:nvSpPr>
        <p:spPr>
          <a:xfrm>
            <a:off x="1748212" y="1814513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50" name="panelA_ci_initial_KEGG_hi">
            <a:extLst>
              <a:ext uri="{FF2B5EF4-FFF2-40B4-BE49-F238E27FC236}">
                <a16:creationId xmlns:a16="http://schemas.microsoft.com/office/drawing/2014/main" id="{1121C7C5-08BC-8D10-C025-40DCA47FB2AB}"/>
              </a:ext>
            </a:extLst>
          </p:cNvPr>
          <p:cNvSpPr>
            <a:spLocks noGrp="1"/>
          </p:cNvSpPr>
          <p:nvPr/>
        </p:nvSpPr>
        <p:spPr>
          <a:xfrm>
            <a:off x="2299162" y="1814513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51" name="panelA_ci_initial_KEGG_value">
            <a:extLst>
              <a:ext uri="{FF2B5EF4-FFF2-40B4-BE49-F238E27FC236}">
                <a16:creationId xmlns:a16="http://schemas.microsoft.com/office/drawing/2014/main" id="{AD139408-8411-39A9-70D9-9D7072012600}"/>
              </a:ext>
            </a:extLst>
          </p:cNvPr>
          <p:cNvSpPr>
            <a:spLocks noGrp="1"/>
          </p:cNvSpPr>
          <p:nvPr/>
        </p:nvSpPr>
        <p:spPr>
          <a:xfrm>
            <a:off x="2193726" y="1716405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>
                <a:solidFill>
                  <a:srgbClr val="555555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1752" name="panelA_ci_refined_KEGG_line">
            <a:extLst>
              <a:ext uri="{FF2B5EF4-FFF2-40B4-BE49-F238E27FC236}">
                <a16:creationId xmlns:a16="http://schemas.microsoft.com/office/drawing/2014/main" id="{D2383524-B298-F820-E2F7-A6A08BD1322D}"/>
              </a:ext>
            </a:extLst>
          </p:cNvPr>
          <p:cNvSpPr>
            <a:spLocks noGrp="1"/>
          </p:cNvSpPr>
          <p:nvPr/>
        </p:nvSpPr>
        <p:spPr>
          <a:xfrm>
            <a:off x="1846060" y="1937290"/>
            <a:ext cx="616623" cy="0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53" name="panelA_ci_refined_KEGG_lo">
            <a:extLst>
              <a:ext uri="{FF2B5EF4-FFF2-40B4-BE49-F238E27FC236}">
                <a16:creationId xmlns:a16="http://schemas.microsoft.com/office/drawing/2014/main" id="{C2B9382B-CB61-AA59-5F66-54256FE12382}"/>
              </a:ext>
            </a:extLst>
          </p:cNvPr>
          <p:cNvSpPr>
            <a:spLocks noGrp="1"/>
          </p:cNvSpPr>
          <p:nvPr/>
        </p:nvSpPr>
        <p:spPr>
          <a:xfrm>
            <a:off x="1846060" y="1909286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54" name="panelA_ci_refined_KEGG_hi">
            <a:extLst>
              <a:ext uri="{FF2B5EF4-FFF2-40B4-BE49-F238E27FC236}">
                <a16:creationId xmlns:a16="http://schemas.microsoft.com/office/drawing/2014/main" id="{3A99B8DB-AAC0-52E4-DD4A-F0461F5A85E6}"/>
              </a:ext>
            </a:extLst>
          </p:cNvPr>
          <p:cNvSpPr>
            <a:spLocks noGrp="1"/>
          </p:cNvSpPr>
          <p:nvPr/>
        </p:nvSpPr>
        <p:spPr>
          <a:xfrm>
            <a:off x="2462684" y="1909286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55" name="panelA_ci_refined_KEGG_value">
            <a:extLst>
              <a:ext uri="{FF2B5EF4-FFF2-40B4-BE49-F238E27FC236}">
                <a16:creationId xmlns:a16="http://schemas.microsoft.com/office/drawing/2014/main" id="{A2241111-F52E-C297-9BCF-B5189B272E4C}"/>
              </a:ext>
            </a:extLst>
          </p:cNvPr>
          <p:cNvSpPr>
            <a:spLocks noGrp="1"/>
          </p:cNvSpPr>
          <p:nvPr/>
        </p:nvSpPr>
        <p:spPr>
          <a:xfrm>
            <a:off x="2418780" y="1809845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37%</a:t>
            </a:r>
          </a:p>
        </p:txBody>
      </p:sp>
      <p:sp>
        <p:nvSpPr>
          <p:cNvPr id="1756" name="panelA_ci_initial_REAC_line">
            <a:extLst>
              <a:ext uri="{FF2B5EF4-FFF2-40B4-BE49-F238E27FC236}">
                <a16:creationId xmlns:a16="http://schemas.microsoft.com/office/drawing/2014/main" id="{24FD9943-5E54-39AC-CD76-1E683E03FD6D}"/>
              </a:ext>
            </a:extLst>
          </p:cNvPr>
          <p:cNvSpPr>
            <a:spLocks noGrp="1"/>
          </p:cNvSpPr>
          <p:nvPr/>
        </p:nvSpPr>
        <p:spPr>
          <a:xfrm>
            <a:off x="1582927" y="2138744"/>
            <a:ext cx="326603" cy="0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57" name="panelA_ci_initial_REAC_lo">
            <a:extLst>
              <a:ext uri="{FF2B5EF4-FFF2-40B4-BE49-F238E27FC236}">
                <a16:creationId xmlns:a16="http://schemas.microsoft.com/office/drawing/2014/main" id="{B7CE4CBF-2B53-5456-828B-5EAE081CF49F}"/>
              </a:ext>
            </a:extLst>
          </p:cNvPr>
          <p:cNvSpPr>
            <a:spLocks noGrp="1"/>
          </p:cNvSpPr>
          <p:nvPr/>
        </p:nvSpPr>
        <p:spPr>
          <a:xfrm>
            <a:off x="1582927" y="2110740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58" name="panelA_ci_initial_REAC_hi">
            <a:extLst>
              <a:ext uri="{FF2B5EF4-FFF2-40B4-BE49-F238E27FC236}">
                <a16:creationId xmlns:a16="http://schemas.microsoft.com/office/drawing/2014/main" id="{1E04ECD3-90D1-8BE8-C60C-D8A60126544E}"/>
              </a:ext>
            </a:extLst>
          </p:cNvPr>
          <p:cNvSpPr>
            <a:spLocks noGrp="1"/>
          </p:cNvSpPr>
          <p:nvPr/>
        </p:nvSpPr>
        <p:spPr>
          <a:xfrm>
            <a:off x="1909530" y="2110740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59" name="panelA_ci_initial_REAC_value">
            <a:extLst>
              <a:ext uri="{FF2B5EF4-FFF2-40B4-BE49-F238E27FC236}">
                <a16:creationId xmlns:a16="http://schemas.microsoft.com/office/drawing/2014/main" id="{C8241AE7-481A-53BA-DF2B-AF4CD573D522}"/>
              </a:ext>
            </a:extLst>
          </p:cNvPr>
          <p:cNvSpPr>
            <a:spLocks noGrp="1"/>
          </p:cNvSpPr>
          <p:nvPr/>
        </p:nvSpPr>
        <p:spPr>
          <a:xfrm>
            <a:off x="1943808" y="2009299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>
                <a:solidFill>
                  <a:srgbClr val="555555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1760" name="panelA_ci_refined_REAC_line">
            <a:extLst>
              <a:ext uri="{FF2B5EF4-FFF2-40B4-BE49-F238E27FC236}">
                <a16:creationId xmlns:a16="http://schemas.microsoft.com/office/drawing/2014/main" id="{A9543079-4C93-2DD9-3B08-66FCB4CDCFAC}"/>
              </a:ext>
            </a:extLst>
          </p:cNvPr>
          <p:cNvSpPr>
            <a:spLocks noGrp="1"/>
          </p:cNvSpPr>
          <p:nvPr/>
        </p:nvSpPr>
        <p:spPr>
          <a:xfrm>
            <a:off x="2062914" y="2233517"/>
            <a:ext cx="488362" cy="0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61" name="panelA_ci_refined_REAC_lo">
            <a:extLst>
              <a:ext uri="{FF2B5EF4-FFF2-40B4-BE49-F238E27FC236}">
                <a16:creationId xmlns:a16="http://schemas.microsoft.com/office/drawing/2014/main" id="{5B316CDF-1B07-C095-D6AB-616F49C59F5A}"/>
              </a:ext>
            </a:extLst>
          </p:cNvPr>
          <p:cNvSpPr>
            <a:spLocks noGrp="1"/>
          </p:cNvSpPr>
          <p:nvPr/>
        </p:nvSpPr>
        <p:spPr>
          <a:xfrm>
            <a:off x="2062914" y="2205514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62" name="panelA_ci_refined_REAC_hi">
            <a:extLst>
              <a:ext uri="{FF2B5EF4-FFF2-40B4-BE49-F238E27FC236}">
                <a16:creationId xmlns:a16="http://schemas.microsoft.com/office/drawing/2014/main" id="{DBDF617B-DB62-6EF6-A729-3CC99FD0F613}"/>
              </a:ext>
            </a:extLst>
          </p:cNvPr>
          <p:cNvSpPr>
            <a:spLocks noGrp="1"/>
          </p:cNvSpPr>
          <p:nvPr/>
        </p:nvSpPr>
        <p:spPr>
          <a:xfrm>
            <a:off x="2551276" y="2205514"/>
            <a:ext cx="0" cy="56007"/>
          </a:xfrm>
          <a:prstGeom prst="line">
            <a:avLst/>
          </a:prstGeom>
          <a:ln w="9525">
            <a:solidFill>
              <a:srgbClr val="1F4F73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763" name="panelA_ci_refined_REAC_value">
            <a:extLst>
              <a:ext uri="{FF2B5EF4-FFF2-40B4-BE49-F238E27FC236}">
                <a16:creationId xmlns:a16="http://schemas.microsoft.com/office/drawing/2014/main" id="{3FDAE1C9-CC71-2B75-9FCC-F7E435F157B6}"/>
              </a:ext>
            </a:extLst>
          </p:cNvPr>
          <p:cNvSpPr>
            <a:spLocks noGrp="1"/>
          </p:cNvSpPr>
          <p:nvPr/>
        </p:nvSpPr>
        <p:spPr>
          <a:xfrm>
            <a:off x="2518966" y="2095881"/>
            <a:ext cx="240030" cy="849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sz="60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3" name="panelA_ci_initial_Overall_lo">
            <a:extLst>
              <a:ext uri="{FF2B5EF4-FFF2-40B4-BE49-F238E27FC236}">
                <a16:creationId xmlns:a16="http://schemas.microsoft.com/office/drawing/2014/main" id="{F64C2974-0860-01DB-3A76-B7D4C07B804A}"/>
              </a:ext>
            </a:extLst>
          </p:cNvPr>
          <p:cNvSpPr>
            <a:spLocks noGrp="1"/>
          </p:cNvSpPr>
          <p:nvPr/>
        </p:nvSpPr>
        <p:spPr>
          <a:xfrm>
            <a:off x="1921430" y="629603"/>
            <a:ext cx="0" cy="56007"/>
          </a:xfrm>
          <a:prstGeom prst="line">
            <a:avLst/>
          </a:prstGeom>
          <a:ln w="9525">
            <a:solidFill>
              <a:srgbClr val="777777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1271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Macintosh PowerPoint</Application>
  <DocSecurity>0</DocSecurity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Zhao, Bingxin</cp:lastModifiedBy>
  <cp:revision>3</cp:revision>
  <dcterms:created xsi:type="dcterms:W3CDTF">2026-08-03T02:22:25Z</dcterms:created>
  <dcterms:modified xsi:type="dcterms:W3CDTF">2026-08-23T00:01:34Z</dcterms:modified>
</cp:coreProperties>
</file>