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360025" cy="38401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4658"/>
  </p:normalViewPr>
  <p:slideViewPr>
    <p:cSldViewPr snapToGrid="0">
      <p:cViewPr varScale="1">
        <p:scale>
          <a:sx n="176" d="100"/>
          <a:sy n="176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Provided manuscript draft: Figure 2 results paragraph, statistics, and reviewer comment.</a:t>
            </a:r>
          </a:p>
          <a:p>
            <a:r>
              <a:rPr dirty="0"/>
              <a:t>- Original Figure 2 PowerPoint: panels A-D and disease-level Figure 2E point geometry.</a:t>
            </a:r>
          </a:p>
          <a:p>
            <a:r>
              <a:rPr dirty="0"/>
              <a:t>- Local IBD Module 91 validation output: positive GO:0009617 example.</a:t>
            </a:r>
          </a:p>
          <a:p>
            <a:r>
              <a:rPr dirty="0"/>
              <a:t>- </a:t>
            </a:r>
            <a:r>
              <a:rPr dirty="0" err="1"/>
              <a:t>Ensembl</a:t>
            </a:r>
            <a:r>
              <a:rPr dirty="0"/>
              <a:t> REST lookup/id (GRCh38): </a:t>
            </a:r>
            <a:r>
              <a:rPr dirty="0" err="1"/>
              <a:t>Ensembl</a:t>
            </a:r>
            <a:r>
              <a:rPr dirty="0"/>
              <a:t>-to-HGNC symbol mapping for both intersection-gene sets.</a:t>
            </a:r>
          </a:p>
          <a:p>
            <a:r>
              <a:rPr dirty="0"/>
              <a:t>- </a:t>
            </a:r>
            <a:r>
              <a:rPr dirty="0" err="1"/>
              <a:t>Reactome</a:t>
            </a:r>
            <a:r>
              <a:rPr dirty="0"/>
              <a:t> R-HSA-5683057, R-HSA-450282, and R-HSA-444250: MAPK-family signaling, MAPK/RSK nuclear targets, and RPS6KA3/RSK2 annotation.</a:t>
            </a:r>
          </a:p>
          <a:p>
            <a:r>
              <a:rPr dirty="0"/>
              <a:t>- NCBI Gene 2353 and 2355: FOS and FOSL2 annotations as AP-1 transcription-factor subunits.</a:t>
            </a:r>
          </a:p>
          <a:p>
            <a:r>
              <a:rPr dirty="0"/>
              <a:t>- Nature Computational Science design references: Jia et al. (2023; s43588-023-00453-y), Liang et al. (2021; s43588-021-00070-7), and </a:t>
            </a:r>
            <a:r>
              <a:rPr dirty="0" err="1"/>
              <a:t>Lotfollahi</a:t>
            </a:r>
            <a:r>
              <a:rPr dirty="0"/>
              <a:t> et al. (2025; s43588-025-00870-1); used for aligned comparison columns, direct labels, and restrained visual hierarchy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CD-path-0002">
            <a:extLst>
              <a:ext uri="{FF2B5EF4-FFF2-40B4-BE49-F238E27FC236}">
                <a16:creationId xmlns:a16="http://schemas.microsoft.com/office/drawing/2014/main" id="{4FC102B1-9306-439C-9452-37015C4F1D67}"/>
              </a:ext>
            </a:extLst>
          </p:cNvPr>
          <p:cNvSpPr>
            <a:spLocks noGrp="1"/>
          </p:cNvSpPr>
          <p:nvPr/>
        </p:nvSpPr>
        <p:spPr>
          <a:xfrm>
            <a:off x="462453" y="457924"/>
            <a:ext cx="4092260" cy="1071494"/>
          </a:xfrm>
          <a:custGeom>
            <a:avLst/>
            <a:gdLst/>
            <a:ahLst/>
            <a:cxnLst/>
            <a:rect l="0" t="0" r="0" b="0"/>
            <a:pathLst>
              <a:path w="4092260" h="1071494">
                <a:moveTo>
                  <a:pt x="0" y="1071494"/>
                </a:moveTo>
                <a:lnTo>
                  <a:pt x="4092260" y="1071494"/>
                </a:lnTo>
                <a:lnTo>
                  <a:pt x="4092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ABCD-path-0003">
            <a:extLst>
              <a:ext uri="{FF2B5EF4-FFF2-40B4-BE49-F238E27FC236}">
                <a16:creationId xmlns:a16="http://schemas.microsoft.com/office/drawing/2014/main" id="{B289DE68-7EF5-45F1-87EA-90E86E52CC63}"/>
              </a:ext>
            </a:extLst>
          </p:cNvPr>
          <p:cNvSpPr>
            <a:spLocks noGrp="1"/>
          </p:cNvSpPr>
          <p:nvPr/>
        </p:nvSpPr>
        <p:spPr>
          <a:xfrm>
            <a:off x="462457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BCD-use-0004">
            <a:extLst>
              <a:ext uri="{FF2B5EF4-FFF2-40B4-BE49-F238E27FC236}">
                <a16:creationId xmlns:a16="http://schemas.microsoft.com/office/drawing/2014/main" id="{67B93182-909E-4D0D-9F57-13104434EFAD}"/>
              </a:ext>
            </a:extLst>
          </p:cNvPr>
          <p:cNvSpPr>
            <a:spLocks noGrp="1"/>
          </p:cNvSpPr>
          <p:nvPr/>
        </p:nvSpPr>
        <p:spPr>
          <a:xfrm>
            <a:off x="462457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ABCD-text-0005-0">
            <a:extLst>
              <a:ext uri="{FF2B5EF4-FFF2-40B4-BE49-F238E27FC236}">
                <a16:creationId xmlns:a16="http://schemas.microsoft.com/office/drawing/2014/main" id="{DF695A78-E09E-4B36-99D1-49AE4BC53435}"/>
              </a:ext>
            </a:extLst>
          </p:cNvPr>
          <p:cNvSpPr>
            <a:spLocks noGrp="1"/>
          </p:cNvSpPr>
          <p:nvPr/>
        </p:nvSpPr>
        <p:spPr>
          <a:xfrm>
            <a:off x="278303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ABCD-path-0006">
            <a:extLst>
              <a:ext uri="{FF2B5EF4-FFF2-40B4-BE49-F238E27FC236}">
                <a16:creationId xmlns:a16="http://schemas.microsoft.com/office/drawing/2014/main" id="{F78ECAAC-0CA9-4727-980E-45CFB2703E49}"/>
              </a:ext>
            </a:extLst>
          </p:cNvPr>
          <p:cNvSpPr>
            <a:spLocks noGrp="1"/>
          </p:cNvSpPr>
          <p:nvPr/>
        </p:nvSpPr>
        <p:spPr>
          <a:xfrm>
            <a:off x="1280909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ABCD-use-0007">
            <a:extLst>
              <a:ext uri="{FF2B5EF4-FFF2-40B4-BE49-F238E27FC236}">
                <a16:creationId xmlns:a16="http://schemas.microsoft.com/office/drawing/2014/main" id="{C3E4FB59-3334-46D9-B047-69A1D01C7056}"/>
              </a:ext>
            </a:extLst>
          </p:cNvPr>
          <p:cNvSpPr>
            <a:spLocks noGrp="1"/>
          </p:cNvSpPr>
          <p:nvPr/>
        </p:nvSpPr>
        <p:spPr>
          <a:xfrm>
            <a:off x="1280909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BCD-text-0008-20">
            <a:extLst>
              <a:ext uri="{FF2B5EF4-FFF2-40B4-BE49-F238E27FC236}">
                <a16:creationId xmlns:a16="http://schemas.microsoft.com/office/drawing/2014/main" id="{0E0870D7-FD72-42C9-8FFD-20C0073E82AC}"/>
              </a:ext>
            </a:extLst>
          </p:cNvPr>
          <p:cNvSpPr>
            <a:spLocks noGrp="1"/>
          </p:cNvSpPr>
          <p:nvPr/>
        </p:nvSpPr>
        <p:spPr>
          <a:xfrm>
            <a:off x="1096755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ABCD-path-0009">
            <a:extLst>
              <a:ext uri="{FF2B5EF4-FFF2-40B4-BE49-F238E27FC236}">
                <a16:creationId xmlns:a16="http://schemas.microsoft.com/office/drawing/2014/main" id="{7E5B90E1-1790-4954-89A5-CC921CFAFE96}"/>
              </a:ext>
            </a:extLst>
          </p:cNvPr>
          <p:cNvSpPr>
            <a:spLocks noGrp="1"/>
          </p:cNvSpPr>
          <p:nvPr/>
        </p:nvSpPr>
        <p:spPr>
          <a:xfrm>
            <a:off x="2099361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ABCD-use-0010">
            <a:extLst>
              <a:ext uri="{FF2B5EF4-FFF2-40B4-BE49-F238E27FC236}">
                <a16:creationId xmlns:a16="http://schemas.microsoft.com/office/drawing/2014/main" id="{40801AE0-8D0C-440C-B10E-139E0F1A960A}"/>
              </a:ext>
            </a:extLst>
          </p:cNvPr>
          <p:cNvSpPr>
            <a:spLocks noGrp="1"/>
          </p:cNvSpPr>
          <p:nvPr/>
        </p:nvSpPr>
        <p:spPr>
          <a:xfrm>
            <a:off x="2099361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ABCD-text-0011-40">
            <a:extLst>
              <a:ext uri="{FF2B5EF4-FFF2-40B4-BE49-F238E27FC236}">
                <a16:creationId xmlns:a16="http://schemas.microsoft.com/office/drawing/2014/main" id="{C44EC202-BC06-4219-B159-10B30D9AA4D3}"/>
              </a:ext>
            </a:extLst>
          </p:cNvPr>
          <p:cNvSpPr>
            <a:spLocks noGrp="1"/>
          </p:cNvSpPr>
          <p:nvPr/>
        </p:nvSpPr>
        <p:spPr>
          <a:xfrm>
            <a:off x="1915207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ABCD-path-0012">
            <a:extLst>
              <a:ext uri="{FF2B5EF4-FFF2-40B4-BE49-F238E27FC236}">
                <a16:creationId xmlns:a16="http://schemas.microsoft.com/office/drawing/2014/main" id="{F6BA7BC2-AA64-464C-A321-6A83AD1FF751}"/>
              </a:ext>
            </a:extLst>
          </p:cNvPr>
          <p:cNvSpPr>
            <a:spLocks noGrp="1"/>
          </p:cNvSpPr>
          <p:nvPr/>
        </p:nvSpPr>
        <p:spPr>
          <a:xfrm>
            <a:off x="2917813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ABCD-use-0013">
            <a:extLst>
              <a:ext uri="{FF2B5EF4-FFF2-40B4-BE49-F238E27FC236}">
                <a16:creationId xmlns:a16="http://schemas.microsoft.com/office/drawing/2014/main" id="{A7997D3F-A280-45FC-BA12-BB90992218CB}"/>
              </a:ext>
            </a:extLst>
          </p:cNvPr>
          <p:cNvSpPr>
            <a:spLocks noGrp="1"/>
          </p:cNvSpPr>
          <p:nvPr/>
        </p:nvSpPr>
        <p:spPr>
          <a:xfrm>
            <a:off x="2917813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BCD-text-0014-60">
            <a:extLst>
              <a:ext uri="{FF2B5EF4-FFF2-40B4-BE49-F238E27FC236}">
                <a16:creationId xmlns:a16="http://schemas.microsoft.com/office/drawing/2014/main" id="{5646A3B4-858E-4248-8337-EA0839535C94}"/>
              </a:ext>
            </a:extLst>
          </p:cNvPr>
          <p:cNvSpPr>
            <a:spLocks noGrp="1"/>
          </p:cNvSpPr>
          <p:nvPr/>
        </p:nvSpPr>
        <p:spPr>
          <a:xfrm>
            <a:off x="2733659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5" name="ABCD-path-0015">
            <a:extLst>
              <a:ext uri="{FF2B5EF4-FFF2-40B4-BE49-F238E27FC236}">
                <a16:creationId xmlns:a16="http://schemas.microsoft.com/office/drawing/2014/main" id="{F864409A-124F-44BE-A6EE-8AB10EA89529}"/>
              </a:ext>
            </a:extLst>
          </p:cNvPr>
          <p:cNvSpPr>
            <a:spLocks noGrp="1"/>
          </p:cNvSpPr>
          <p:nvPr/>
        </p:nvSpPr>
        <p:spPr>
          <a:xfrm>
            <a:off x="3736265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ABCD-use-0016">
            <a:extLst>
              <a:ext uri="{FF2B5EF4-FFF2-40B4-BE49-F238E27FC236}">
                <a16:creationId xmlns:a16="http://schemas.microsoft.com/office/drawing/2014/main" id="{405895E7-7019-4C83-8A81-415D98C07006}"/>
              </a:ext>
            </a:extLst>
          </p:cNvPr>
          <p:cNvSpPr>
            <a:spLocks noGrp="1"/>
          </p:cNvSpPr>
          <p:nvPr/>
        </p:nvSpPr>
        <p:spPr>
          <a:xfrm>
            <a:off x="3736265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BCD-text-0017-80">
            <a:extLst>
              <a:ext uri="{FF2B5EF4-FFF2-40B4-BE49-F238E27FC236}">
                <a16:creationId xmlns:a16="http://schemas.microsoft.com/office/drawing/2014/main" id="{BB108E4B-0308-45FC-91BE-383ECEC4BC18}"/>
              </a:ext>
            </a:extLst>
          </p:cNvPr>
          <p:cNvSpPr>
            <a:spLocks noGrp="1"/>
          </p:cNvSpPr>
          <p:nvPr/>
        </p:nvSpPr>
        <p:spPr>
          <a:xfrm>
            <a:off x="3552111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8" name="ABCD-path-0018">
            <a:extLst>
              <a:ext uri="{FF2B5EF4-FFF2-40B4-BE49-F238E27FC236}">
                <a16:creationId xmlns:a16="http://schemas.microsoft.com/office/drawing/2014/main" id="{7C738CD9-ED07-4D93-814B-657C55CE5A1B}"/>
              </a:ext>
            </a:extLst>
          </p:cNvPr>
          <p:cNvSpPr>
            <a:spLocks noGrp="1"/>
          </p:cNvSpPr>
          <p:nvPr/>
        </p:nvSpPr>
        <p:spPr>
          <a:xfrm>
            <a:off x="4554717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ABCD-use-0019">
            <a:extLst>
              <a:ext uri="{FF2B5EF4-FFF2-40B4-BE49-F238E27FC236}">
                <a16:creationId xmlns:a16="http://schemas.microsoft.com/office/drawing/2014/main" id="{0E781674-1351-4313-B6C9-3110EFA41349}"/>
              </a:ext>
            </a:extLst>
          </p:cNvPr>
          <p:cNvSpPr>
            <a:spLocks noGrp="1"/>
          </p:cNvSpPr>
          <p:nvPr/>
        </p:nvSpPr>
        <p:spPr>
          <a:xfrm>
            <a:off x="4554717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ABCD-text-0020-100">
            <a:extLst>
              <a:ext uri="{FF2B5EF4-FFF2-40B4-BE49-F238E27FC236}">
                <a16:creationId xmlns:a16="http://schemas.microsoft.com/office/drawing/2014/main" id="{A3F1DE26-B348-45B2-A196-ECC52530A00C}"/>
              </a:ext>
            </a:extLst>
          </p:cNvPr>
          <p:cNvSpPr>
            <a:spLocks noGrp="1"/>
          </p:cNvSpPr>
          <p:nvPr/>
        </p:nvSpPr>
        <p:spPr>
          <a:xfrm>
            <a:off x="4370563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ABCD-text-0021-Pass rate (%)">
            <a:extLst>
              <a:ext uri="{FF2B5EF4-FFF2-40B4-BE49-F238E27FC236}">
                <a16:creationId xmlns:a16="http://schemas.microsoft.com/office/drawing/2014/main" id="{AAF47110-1C82-48B8-96B0-9922DD40EB97}"/>
              </a:ext>
            </a:extLst>
          </p:cNvPr>
          <p:cNvSpPr>
            <a:spLocks noGrp="1"/>
          </p:cNvSpPr>
          <p:nvPr/>
        </p:nvSpPr>
        <p:spPr>
          <a:xfrm>
            <a:off x="2154192" y="1646771"/>
            <a:ext cx="708782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 rate (%)</a:t>
            </a:r>
          </a:p>
        </p:txBody>
      </p:sp>
      <p:sp>
        <p:nvSpPr>
          <p:cNvPr id="22" name="ABCD-path-0022">
            <a:extLst>
              <a:ext uri="{FF2B5EF4-FFF2-40B4-BE49-F238E27FC236}">
                <a16:creationId xmlns:a16="http://schemas.microsoft.com/office/drawing/2014/main" id="{29F8CC3E-B8FA-4135-B249-0193E403B221}"/>
              </a:ext>
            </a:extLst>
          </p:cNvPr>
          <p:cNvSpPr>
            <a:spLocks noGrp="1"/>
          </p:cNvSpPr>
          <p:nvPr/>
        </p:nvSpPr>
        <p:spPr>
          <a:xfrm>
            <a:off x="462453" y="1529424"/>
            <a:ext cx="4092260" cy="95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ABCD-use-0023">
            <a:extLst>
              <a:ext uri="{FF2B5EF4-FFF2-40B4-BE49-F238E27FC236}">
                <a16:creationId xmlns:a16="http://schemas.microsoft.com/office/drawing/2014/main" id="{BA764F79-BC76-4D9D-9515-10B3BFAC28A3}"/>
              </a:ext>
            </a:extLst>
          </p:cNvPr>
          <p:cNvSpPr>
            <a:spLocks noGrp="1"/>
          </p:cNvSpPr>
          <p:nvPr/>
        </p:nvSpPr>
        <p:spPr>
          <a:xfrm>
            <a:off x="434513" y="1529424"/>
            <a:ext cx="2794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ABCD-text-0024-0.000">
            <a:extLst>
              <a:ext uri="{FF2B5EF4-FFF2-40B4-BE49-F238E27FC236}">
                <a16:creationId xmlns:a16="http://schemas.microsoft.com/office/drawing/2014/main" id="{EF6577E5-4A79-417D-AC53-8D9F54D24231}"/>
              </a:ext>
            </a:extLst>
          </p:cNvPr>
          <p:cNvSpPr>
            <a:spLocks noGrp="1"/>
          </p:cNvSpPr>
          <p:nvPr/>
        </p:nvSpPr>
        <p:spPr>
          <a:xfrm>
            <a:off x="47163" y="1472338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25" name="ABCD-path-0025">
            <a:extLst>
              <a:ext uri="{FF2B5EF4-FFF2-40B4-BE49-F238E27FC236}">
                <a16:creationId xmlns:a16="http://schemas.microsoft.com/office/drawing/2014/main" id="{EA8BD4CD-B8E7-4438-B28F-E70727CF7B61}"/>
              </a:ext>
            </a:extLst>
          </p:cNvPr>
          <p:cNvSpPr>
            <a:spLocks noGrp="1"/>
          </p:cNvSpPr>
          <p:nvPr/>
        </p:nvSpPr>
        <p:spPr>
          <a:xfrm>
            <a:off x="462453" y="1257491"/>
            <a:ext cx="4092260" cy="95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ABCD-use-0026">
            <a:extLst>
              <a:ext uri="{FF2B5EF4-FFF2-40B4-BE49-F238E27FC236}">
                <a16:creationId xmlns:a16="http://schemas.microsoft.com/office/drawing/2014/main" id="{AD99B88A-757D-4EEB-A3E6-244B9B019AC9}"/>
              </a:ext>
            </a:extLst>
          </p:cNvPr>
          <p:cNvSpPr>
            <a:spLocks noGrp="1"/>
          </p:cNvSpPr>
          <p:nvPr/>
        </p:nvSpPr>
        <p:spPr>
          <a:xfrm>
            <a:off x="434513" y="1257491"/>
            <a:ext cx="2794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ABCD-text-0027-0.006">
            <a:extLst>
              <a:ext uri="{FF2B5EF4-FFF2-40B4-BE49-F238E27FC236}">
                <a16:creationId xmlns:a16="http://schemas.microsoft.com/office/drawing/2014/main" id="{431A6AD4-42EF-4009-BBB5-C41856E1ED49}"/>
              </a:ext>
            </a:extLst>
          </p:cNvPr>
          <p:cNvSpPr>
            <a:spLocks noGrp="1"/>
          </p:cNvSpPr>
          <p:nvPr/>
        </p:nvSpPr>
        <p:spPr>
          <a:xfrm>
            <a:off x="47163" y="1200404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0.006</a:t>
            </a:r>
          </a:p>
        </p:txBody>
      </p:sp>
      <p:sp>
        <p:nvSpPr>
          <p:cNvPr id="28" name="ABCD-path-0028">
            <a:extLst>
              <a:ext uri="{FF2B5EF4-FFF2-40B4-BE49-F238E27FC236}">
                <a16:creationId xmlns:a16="http://schemas.microsoft.com/office/drawing/2014/main" id="{1AF6C3BE-3575-489C-8E18-6633711523C4}"/>
              </a:ext>
            </a:extLst>
          </p:cNvPr>
          <p:cNvSpPr>
            <a:spLocks noGrp="1"/>
          </p:cNvSpPr>
          <p:nvPr/>
        </p:nvSpPr>
        <p:spPr>
          <a:xfrm>
            <a:off x="462453" y="985557"/>
            <a:ext cx="4092260" cy="95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ABCD-use-0029">
            <a:extLst>
              <a:ext uri="{FF2B5EF4-FFF2-40B4-BE49-F238E27FC236}">
                <a16:creationId xmlns:a16="http://schemas.microsoft.com/office/drawing/2014/main" id="{DEDA8D57-4315-46E4-ABB7-3E336B6E1D69}"/>
              </a:ext>
            </a:extLst>
          </p:cNvPr>
          <p:cNvSpPr>
            <a:spLocks noGrp="1"/>
          </p:cNvSpPr>
          <p:nvPr/>
        </p:nvSpPr>
        <p:spPr>
          <a:xfrm>
            <a:off x="434513" y="985557"/>
            <a:ext cx="2794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ABCD-text-0030-0.012">
            <a:extLst>
              <a:ext uri="{FF2B5EF4-FFF2-40B4-BE49-F238E27FC236}">
                <a16:creationId xmlns:a16="http://schemas.microsoft.com/office/drawing/2014/main" id="{E4BC6ABE-1E1E-4372-B847-C63815C73220}"/>
              </a:ext>
            </a:extLst>
          </p:cNvPr>
          <p:cNvSpPr>
            <a:spLocks noGrp="1"/>
          </p:cNvSpPr>
          <p:nvPr/>
        </p:nvSpPr>
        <p:spPr>
          <a:xfrm>
            <a:off x="47163" y="928471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0.012</a:t>
            </a:r>
          </a:p>
        </p:txBody>
      </p:sp>
      <p:sp>
        <p:nvSpPr>
          <p:cNvPr id="31" name="ABCD-path-0031">
            <a:extLst>
              <a:ext uri="{FF2B5EF4-FFF2-40B4-BE49-F238E27FC236}">
                <a16:creationId xmlns:a16="http://schemas.microsoft.com/office/drawing/2014/main" id="{F46D1520-475D-4A77-A4A4-97F9834B4266}"/>
              </a:ext>
            </a:extLst>
          </p:cNvPr>
          <p:cNvSpPr>
            <a:spLocks noGrp="1"/>
          </p:cNvSpPr>
          <p:nvPr/>
        </p:nvSpPr>
        <p:spPr>
          <a:xfrm>
            <a:off x="462453" y="713624"/>
            <a:ext cx="4092260" cy="95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ABCD-use-0032">
            <a:extLst>
              <a:ext uri="{FF2B5EF4-FFF2-40B4-BE49-F238E27FC236}">
                <a16:creationId xmlns:a16="http://schemas.microsoft.com/office/drawing/2014/main" id="{5DD8BD72-A2A7-4528-A759-3A6272B217FE}"/>
              </a:ext>
            </a:extLst>
          </p:cNvPr>
          <p:cNvSpPr>
            <a:spLocks noGrp="1"/>
          </p:cNvSpPr>
          <p:nvPr/>
        </p:nvSpPr>
        <p:spPr>
          <a:xfrm>
            <a:off x="434513" y="713624"/>
            <a:ext cx="2794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ABCD-text-0033-0.018">
            <a:extLst>
              <a:ext uri="{FF2B5EF4-FFF2-40B4-BE49-F238E27FC236}">
                <a16:creationId xmlns:a16="http://schemas.microsoft.com/office/drawing/2014/main" id="{5C4B38F1-84EA-4B7B-9AA9-2A4F40D713E0}"/>
              </a:ext>
            </a:extLst>
          </p:cNvPr>
          <p:cNvSpPr>
            <a:spLocks noGrp="1"/>
          </p:cNvSpPr>
          <p:nvPr/>
        </p:nvSpPr>
        <p:spPr>
          <a:xfrm>
            <a:off x="47163" y="656538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0.018</a:t>
            </a:r>
          </a:p>
        </p:txBody>
      </p:sp>
      <p:sp>
        <p:nvSpPr>
          <p:cNvPr id="35" name="ABCD-use-0035">
            <a:extLst>
              <a:ext uri="{FF2B5EF4-FFF2-40B4-BE49-F238E27FC236}">
                <a16:creationId xmlns:a16="http://schemas.microsoft.com/office/drawing/2014/main" id="{70DB2CC9-2530-4169-9D41-4C7BD17FD724}"/>
              </a:ext>
            </a:extLst>
          </p:cNvPr>
          <p:cNvSpPr>
            <a:spLocks noGrp="1"/>
          </p:cNvSpPr>
          <p:nvPr/>
        </p:nvSpPr>
        <p:spPr>
          <a:xfrm>
            <a:off x="462456" y="736848"/>
            <a:ext cx="4092264" cy="792576"/>
          </a:xfrm>
          <a:custGeom>
            <a:avLst/>
            <a:gdLst/>
            <a:ahLst/>
            <a:cxnLst/>
            <a:rect l="0" t="0" r="0" b="0"/>
            <a:pathLst>
              <a:path w="4092264" h="792576">
                <a:moveTo>
                  <a:pt x="0" y="792576"/>
                </a:moveTo>
                <a:lnTo>
                  <a:pt x="0" y="624550"/>
                </a:lnTo>
                <a:lnTo>
                  <a:pt x="8201" y="616940"/>
                </a:lnTo>
                <a:lnTo>
                  <a:pt x="16402" y="609131"/>
                </a:lnTo>
                <a:lnTo>
                  <a:pt x="24603" y="601123"/>
                </a:lnTo>
                <a:lnTo>
                  <a:pt x="32804" y="592922"/>
                </a:lnTo>
                <a:lnTo>
                  <a:pt x="41005" y="584530"/>
                </a:lnTo>
                <a:lnTo>
                  <a:pt x="49206" y="575952"/>
                </a:lnTo>
                <a:lnTo>
                  <a:pt x="57407" y="567193"/>
                </a:lnTo>
                <a:lnTo>
                  <a:pt x="65607" y="558258"/>
                </a:lnTo>
                <a:lnTo>
                  <a:pt x="73808" y="549154"/>
                </a:lnTo>
                <a:lnTo>
                  <a:pt x="82009" y="539886"/>
                </a:lnTo>
                <a:lnTo>
                  <a:pt x="90210" y="530460"/>
                </a:lnTo>
                <a:lnTo>
                  <a:pt x="98411" y="520885"/>
                </a:lnTo>
                <a:lnTo>
                  <a:pt x="106612" y="511168"/>
                </a:lnTo>
                <a:lnTo>
                  <a:pt x="114813" y="501317"/>
                </a:lnTo>
                <a:lnTo>
                  <a:pt x="123014" y="491340"/>
                </a:lnTo>
                <a:lnTo>
                  <a:pt x="131215" y="481246"/>
                </a:lnTo>
                <a:lnTo>
                  <a:pt x="139416" y="471045"/>
                </a:lnTo>
                <a:lnTo>
                  <a:pt x="147617" y="460745"/>
                </a:lnTo>
                <a:lnTo>
                  <a:pt x="155818" y="450357"/>
                </a:lnTo>
                <a:lnTo>
                  <a:pt x="164019" y="439891"/>
                </a:lnTo>
                <a:lnTo>
                  <a:pt x="172220" y="429356"/>
                </a:lnTo>
                <a:lnTo>
                  <a:pt x="180420" y="418764"/>
                </a:lnTo>
                <a:lnTo>
                  <a:pt x="188621" y="408126"/>
                </a:lnTo>
                <a:lnTo>
                  <a:pt x="196822" y="397452"/>
                </a:lnTo>
                <a:lnTo>
                  <a:pt x="205023" y="386753"/>
                </a:lnTo>
                <a:lnTo>
                  <a:pt x="213224" y="376040"/>
                </a:lnTo>
                <a:lnTo>
                  <a:pt x="221425" y="365325"/>
                </a:lnTo>
                <a:lnTo>
                  <a:pt x="229626" y="354619"/>
                </a:lnTo>
                <a:lnTo>
                  <a:pt x="237827" y="343933"/>
                </a:lnTo>
                <a:lnTo>
                  <a:pt x="246028" y="333279"/>
                </a:lnTo>
                <a:lnTo>
                  <a:pt x="254229" y="322666"/>
                </a:lnTo>
                <a:lnTo>
                  <a:pt x="262430" y="312108"/>
                </a:lnTo>
                <a:lnTo>
                  <a:pt x="270631" y="301613"/>
                </a:lnTo>
                <a:lnTo>
                  <a:pt x="278832" y="291193"/>
                </a:lnTo>
                <a:lnTo>
                  <a:pt x="287033" y="280859"/>
                </a:lnTo>
                <a:lnTo>
                  <a:pt x="295233" y="270621"/>
                </a:lnTo>
                <a:lnTo>
                  <a:pt x="303434" y="260488"/>
                </a:lnTo>
                <a:lnTo>
                  <a:pt x="311635" y="250471"/>
                </a:lnTo>
                <a:lnTo>
                  <a:pt x="319836" y="240579"/>
                </a:lnTo>
                <a:lnTo>
                  <a:pt x="328037" y="230822"/>
                </a:lnTo>
                <a:lnTo>
                  <a:pt x="336238" y="221207"/>
                </a:lnTo>
                <a:lnTo>
                  <a:pt x="344439" y="211743"/>
                </a:lnTo>
                <a:lnTo>
                  <a:pt x="352640" y="202439"/>
                </a:lnTo>
                <a:lnTo>
                  <a:pt x="360841" y="193302"/>
                </a:lnTo>
                <a:lnTo>
                  <a:pt x="369042" y="184339"/>
                </a:lnTo>
                <a:lnTo>
                  <a:pt x="377243" y="175557"/>
                </a:lnTo>
                <a:lnTo>
                  <a:pt x="385444" y="166963"/>
                </a:lnTo>
                <a:lnTo>
                  <a:pt x="393645" y="158562"/>
                </a:lnTo>
                <a:lnTo>
                  <a:pt x="401846" y="150359"/>
                </a:lnTo>
                <a:lnTo>
                  <a:pt x="410046" y="142361"/>
                </a:lnTo>
                <a:lnTo>
                  <a:pt x="418247" y="134570"/>
                </a:lnTo>
                <a:lnTo>
                  <a:pt x="426448" y="126993"/>
                </a:lnTo>
                <a:lnTo>
                  <a:pt x="434649" y="119632"/>
                </a:lnTo>
                <a:lnTo>
                  <a:pt x="442850" y="112490"/>
                </a:lnTo>
                <a:lnTo>
                  <a:pt x="451051" y="105570"/>
                </a:lnTo>
                <a:lnTo>
                  <a:pt x="459252" y="98875"/>
                </a:lnTo>
                <a:lnTo>
                  <a:pt x="467453" y="92407"/>
                </a:lnTo>
                <a:lnTo>
                  <a:pt x="475654" y="86167"/>
                </a:lnTo>
                <a:lnTo>
                  <a:pt x="483855" y="80156"/>
                </a:lnTo>
                <a:lnTo>
                  <a:pt x="492056" y="74376"/>
                </a:lnTo>
                <a:lnTo>
                  <a:pt x="500257" y="68826"/>
                </a:lnTo>
                <a:lnTo>
                  <a:pt x="508458" y="63507"/>
                </a:lnTo>
                <a:lnTo>
                  <a:pt x="516659" y="58418"/>
                </a:lnTo>
                <a:lnTo>
                  <a:pt x="524860" y="53559"/>
                </a:lnTo>
                <a:lnTo>
                  <a:pt x="533060" y="48929"/>
                </a:lnTo>
                <a:lnTo>
                  <a:pt x="541261" y="44526"/>
                </a:lnTo>
                <a:lnTo>
                  <a:pt x="549462" y="40350"/>
                </a:lnTo>
                <a:lnTo>
                  <a:pt x="557663" y="36398"/>
                </a:lnTo>
                <a:lnTo>
                  <a:pt x="565864" y="32668"/>
                </a:lnTo>
                <a:lnTo>
                  <a:pt x="574065" y="29158"/>
                </a:lnTo>
                <a:lnTo>
                  <a:pt x="582266" y="25866"/>
                </a:lnTo>
                <a:lnTo>
                  <a:pt x="590467" y="22789"/>
                </a:lnTo>
                <a:lnTo>
                  <a:pt x="598668" y="19924"/>
                </a:lnTo>
                <a:lnTo>
                  <a:pt x="606869" y="17267"/>
                </a:lnTo>
                <a:lnTo>
                  <a:pt x="615070" y="14817"/>
                </a:lnTo>
                <a:lnTo>
                  <a:pt x="623271" y="12569"/>
                </a:lnTo>
                <a:lnTo>
                  <a:pt x="631472" y="10520"/>
                </a:lnTo>
                <a:lnTo>
                  <a:pt x="639673" y="8667"/>
                </a:lnTo>
                <a:lnTo>
                  <a:pt x="647873" y="7005"/>
                </a:lnTo>
                <a:lnTo>
                  <a:pt x="656074" y="5531"/>
                </a:lnTo>
                <a:lnTo>
                  <a:pt x="664275" y="4240"/>
                </a:lnTo>
                <a:lnTo>
                  <a:pt x="672476" y="3129"/>
                </a:lnTo>
                <a:lnTo>
                  <a:pt x="680677" y="2194"/>
                </a:lnTo>
                <a:lnTo>
                  <a:pt x="688878" y="1430"/>
                </a:lnTo>
                <a:lnTo>
                  <a:pt x="697079" y="833"/>
                </a:lnTo>
                <a:lnTo>
                  <a:pt x="705280" y="399"/>
                </a:lnTo>
                <a:lnTo>
                  <a:pt x="713481" y="123"/>
                </a:lnTo>
                <a:lnTo>
                  <a:pt x="721682" y="0"/>
                </a:lnTo>
                <a:lnTo>
                  <a:pt x="729883" y="27"/>
                </a:lnTo>
                <a:lnTo>
                  <a:pt x="738084" y="198"/>
                </a:lnTo>
                <a:lnTo>
                  <a:pt x="746285" y="509"/>
                </a:lnTo>
                <a:lnTo>
                  <a:pt x="754486" y="955"/>
                </a:lnTo>
                <a:lnTo>
                  <a:pt x="762686" y="1531"/>
                </a:lnTo>
                <a:lnTo>
                  <a:pt x="770887" y="2233"/>
                </a:lnTo>
                <a:lnTo>
                  <a:pt x="779088" y="3056"/>
                </a:lnTo>
                <a:lnTo>
                  <a:pt x="787289" y="3994"/>
                </a:lnTo>
                <a:lnTo>
                  <a:pt x="795490" y="5044"/>
                </a:lnTo>
                <a:lnTo>
                  <a:pt x="803691" y="6199"/>
                </a:lnTo>
                <a:lnTo>
                  <a:pt x="811892" y="7456"/>
                </a:lnTo>
                <a:lnTo>
                  <a:pt x="820093" y="8809"/>
                </a:lnTo>
                <a:lnTo>
                  <a:pt x="828294" y="10253"/>
                </a:lnTo>
                <a:lnTo>
                  <a:pt x="836495" y="11784"/>
                </a:lnTo>
                <a:lnTo>
                  <a:pt x="844696" y="13396"/>
                </a:lnTo>
                <a:lnTo>
                  <a:pt x="852897" y="15084"/>
                </a:lnTo>
                <a:lnTo>
                  <a:pt x="861098" y="16844"/>
                </a:lnTo>
                <a:lnTo>
                  <a:pt x="869299" y="18670"/>
                </a:lnTo>
                <a:lnTo>
                  <a:pt x="877499" y="20558"/>
                </a:lnTo>
                <a:lnTo>
                  <a:pt x="885700" y="22503"/>
                </a:lnTo>
                <a:lnTo>
                  <a:pt x="893901" y="24500"/>
                </a:lnTo>
                <a:lnTo>
                  <a:pt x="902102" y="26545"/>
                </a:lnTo>
                <a:lnTo>
                  <a:pt x="910303" y="28632"/>
                </a:lnTo>
                <a:lnTo>
                  <a:pt x="918504" y="30757"/>
                </a:lnTo>
                <a:lnTo>
                  <a:pt x="926705" y="32915"/>
                </a:lnTo>
                <a:lnTo>
                  <a:pt x="934906" y="35103"/>
                </a:lnTo>
                <a:lnTo>
                  <a:pt x="943107" y="37316"/>
                </a:lnTo>
                <a:lnTo>
                  <a:pt x="951308" y="39549"/>
                </a:lnTo>
                <a:lnTo>
                  <a:pt x="959509" y="41798"/>
                </a:lnTo>
                <a:lnTo>
                  <a:pt x="967710" y="44060"/>
                </a:lnTo>
                <a:lnTo>
                  <a:pt x="975911" y="46331"/>
                </a:lnTo>
                <a:lnTo>
                  <a:pt x="984112" y="48607"/>
                </a:lnTo>
                <a:lnTo>
                  <a:pt x="992313" y="50883"/>
                </a:lnTo>
                <a:lnTo>
                  <a:pt x="1000513" y="53158"/>
                </a:lnTo>
                <a:lnTo>
                  <a:pt x="1008714" y="55428"/>
                </a:lnTo>
                <a:lnTo>
                  <a:pt x="1016915" y="57689"/>
                </a:lnTo>
                <a:lnTo>
                  <a:pt x="1025116" y="59938"/>
                </a:lnTo>
                <a:lnTo>
                  <a:pt x="1033317" y="62174"/>
                </a:lnTo>
                <a:lnTo>
                  <a:pt x="1041518" y="64393"/>
                </a:lnTo>
                <a:lnTo>
                  <a:pt x="1049719" y="66593"/>
                </a:lnTo>
                <a:lnTo>
                  <a:pt x="1057920" y="68772"/>
                </a:lnTo>
                <a:lnTo>
                  <a:pt x="1066121" y="70927"/>
                </a:lnTo>
                <a:lnTo>
                  <a:pt x="1074322" y="73058"/>
                </a:lnTo>
                <a:lnTo>
                  <a:pt x="1082523" y="75162"/>
                </a:lnTo>
                <a:lnTo>
                  <a:pt x="1090724" y="77238"/>
                </a:lnTo>
                <a:lnTo>
                  <a:pt x="1098925" y="79285"/>
                </a:lnTo>
                <a:lnTo>
                  <a:pt x="1107126" y="81301"/>
                </a:lnTo>
                <a:lnTo>
                  <a:pt x="1115326" y="83286"/>
                </a:lnTo>
                <a:lnTo>
                  <a:pt x="1123527" y="85239"/>
                </a:lnTo>
                <a:lnTo>
                  <a:pt x="1131728" y="87160"/>
                </a:lnTo>
                <a:lnTo>
                  <a:pt x="1139929" y="89048"/>
                </a:lnTo>
                <a:lnTo>
                  <a:pt x="1148130" y="90903"/>
                </a:lnTo>
                <a:lnTo>
                  <a:pt x="1156331" y="92725"/>
                </a:lnTo>
                <a:lnTo>
                  <a:pt x="1164532" y="94513"/>
                </a:lnTo>
                <a:lnTo>
                  <a:pt x="1172733" y="96269"/>
                </a:lnTo>
                <a:lnTo>
                  <a:pt x="1180934" y="97992"/>
                </a:lnTo>
                <a:lnTo>
                  <a:pt x="1189135" y="99683"/>
                </a:lnTo>
                <a:lnTo>
                  <a:pt x="1197336" y="101343"/>
                </a:lnTo>
                <a:lnTo>
                  <a:pt x="1205537" y="102972"/>
                </a:lnTo>
                <a:lnTo>
                  <a:pt x="1213738" y="104570"/>
                </a:lnTo>
                <a:lnTo>
                  <a:pt x="1221939" y="106140"/>
                </a:lnTo>
                <a:lnTo>
                  <a:pt x="1230139" y="107681"/>
                </a:lnTo>
                <a:lnTo>
                  <a:pt x="1238340" y="109195"/>
                </a:lnTo>
                <a:lnTo>
                  <a:pt x="1246541" y="110682"/>
                </a:lnTo>
                <a:lnTo>
                  <a:pt x="1254742" y="112144"/>
                </a:lnTo>
                <a:lnTo>
                  <a:pt x="1262943" y="113582"/>
                </a:lnTo>
                <a:lnTo>
                  <a:pt x="1271144" y="114997"/>
                </a:lnTo>
                <a:lnTo>
                  <a:pt x="1279345" y="116390"/>
                </a:lnTo>
                <a:lnTo>
                  <a:pt x="1287546" y="117762"/>
                </a:lnTo>
                <a:lnTo>
                  <a:pt x="1295747" y="119115"/>
                </a:lnTo>
                <a:lnTo>
                  <a:pt x="1303948" y="120449"/>
                </a:lnTo>
                <a:lnTo>
                  <a:pt x="1312149" y="121765"/>
                </a:lnTo>
                <a:lnTo>
                  <a:pt x="1320350" y="123066"/>
                </a:lnTo>
                <a:lnTo>
                  <a:pt x="1328551" y="124351"/>
                </a:lnTo>
                <a:lnTo>
                  <a:pt x="1336752" y="125621"/>
                </a:lnTo>
                <a:lnTo>
                  <a:pt x="1344952" y="126878"/>
                </a:lnTo>
                <a:lnTo>
                  <a:pt x="1353153" y="128123"/>
                </a:lnTo>
                <a:lnTo>
                  <a:pt x="1361354" y="129357"/>
                </a:lnTo>
                <a:lnTo>
                  <a:pt x="1369555" y="130579"/>
                </a:lnTo>
                <a:lnTo>
                  <a:pt x="1377756" y="131792"/>
                </a:lnTo>
                <a:lnTo>
                  <a:pt x="1385957" y="132995"/>
                </a:lnTo>
                <a:lnTo>
                  <a:pt x="1394158" y="134190"/>
                </a:lnTo>
                <a:lnTo>
                  <a:pt x="1402359" y="135376"/>
                </a:lnTo>
                <a:lnTo>
                  <a:pt x="1410560" y="136555"/>
                </a:lnTo>
                <a:lnTo>
                  <a:pt x="1418761" y="137727"/>
                </a:lnTo>
                <a:lnTo>
                  <a:pt x="1426962" y="138892"/>
                </a:lnTo>
                <a:lnTo>
                  <a:pt x="1435163" y="140051"/>
                </a:lnTo>
                <a:lnTo>
                  <a:pt x="1443364" y="141203"/>
                </a:lnTo>
                <a:lnTo>
                  <a:pt x="1451565" y="142350"/>
                </a:lnTo>
                <a:lnTo>
                  <a:pt x="1459766" y="143490"/>
                </a:lnTo>
                <a:lnTo>
                  <a:pt x="1467966" y="144624"/>
                </a:lnTo>
                <a:lnTo>
                  <a:pt x="1476167" y="145753"/>
                </a:lnTo>
                <a:lnTo>
                  <a:pt x="1484368" y="146875"/>
                </a:lnTo>
                <a:lnTo>
                  <a:pt x="1492569" y="147991"/>
                </a:lnTo>
                <a:lnTo>
                  <a:pt x="1500770" y="149102"/>
                </a:lnTo>
                <a:lnTo>
                  <a:pt x="1508971" y="150205"/>
                </a:lnTo>
                <a:lnTo>
                  <a:pt x="1517172" y="151302"/>
                </a:lnTo>
                <a:lnTo>
                  <a:pt x="1525373" y="152393"/>
                </a:lnTo>
                <a:lnTo>
                  <a:pt x="1533574" y="153476"/>
                </a:lnTo>
                <a:lnTo>
                  <a:pt x="1541775" y="154551"/>
                </a:lnTo>
                <a:lnTo>
                  <a:pt x="1549976" y="155619"/>
                </a:lnTo>
                <a:lnTo>
                  <a:pt x="1558177" y="156679"/>
                </a:lnTo>
                <a:lnTo>
                  <a:pt x="1566378" y="157730"/>
                </a:lnTo>
                <a:lnTo>
                  <a:pt x="1574579" y="158773"/>
                </a:lnTo>
                <a:lnTo>
                  <a:pt x="1582779" y="159806"/>
                </a:lnTo>
                <a:lnTo>
                  <a:pt x="1590980" y="160830"/>
                </a:lnTo>
                <a:lnTo>
                  <a:pt x="1599181" y="161844"/>
                </a:lnTo>
                <a:lnTo>
                  <a:pt x="1607382" y="162848"/>
                </a:lnTo>
                <a:lnTo>
                  <a:pt x="1615583" y="163842"/>
                </a:lnTo>
                <a:lnTo>
                  <a:pt x="1623784" y="164826"/>
                </a:lnTo>
                <a:lnTo>
                  <a:pt x="1631985" y="165799"/>
                </a:lnTo>
                <a:lnTo>
                  <a:pt x="1640186" y="166761"/>
                </a:lnTo>
                <a:lnTo>
                  <a:pt x="1648387" y="167713"/>
                </a:lnTo>
                <a:lnTo>
                  <a:pt x="1656588" y="168654"/>
                </a:lnTo>
                <a:lnTo>
                  <a:pt x="1664789" y="169584"/>
                </a:lnTo>
                <a:lnTo>
                  <a:pt x="1672990" y="170504"/>
                </a:lnTo>
                <a:lnTo>
                  <a:pt x="1681191" y="171414"/>
                </a:lnTo>
                <a:lnTo>
                  <a:pt x="1689392" y="172313"/>
                </a:lnTo>
                <a:lnTo>
                  <a:pt x="1697592" y="173204"/>
                </a:lnTo>
                <a:lnTo>
                  <a:pt x="1705793" y="174085"/>
                </a:lnTo>
                <a:lnTo>
                  <a:pt x="1713994" y="174957"/>
                </a:lnTo>
                <a:lnTo>
                  <a:pt x="1722195" y="175822"/>
                </a:lnTo>
                <a:lnTo>
                  <a:pt x="1730396" y="176679"/>
                </a:lnTo>
                <a:lnTo>
                  <a:pt x="1738597" y="177531"/>
                </a:lnTo>
                <a:lnTo>
                  <a:pt x="1746798" y="178377"/>
                </a:lnTo>
                <a:lnTo>
                  <a:pt x="1754999" y="179218"/>
                </a:lnTo>
                <a:lnTo>
                  <a:pt x="1763200" y="180057"/>
                </a:lnTo>
                <a:lnTo>
                  <a:pt x="1771401" y="180894"/>
                </a:lnTo>
                <a:lnTo>
                  <a:pt x="1779602" y="181730"/>
                </a:lnTo>
                <a:lnTo>
                  <a:pt x="1787803" y="182568"/>
                </a:lnTo>
                <a:lnTo>
                  <a:pt x="1796004" y="183408"/>
                </a:lnTo>
                <a:lnTo>
                  <a:pt x="1804205" y="184252"/>
                </a:lnTo>
                <a:lnTo>
                  <a:pt x="1812405" y="185103"/>
                </a:lnTo>
                <a:lnTo>
                  <a:pt x="1820606" y="185961"/>
                </a:lnTo>
                <a:lnTo>
                  <a:pt x="1828807" y="186829"/>
                </a:lnTo>
                <a:lnTo>
                  <a:pt x="1837008" y="187708"/>
                </a:lnTo>
                <a:lnTo>
                  <a:pt x="1845209" y="188602"/>
                </a:lnTo>
                <a:lnTo>
                  <a:pt x="1853410" y="189511"/>
                </a:lnTo>
                <a:lnTo>
                  <a:pt x="1861611" y="190439"/>
                </a:lnTo>
                <a:lnTo>
                  <a:pt x="1869812" y="191386"/>
                </a:lnTo>
                <a:lnTo>
                  <a:pt x="1878013" y="192357"/>
                </a:lnTo>
                <a:lnTo>
                  <a:pt x="1886214" y="193352"/>
                </a:lnTo>
                <a:lnTo>
                  <a:pt x="1894415" y="194375"/>
                </a:lnTo>
                <a:lnTo>
                  <a:pt x="1902616" y="195428"/>
                </a:lnTo>
                <a:lnTo>
                  <a:pt x="1910817" y="196512"/>
                </a:lnTo>
                <a:lnTo>
                  <a:pt x="1919018" y="197631"/>
                </a:lnTo>
                <a:lnTo>
                  <a:pt x="1927219" y="198787"/>
                </a:lnTo>
                <a:lnTo>
                  <a:pt x="1935419" y="199982"/>
                </a:lnTo>
                <a:lnTo>
                  <a:pt x="1943620" y="201218"/>
                </a:lnTo>
                <a:lnTo>
                  <a:pt x="1951821" y="202499"/>
                </a:lnTo>
                <a:lnTo>
                  <a:pt x="1960022" y="203825"/>
                </a:lnTo>
                <a:lnTo>
                  <a:pt x="1968223" y="205199"/>
                </a:lnTo>
                <a:lnTo>
                  <a:pt x="1976424" y="206624"/>
                </a:lnTo>
                <a:lnTo>
                  <a:pt x="1984625" y="208100"/>
                </a:lnTo>
                <a:lnTo>
                  <a:pt x="1992826" y="209631"/>
                </a:lnTo>
                <a:lnTo>
                  <a:pt x="2001027" y="211218"/>
                </a:lnTo>
                <a:lnTo>
                  <a:pt x="2009228" y="212863"/>
                </a:lnTo>
                <a:lnTo>
                  <a:pt x="2017429" y="214567"/>
                </a:lnTo>
                <a:lnTo>
                  <a:pt x="2025630" y="216332"/>
                </a:lnTo>
                <a:lnTo>
                  <a:pt x="2033831" y="218159"/>
                </a:lnTo>
                <a:lnTo>
                  <a:pt x="2042032" y="220049"/>
                </a:lnTo>
                <a:lnTo>
                  <a:pt x="2050232" y="222005"/>
                </a:lnTo>
                <a:lnTo>
                  <a:pt x="2058433" y="224025"/>
                </a:lnTo>
                <a:lnTo>
                  <a:pt x="2066634" y="226113"/>
                </a:lnTo>
                <a:lnTo>
                  <a:pt x="2074835" y="228267"/>
                </a:lnTo>
                <a:lnTo>
                  <a:pt x="2083036" y="230489"/>
                </a:lnTo>
                <a:lnTo>
                  <a:pt x="2091237" y="232779"/>
                </a:lnTo>
                <a:lnTo>
                  <a:pt x="2099438" y="235138"/>
                </a:lnTo>
                <a:lnTo>
                  <a:pt x="2107639" y="237564"/>
                </a:lnTo>
                <a:lnTo>
                  <a:pt x="2115840" y="240060"/>
                </a:lnTo>
                <a:lnTo>
                  <a:pt x="2124041" y="242623"/>
                </a:lnTo>
                <a:lnTo>
                  <a:pt x="2132242" y="245254"/>
                </a:lnTo>
                <a:lnTo>
                  <a:pt x="2140443" y="247952"/>
                </a:lnTo>
                <a:lnTo>
                  <a:pt x="2148644" y="250716"/>
                </a:lnTo>
                <a:lnTo>
                  <a:pt x="2156845" y="253547"/>
                </a:lnTo>
                <a:lnTo>
                  <a:pt x="2165045" y="256442"/>
                </a:lnTo>
                <a:lnTo>
                  <a:pt x="2173246" y="259401"/>
                </a:lnTo>
                <a:lnTo>
                  <a:pt x="2181447" y="262422"/>
                </a:lnTo>
                <a:lnTo>
                  <a:pt x="2189648" y="265505"/>
                </a:lnTo>
                <a:lnTo>
                  <a:pt x="2197849" y="268647"/>
                </a:lnTo>
                <a:lnTo>
                  <a:pt x="2206050" y="271848"/>
                </a:lnTo>
                <a:lnTo>
                  <a:pt x="2214251" y="275105"/>
                </a:lnTo>
                <a:lnTo>
                  <a:pt x="2222452" y="278417"/>
                </a:lnTo>
                <a:lnTo>
                  <a:pt x="2230653" y="281782"/>
                </a:lnTo>
                <a:lnTo>
                  <a:pt x="2238854" y="285198"/>
                </a:lnTo>
                <a:lnTo>
                  <a:pt x="2247055" y="288663"/>
                </a:lnTo>
                <a:lnTo>
                  <a:pt x="2255256" y="292175"/>
                </a:lnTo>
                <a:lnTo>
                  <a:pt x="2263457" y="295732"/>
                </a:lnTo>
                <a:lnTo>
                  <a:pt x="2271658" y="299331"/>
                </a:lnTo>
                <a:lnTo>
                  <a:pt x="2279859" y="302971"/>
                </a:lnTo>
                <a:lnTo>
                  <a:pt x="2288059" y="306648"/>
                </a:lnTo>
                <a:lnTo>
                  <a:pt x="2296260" y="310361"/>
                </a:lnTo>
                <a:lnTo>
                  <a:pt x="2304461" y="314108"/>
                </a:lnTo>
                <a:lnTo>
                  <a:pt x="2312662" y="317885"/>
                </a:lnTo>
                <a:lnTo>
                  <a:pt x="2320863" y="321690"/>
                </a:lnTo>
                <a:lnTo>
                  <a:pt x="2329064" y="325521"/>
                </a:lnTo>
                <a:lnTo>
                  <a:pt x="2337265" y="329375"/>
                </a:lnTo>
                <a:lnTo>
                  <a:pt x="2345466" y="333250"/>
                </a:lnTo>
                <a:lnTo>
                  <a:pt x="2353667" y="337143"/>
                </a:lnTo>
                <a:lnTo>
                  <a:pt x="2361868" y="341052"/>
                </a:lnTo>
                <a:lnTo>
                  <a:pt x="2370069" y="344974"/>
                </a:lnTo>
                <a:lnTo>
                  <a:pt x="2378270" y="348907"/>
                </a:lnTo>
                <a:lnTo>
                  <a:pt x="2386471" y="352848"/>
                </a:lnTo>
                <a:lnTo>
                  <a:pt x="2394672" y="356795"/>
                </a:lnTo>
                <a:lnTo>
                  <a:pt x="2402872" y="360744"/>
                </a:lnTo>
                <a:lnTo>
                  <a:pt x="2411073" y="364695"/>
                </a:lnTo>
                <a:lnTo>
                  <a:pt x="2419274" y="368643"/>
                </a:lnTo>
                <a:lnTo>
                  <a:pt x="2427475" y="372588"/>
                </a:lnTo>
                <a:lnTo>
                  <a:pt x="2435676" y="376525"/>
                </a:lnTo>
                <a:lnTo>
                  <a:pt x="2443877" y="380454"/>
                </a:lnTo>
                <a:lnTo>
                  <a:pt x="2452078" y="384372"/>
                </a:lnTo>
                <a:lnTo>
                  <a:pt x="2460279" y="388276"/>
                </a:lnTo>
                <a:lnTo>
                  <a:pt x="2468480" y="392165"/>
                </a:lnTo>
                <a:lnTo>
                  <a:pt x="2476681" y="396035"/>
                </a:lnTo>
                <a:lnTo>
                  <a:pt x="2484882" y="399885"/>
                </a:lnTo>
                <a:lnTo>
                  <a:pt x="2493083" y="403713"/>
                </a:lnTo>
                <a:lnTo>
                  <a:pt x="2501284" y="407516"/>
                </a:lnTo>
                <a:lnTo>
                  <a:pt x="2509485" y="411293"/>
                </a:lnTo>
                <a:lnTo>
                  <a:pt x="2517685" y="415042"/>
                </a:lnTo>
                <a:lnTo>
                  <a:pt x="2525886" y="418761"/>
                </a:lnTo>
                <a:lnTo>
                  <a:pt x="2534087" y="422447"/>
                </a:lnTo>
                <a:lnTo>
                  <a:pt x="2542288" y="426099"/>
                </a:lnTo>
                <a:lnTo>
                  <a:pt x="2550489" y="429716"/>
                </a:lnTo>
                <a:lnTo>
                  <a:pt x="2558690" y="433295"/>
                </a:lnTo>
                <a:lnTo>
                  <a:pt x="2566891" y="436836"/>
                </a:lnTo>
                <a:lnTo>
                  <a:pt x="2575092" y="440335"/>
                </a:lnTo>
                <a:lnTo>
                  <a:pt x="2583293" y="443793"/>
                </a:lnTo>
                <a:lnTo>
                  <a:pt x="2591494" y="447208"/>
                </a:lnTo>
                <a:lnTo>
                  <a:pt x="2599695" y="450578"/>
                </a:lnTo>
                <a:lnTo>
                  <a:pt x="2607896" y="453902"/>
                </a:lnTo>
                <a:lnTo>
                  <a:pt x="2616097" y="457179"/>
                </a:lnTo>
                <a:lnTo>
                  <a:pt x="2624298" y="460409"/>
                </a:lnTo>
                <a:lnTo>
                  <a:pt x="2632498" y="463589"/>
                </a:lnTo>
                <a:lnTo>
                  <a:pt x="2640699" y="466719"/>
                </a:lnTo>
                <a:lnTo>
                  <a:pt x="2648900" y="469799"/>
                </a:lnTo>
                <a:lnTo>
                  <a:pt x="2657101" y="472827"/>
                </a:lnTo>
                <a:lnTo>
                  <a:pt x="2665302" y="475803"/>
                </a:lnTo>
                <a:lnTo>
                  <a:pt x="2673503" y="478726"/>
                </a:lnTo>
                <a:lnTo>
                  <a:pt x="2681704" y="481597"/>
                </a:lnTo>
                <a:lnTo>
                  <a:pt x="2689905" y="484414"/>
                </a:lnTo>
                <a:lnTo>
                  <a:pt x="2698106" y="487178"/>
                </a:lnTo>
                <a:lnTo>
                  <a:pt x="2706307" y="489889"/>
                </a:lnTo>
                <a:lnTo>
                  <a:pt x="2714508" y="492545"/>
                </a:lnTo>
                <a:lnTo>
                  <a:pt x="2722709" y="495148"/>
                </a:lnTo>
                <a:lnTo>
                  <a:pt x="2730910" y="497698"/>
                </a:lnTo>
                <a:lnTo>
                  <a:pt x="2739111" y="500195"/>
                </a:lnTo>
                <a:lnTo>
                  <a:pt x="2747312" y="502639"/>
                </a:lnTo>
                <a:lnTo>
                  <a:pt x="2755512" y="505030"/>
                </a:lnTo>
                <a:lnTo>
                  <a:pt x="2763713" y="507370"/>
                </a:lnTo>
                <a:lnTo>
                  <a:pt x="2771914" y="509659"/>
                </a:lnTo>
                <a:lnTo>
                  <a:pt x="2780115" y="511898"/>
                </a:lnTo>
                <a:lnTo>
                  <a:pt x="2788316" y="514087"/>
                </a:lnTo>
                <a:lnTo>
                  <a:pt x="2796517" y="516228"/>
                </a:lnTo>
                <a:lnTo>
                  <a:pt x="2804718" y="518321"/>
                </a:lnTo>
                <a:lnTo>
                  <a:pt x="2812919" y="520368"/>
                </a:lnTo>
                <a:lnTo>
                  <a:pt x="2821120" y="522371"/>
                </a:lnTo>
                <a:lnTo>
                  <a:pt x="2829321" y="524329"/>
                </a:lnTo>
                <a:lnTo>
                  <a:pt x="2837522" y="526245"/>
                </a:lnTo>
                <a:lnTo>
                  <a:pt x="2845723" y="528120"/>
                </a:lnTo>
                <a:lnTo>
                  <a:pt x="2853924" y="529955"/>
                </a:lnTo>
                <a:lnTo>
                  <a:pt x="2862125" y="531753"/>
                </a:lnTo>
                <a:lnTo>
                  <a:pt x="2870325" y="533514"/>
                </a:lnTo>
                <a:lnTo>
                  <a:pt x="2878526" y="535241"/>
                </a:lnTo>
                <a:lnTo>
                  <a:pt x="2886727" y="536935"/>
                </a:lnTo>
                <a:lnTo>
                  <a:pt x="2894928" y="538598"/>
                </a:lnTo>
                <a:lnTo>
                  <a:pt x="2903129" y="540232"/>
                </a:lnTo>
                <a:lnTo>
                  <a:pt x="2911330" y="541838"/>
                </a:lnTo>
                <a:lnTo>
                  <a:pt x="2919531" y="543419"/>
                </a:lnTo>
                <a:lnTo>
                  <a:pt x="2927732" y="544976"/>
                </a:lnTo>
                <a:lnTo>
                  <a:pt x="2935933" y="546511"/>
                </a:lnTo>
                <a:lnTo>
                  <a:pt x="2944134" y="548027"/>
                </a:lnTo>
                <a:lnTo>
                  <a:pt x="2952335" y="549525"/>
                </a:lnTo>
                <a:lnTo>
                  <a:pt x="2960536" y="551007"/>
                </a:lnTo>
                <a:lnTo>
                  <a:pt x="2968737" y="552475"/>
                </a:lnTo>
                <a:lnTo>
                  <a:pt x="2976938" y="553930"/>
                </a:lnTo>
                <a:lnTo>
                  <a:pt x="2985138" y="555376"/>
                </a:lnTo>
                <a:lnTo>
                  <a:pt x="2993339" y="556812"/>
                </a:lnTo>
                <a:lnTo>
                  <a:pt x="3001540" y="558242"/>
                </a:lnTo>
                <a:lnTo>
                  <a:pt x="3009741" y="559667"/>
                </a:lnTo>
                <a:lnTo>
                  <a:pt x="3017942" y="561089"/>
                </a:lnTo>
                <a:lnTo>
                  <a:pt x="3026143" y="562509"/>
                </a:lnTo>
                <a:lnTo>
                  <a:pt x="3034344" y="563928"/>
                </a:lnTo>
                <a:lnTo>
                  <a:pt x="3042545" y="565349"/>
                </a:lnTo>
                <a:lnTo>
                  <a:pt x="3050746" y="566772"/>
                </a:lnTo>
                <a:lnTo>
                  <a:pt x="3058947" y="568199"/>
                </a:lnTo>
                <a:lnTo>
                  <a:pt x="3067148" y="569632"/>
                </a:lnTo>
                <a:lnTo>
                  <a:pt x="3075349" y="571070"/>
                </a:lnTo>
                <a:lnTo>
                  <a:pt x="3083550" y="572516"/>
                </a:lnTo>
                <a:lnTo>
                  <a:pt x="3091751" y="573969"/>
                </a:lnTo>
                <a:lnTo>
                  <a:pt x="3099951" y="575432"/>
                </a:lnTo>
                <a:lnTo>
                  <a:pt x="3108152" y="576904"/>
                </a:lnTo>
                <a:lnTo>
                  <a:pt x="3116353" y="578387"/>
                </a:lnTo>
                <a:lnTo>
                  <a:pt x="3124554" y="579880"/>
                </a:lnTo>
                <a:lnTo>
                  <a:pt x="3132755" y="581384"/>
                </a:lnTo>
                <a:lnTo>
                  <a:pt x="3140956" y="582899"/>
                </a:lnTo>
                <a:lnTo>
                  <a:pt x="3149157" y="584426"/>
                </a:lnTo>
                <a:lnTo>
                  <a:pt x="3157358" y="585964"/>
                </a:lnTo>
                <a:lnTo>
                  <a:pt x="3165559" y="587514"/>
                </a:lnTo>
                <a:lnTo>
                  <a:pt x="3173760" y="589074"/>
                </a:lnTo>
                <a:lnTo>
                  <a:pt x="3181961" y="590646"/>
                </a:lnTo>
                <a:lnTo>
                  <a:pt x="3190162" y="592228"/>
                </a:lnTo>
                <a:lnTo>
                  <a:pt x="3198363" y="593820"/>
                </a:lnTo>
                <a:lnTo>
                  <a:pt x="3206564" y="595421"/>
                </a:lnTo>
                <a:lnTo>
                  <a:pt x="3214765" y="597030"/>
                </a:lnTo>
                <a:lnTo>
                  <a:pt x="3222965" y="598648"/>
                </a:lnTo>
                <a:lnTo>
                  <a:pt x="3231166" y="600272"/>
                </a:lnTo>
                <a:lnTo>
                  <a:pt x="3239367" y="601903"/>
                </a:lnTo>
                <a:lnTo>
                  <a:pt x="3247568" y="603538"/>
                </a:lnTo>
                <a:lnTo>
                  <a:pt x="3255769" y="605177"/>
                </a:lnTo>
                <a:lnTo>
                  <a:pt x="3263970" y="606820"/>
                </a:lnTo>
                <a:lnTo>
                  <a:pt x="3272171" y="608463"/>
                </a:lnTo>
                <a:lnTo>
                  <a:pt x="3280372" y="610108"/>
                </a:lnTo>
                <a:lnTo>
                  <a:pt x="3288573" y="611751"/>
                </a:lnTo>
                <a:lnTo>
                  <a:pt x="3296774" y="613392"/>
                </a:lnTo>
                <a:lnTo>
                  <a:pt x="3304975" y="615030"/>
                </a:lnTo>
                <a:lnTo>
                  <a:pt x="3313176" y="616664"/>
                </a:lnTo>
                <a:lnTo>
                  <a:pt x="3321377" y="618291"/>
                </a:lnTo>
                <a:lnTo>
                  <a:pt x="3329578" y="619911"/>
                </a:lnTo>
                <a:lnTo>
                  <a:pt x="3337778" y="621523"/>
                </a:lnTo>
                <a:lnTo>
                  <a:pt x="3345979" y="623125"/>
                </a:lnTo>
                <a:lnTo>
                  <a:pt x="3354180" y="624715"/>
                </a:lnTo>
                <a:lnTo>
                  <a:pt x="3362381" y="626294"/>
                </a:lnTo>
                <a:lnTo>
                  <a:pt x="3370582" y="627859"/>
                </a:lnTo>
                <a:lnTo>
                  <a:pt x="3378783" y="629410"/>
                </a:lnTo>
                <a:lnTo>
                  <a:pt x="3386984" y="630946"/>
                </a:lnTo>
                <a:lnTo>
                  <a:pt x="3395185" y="632465"/>
                </a:lnTo>
                <a:lnTo>
                  <a:pt x="3403386" y="633967"/>
                </a:lnTo>
                <a:lnTo>
                  <a:pt x="3411587" y="635450"/>
                </a:lnTo>
                <a:lnTo>
                  <a:pt x="3419788" y="636915"/>
                </a:lnTo>
                <a:lnTo>
                  <a:pt x="3427989" y="638360"/>
                </a:lnTo>
                <a:lnTo>
                  <a:pt x="3436190" y="639785"/>
                </a:lnTo>
                <a:lnTo>
                  <a:pt x="3444391" y="641189"/>
                </a:lnTo>
                <a:lnTo>
                  <a:pt x="3452591" y="642572"/>
                </a:lnTo>
                <a:lnTo>
                  <a:pt x="3460792" y="643934"/>
                </a:lnTo>
                <a:lnTo>
                  <a:pt x="3468993" y="645273"/>
                </a:lnTo>
                <a:lnTo>
                  <a:pt x="3477194" y="646591"/>
                </a:lnTo>
                <a:lnTo>
                  <a:pt x="3485395" y="647887"/>
                </a:lnTo>
                <a:lnTo>
                  <a:pt x="3493596" y="649161"/>
                </a:lnTo>
                <a:lnTo>
                  <a:pt x="3501797" y="650413"/>
                </a:lnTo>
                <a:lnTo>
                  <a:pt x="3509998" y="651643"/>
                </a:lnTo>
                <a:lnTo>
                  <a:pt x="3518199" y="652852"/>
                </a:lnTo>
                <a:lnTo>
                  <a:pt x="3526400" y="654040"/>
                </a:lnTo>
                <a:lnTo>
                  <a:pt x="3534601" y="655207"/>
                </a:lnTo>
                <a:lnTo>
                  <a:pt x="3542802" y="656354"/>
                </a:lnTo>
                <a:lnTo>
                  <a:pt x="3551003" y="657482"/>
                </a:lnTo>
                <a:lnTo>
                  <a:pt x="3559204" y="658591"/>
                </a:lnTo>
                <a:lnTo>
                  <a:pt x="3567404" y="659682"/>
                </a:lnTo>
                <a:lnTo>
                  <a:pt x="3575605" y="660756"/>
                </a:lnTo>
                <a:lnTo>
                  <a:pt x="3583806" y="661813"/>
                </a:lnTo>
                <a:lnTo>
                  <a:pt x="3592007" y="662855"/>
                </a:lnTo>
                <a:lnTo>
                  <a:pt x="3600208" y="663883"/>
                </a:lnTo>
                <a:lnTo>
                  <a:pt x="3608409" y="664897"/>
                </a:lnTo>
                <a:lnTo>
                  <a:pt x="3616610" y="665898"/>
                </a:lnTo>
                <a:lnTo>
                  <a:pt x="3624811" y="666888"/>
                </a:lnTo>
                <a:lnTo>
                  <a:pt x="3633012" y="667868"/>
                </a:lnTo>
                <a:lnTo>
                  <a:pt x="3641213" y="668839"/>
                </a:lnTo>
                <a:lnTo>
                  <a:pt x="3649414" y="669801"/>
                </a:lnTo>
                <a:lnTo>
                  <a:pt x="3657615" y="670757"/>
                </a:lnTo>
                <a:lnTo>
                  <a:pt x="3665816" y="671707"/>
                </a:lnTo>
                <a:lnTo>
                  <a:pt x="3674017" y="672652"/>
                </a:lnTo>
                <a:lnTo>
                  <a:pt x="3682218" y="673594"/>
                </a:lnTo>
                <a:lnTo>
                  <a:pt x="3690418" y="674533"/>
                </a:lnTo>
                <a:lnTo>
                  <a:pt x="3698619" y="675472"/>
                </a:lnTo>
                <a:lnTo>
                  <a:pt x="3706820" y="676410"/>
                </a:lnTo>
                <a:lnTo>
                  <a:pt x="3715021" y="677349"/>
                </a:lnTo>
                <a:lnTo>
                  <a:pt x="3723222" y="678290"/>
                </a:lnTo>
                <a:lnTo>
                  <a:pt x="3731423" y="679235"/>
                </a:lnTo>
                <a:lnTo>
                  <a:pt x="3739624" y="680183"/>
                </a:lnTo>
                <a:lnTo>
                  <a:pt x="3747825" y="681136"/>
                </a:lnTo>
                <a:lnTo>
                  <a:pt x="3756026" y="682095"/>
                </a:lnTo>
                <a:lnTo>
                  <a:pt x="3764227" y="683061"/>
                </a:lnTo>
                <a:lnTo>
                  <a:pt x="3772428" y="684034"/>
                </a:lnTo>
                <a:lnTo>
                  <a:pt x="3780629" y="685016"/>
                </a:lnTo>
                <a:lnTo>
                  <a:pt x="3788830" y="686007"/>
                </a:lnTo>
                <a:lnTo>
                  <a:pt x="3797031" y="687007"/>
                </a:lnTo>
                <a:lnTo>
                  <a:pt x="3805231" y="688018"/>
                </a:lnTo>
                <a:lnTo>
                  <a:pt x="3813432" y="689040"/>
                </a:lnTo>
                <a:lnTo>
                  <a:pt x="3821633" y="690073"/>
                </a:lnTo>
                <a:lnTo>
                  <a:pt x="3829834" y="691118"/>
                </a:lnTo>
                <a:lnTo>
                  <a:pt x="3838035" y="692175"/>
                </a:lnTo>
                <a:lnTo>
                  <a:pt x="3846236" y="693244"/>
                </a:lnTo>
                <a:lnTo>
                  <a:pt x="3854437" y="694327"/>
                </a:lnTo>
                <a:lnTo>
                  <a:pt x="3862638" y="695422"/>
                </a:lnTo>
                <a:lnTo>
                  <a:pt x="3870839" y="696531"/>
                </a:lnTo>
                <a:lnTo>
                  <a:pt x="3879040" y="697653"/>
                </a:lnTo>
                <a:lnTo>
                  <a:pt x="3887241" y="698788"/>
                </a:lnTo>
                <a:lnTo>
                  <a:pt x="3895442" y="699937"/>
                </a:lnTo>
                <a:lnTo>
                  <a:pt x="3903643" y="701098"/>
                </a:lnTo>
                <a:lnTo>
                  <a:pt x="3911844" y="702274"/>
                </a:lnTo>
                <a:lnTo>
                  <a:pt x="3920044" y="703462"/>
                </a:lnTo>
                <a:lnTo>
                  <a:pt x="3928245" y="704663"/>
                </a:lnTo>
                <a:lnTo>
                  <a:pt x="3936446" y="705876"/>
                </a:lnTo>
                <a:lnTo>
                  <a:pt x="3944647" y="707102"/>
                </a:lnTo>
                <a:lnTo>
                  <a:pt x="3952848" y="708340"/>
                </a:lnTo>
                <a:lnTo>
                  <a:pt x="3961049" y="709589"/>
                </a:lnTo>
                <a:lnTo>
                  <a:pt x="3969250" y="710850"/>
                </a:lnTo>
                <a:lnTo>
                  <a:pt x="3977451" y="712121"/>
                </a:lnTo>
                <a:lnTo>
                  <a:pt x="3985652" y="713402"/>
                </a:lnTo>
                <a:lnTo>
                  <a:pt x="3993853" y="714693"/>
                </a:lnTo>
                <a:lnTo>
                  <a:pt x="4002054" y="715993"/>
                </a:lnTo>
                <a:lnTo>
                  <a:pt x="4010255" y="717301"/>
                </a:lnTo>
                <a:lnTo>
                  <a:pt x="4018456" y="718618"/>
                </a:lnTo>
                <a:lnTo>
                  <a:pt x="4026657" y="719941"/>
                </a:lnTo>
                <a:lnTo>
                  <a:pt x="4034857" y="721271"/>
                </a:lnTo>
                <a:lnTo>
                  <a:pt x="4043058" y="722606"/>
                </a:lnTo>
                <a:lnTo>
                  <a:pt x="4051259" y="723946"/>
                </a:lnTo>
                <a:lnTo>
                  <a:pt x="4059460" y="725291"/>
                </a:lnTo>
                <a:lnTo>
                  <a:pt x="4067661" y="726639"/>
                </a:lnTo>
                <a:lnTo>
                  <a:pt x="4075862" y="727990"/>
                </a:lnTo>
                <a:lnTo>
                  <a:pt x="4084063" y="729342"/>
                </a:lnTo>
                <a:lnTo>
                  <a:pt x="4092264" y="730695"/>
                </a:lnTo>
                <a:lnTo>
                  <a:pt x="4092264" y="792576"/>
                </a:lnTo>
                <a:close/>
              </a:path>
            </a:pathLst>
          </a:custGeom>
          <a:solidFill>
            <a:srgbClr val="7E57C2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ABCD-use-0036">
            <a:extLst>
              <a:ext uri="{FF2B5EF4-FFF2-40B4-BE49-F238E27FC236}">
                <a16:creationId xmlns:a16="http://schemas.microsoft.com/office/drawing/2014/main" id="{7FC410DF-2BBA-4CD6-8270-C1596C1DDEE5}"/>
              </a:ext>
            </a:extLst>
          </p:cNvPr>
          <p:cNvSpPr>
            <a:spLocks noGrp="1"/>
          </p:cNvSpPr>
          <p:nvPr/>
        </p:nvSpPr>
        <p:spPr>
          <a:xfrm>
            <a:off x="462456" y="621370"/>
            <a:ext cx="4092264" cy="908054"/>
          </a:xfrm>
          <a:custGeom>
            <a:avLst/>
            <a:gdLst/>
            <a:ahLst/>
            <a:cxnLst/>
            <a:rect l="0" t="0" r="0" b="0"/>
            <a:pathLst>
              <a:path w="4092264" h="908054">
                <a:moveTo>
                  <a:pt x="0" y="908054"/>
                </a:moveTo>
                <a:lnTo>
                  <a:pt x="0" y="843746"/>
                </a:lnTo>
                <a:lnTo>
                  <a:pt x="8201" y="840211"/>
                </a:lnTo>
                <a:lnTo>
                  <a:pt x="16402" y="836535"/>
                </a:lnTo>
                <a:lnTo>
                  <a:pt x="24603" y="832717"/>
                </a:lnTo>
                <a:lnTo>
                  <a:pt x="32804" y="828753"/>
                </a:lnTo>
                <a:lnTo>
                  <a:pt x="41005" y="824642"/>
                </a:lnTo>
                <a:lnTo>
                  <a:pt x="49206" y="820383"/>
                </a:lnTo>
                <a:lnTo>
                  <a:pt x="57407" y="815973"/>
                </a:lnTo>
                <a:lnTo>
                  <a:pt x="65607" y="811411"/>
                </a:lnTo>
                <a:lnTo>
                  <a:pt x="73808" y="806696"/>
                </a:lnTo>
                <a:lnTo>
                  <a:pt x="82009" y="801827"/>
                </a:lnTo>
                <a:lnTo>
                  <a:pt x="90210" y="796804"/>
                </a:lnTo>
                <a:lnTo>
                  <a:pt x="98411" y="791625"/>
                </a:lnTo>
                <a:lnTo>
                  <a:pt x="106612" y="786290"/>
                </a:lnTo>
                <a:lnTo>
                  <a:pt x="114813" y="780800"/>
                </a:lnTo>
                <a:lnTo>
                  <a:pt x="123014" y="775154"/>
                </a:lnTo>
                <a:lnTo>
                  <a:pt x="131215" y="769353"/>
                </a:lnTo>
                <a:lnTo>
                  <a:pt x="139416" y="763397"/>
                </a:lnTo>
                <a:lnTo>
                  <a:pt x="147617" y="757288"/>
                </a:lnTo>
                <a:lnTo>
                  <a:pt x="155818" y="751027"/>
                </a:lnTo>
                <a:lnTo>
                  <a:pt x="164019" y="744614"/>
                </a:lnTo>
                <a:lnTo>
                  <a:pt x="172220" y="738053"/>
                </a:lnTo>
                <a:lnTo>
                  <a:pt x="180420" y="731344"/>
                </a:lnTo>
                <a:lnTo>
                  <a:pt x="188621" y="724490"/>
                </a:lnTo>
                <a:lnTo>
                  <a:pt x="196822" y="717494"/>
                </a:lnTo>
                <a:lnTo>
                  <a:pt x="205023" y="710358"/>
                </a:lnTo>
                <a:lnTo>
                  <a:pt x="213224" y="703086"/>
                </a:lnTo>
                <a:lnTo>
                  <a:pt x="221425" y="695680"/>
                </a:lnTo>
                <a:lnTo>
                  <a:pt x="229626" y="688144"/>
                </a:lnTo>
                <a:lnTo>
                  <a:pt x="237827" y="680482"/>
                </a:lnTo>
                <a:lnTo>
                  <a:pt x="246028" y="672699"/>
                </a:lnTo>
                <a:lnTo>
                  <a:pt x="254229" y="664798"/>
                </a:lnTo>
                <a:lnTo>
                  <a:pt x="262430" y="656783"/>
                </a:lnTo>
                <a:lnTo>
                  <a:pt x="270631" y="648660"/>
                </a:lnTo>
                <a:lnTo>
                  <a:pt x="278832" y="640434"/>
                </a:lnTo>
                <a:lnTo>
                  <a:pt x="287033" y="632109"/>
                </a:lnTo>
                <a:lnTo>
                  <a:pt x="295233" y="623692"/>
                </a:lnTo>
                <a:lnTo>
                  <a:pt x="303434" y="615187"/>
                </a:lnTo>
                <a:lnTo>
                  <a:pt x="311635" y="606600"/>
                </a:lnTo>
                <a:lnTo>
                  <a:pt x="319836" y="597937"/>
                </a:lnTo>
                <a:lnTo>
                  <a:pt x="328037" y="589204"/>
                </a:lnTo>
                <a:lnTo>
                  <a:pt x="336238" y="580408"/>
                </a:lnTo>
                <a:lnTo>
                  <a:pt x="344439" y="571555"/>
                </a:lnTo>
                <a:lnTo>
                  <a:pt x="352640" y="562650"/>
                </a:lnTo>
                <a:lnTo>
                  <a:pt x="360841" y="553701"/>
                </a:lnTo>
                <a:lnTo>
                  <a:pt x="369042" y="544714"/>
                </a:lnTo>
                <a:lnTo>
                  <a:pt x="377243" y="535696"/>
                </a:lnTo>
                <a:lnTo>
                  <a:pt x="385444" y="526654"/>
                </a:lnTo>
                <a:lnTo>
                  <a:pt x="393645" y="517594"/>
                </a:lnTo>
                <a:lnTo>
                  <a:pt x="401846" y="508524"/>
                </a:lnTo>
                <a:lnTo>
                  <a:pt x="410046" y="499449"/>
                </a:lnTo>
                <a:lnTo>
                  <a:pt x="418247" y="490377"/>
                </a:lnTo>
                <a:lnTo>
                  <a:pt x="426448" y="481316"/>
                </a:lnTo>
                <a:lnTo>
                  <a:pt x="434649" y="472270"/>
                </a:lnTo>
                <a:lnTo>
                  <a:pt x="442850" y="463249"/>
                </a:lnTo>
                <a:lnTo>
                  <a:pt x="451051" y="454257"/>
                </a:lnTo>
                <a:lnTo>
                  <a:pt x="459252" y="445302"/>
                </a:lnTo>
                <a:lnTo>
                  <a:pt x="467453" y="436390"/>
                </a:lnTo>
                <a:lnTo>
                  <a:pt x="475654" y="427528"/>
                </a:lnTo>
                <a:lnTo>
                  <a:pt x="483855" y="418722"/>
                </a:lnTo>
                <a:lnTo>
                  <a:pt x="492056" y="409978"/>
                </a:lnTo>
                <a:lnTo>
                  <a:pt x="500257" y="401303"/>
                </a:lnTo>
                <a:lnTo>
                  <a:pt x="508458" y="392701"/>
                </a:lnTo>
                <a:lnTo>
                  <a:pt x="516659" y="384180"/>
                </a:lnTo>
                <a:lnTo>
                  <a:pt x="524860" y="375744"/>
                </a:lnTo>
                <a:lnTo>
                  <a:pt x="533060" y="367398"/>
                </a:lnTo>
                <a:lnTo>
                  <a:pt x="541261" y="359149"/>
                </a:lnTo>
                <a:lnTo>
                  <a:pt x="549462" y="351000"/>
                </a:lnTo>
                <a:lnTo>
                  <a:pt x="557663" y="342956"/>
                </a:lnTo>
                <a:lnTo>
                  <a:pt x="565864" y="335022"/>
                </a:lnTo>
                <a:lnTo>
                  <a:pt x="574065" y="327202"/>
                </a:lnTo>
                <a:lnTo>
                  <a:pt x="582266" y="319499"/>
                </a:lnTo>
                <a:lnTo>
                  <a:pt x="590467" y="311917"/>
                </a:lnTo>
                <a:lnTo>
                  <a:pt x="598668" y="304459"/>
                </a:lnTo>
                <a:lnTo>
                  <a:pt x="606869" y="297129"/>
                </a:lnTo>
                <a:lnTo>
                  <a:pt x="615070" y="289928"/>
                </a:lnTo>
                <a:lnTo>
                  <a:pt x="623271" y="282859"/>
                </a:lnTo>
                <a:lnTo>
                  <a:pt x="631472" y="275925"/>
                </a:lnTo>
                <a:lnTo>
                  <a:pt x="639673" y="269125"/>
                </a:lnTo>
                <a:lnTo>
                  <a:pt x="647873" y="262463"/>
                </a:lnTo>
                <a:lnTo>
                  <a:pt x="656074" y="255938"/>
                </a:lnTo>
                <a:lnTo>
                  <a:pt x="664275" y="249551"/>
                </a:lnTo>
                <a:lnTo>
                  <a:pt x="672476" y="243303"/>
                </a:lnTo>
                <a:lnTo>
                  <a:pt x="680677" y="237194"/>
                </a:lnTo>
                <a:lnTo>
                  <a:pt x="688878" y="231222"/>
                </a:lnTo>
                <a:lnTo>
                  <a:pt x="697079" y="225387"/>
                </a:lnTo>
                <a:lnTo>
                  <a:pt x="705280" y="219689"/>
                </a:lnTo>
                <a:lnTo>
                  <a:pt x="713481" y="214125"/>
                </a:lnTo>
                <a:lnTo>
                  <a:pt x="721682" y="208693"/>
                </a:lnTo>
                <a:lnTo>
                  <a:pt x="729883" y="203393"/>
                </a:lnTo>
                <a:lnTo>
                  <a:pt x="738084" y="198220"/>
                </a:lnTo>
                <a:lnTo>
                  <a:pt x="746285" y="193173"/>
                </a:lnTo>
                <a:lnTo>
                  <a:pt x="754486" y="188249"/>
                </a:lnTo>
                <a:lnTo>
                  <a:pt x="762686" y="183443"/>
                </a:lnTo>
                <a:lnTo>
                  <a:pt x="770887" y="178754"/>
                </a:lnTo>
                <a:lnTo>
                  <a:pt x="779088" y="174176"/>
                </a:lnTo>
                <a:lnTo>
                  <a:pt x="787289" y="169707"/>
                </a:lnTo>
                <a:lnTo>
                  <a:pt x="795490" y="165341"/>
                </a:lnTo>
                <a:lnTo>
                  <a:pt x="803691" y="161076"/>
                </a:lnTo>
                <a:lnTo>
                  <a:pt x="811892" y="156905"/>
                </a:lnTo>
                <a:lnTo>
                  <a:pt x="820093" y="152825"/>
                </a:lnTo>
                <a:lnTo>
                  <a:pt x="828294" y="148831"/>
                </a:lnTo>
                <a:lnTo>
                  <a:pt x="836495" y="144918"/>
                </a:lnTo>
                <a:lnTo>
                  <a:pt x="844696" y="141081"/>
                </a:lnTo>
                <a:lnTo>
                  <a:pt x="852897" y="137316"/>
                </a:lnTo>
                <a:lnTo>
                  <a:pt x="861098" y="133618"/>
                </a:lnTo>
                <a:lnTo>
                  <a:pt x="869299" y="129981"/>
                </a:lnTo>
                <a:lnTo>
                  <a:pt x="877499" y="126402"/>
                </a:lnTo>
                <a:lnTo>
                  <a:pt x="885700" y="122875"/>
                </a:lnTo>
                <a:lnTo>
                  <a:pt x="893901" y="119397"/>
                </a:lnTo>
                <a:lnTo>
                  <a:pt x="902102" y="115962"/>
                </a:lnTo>
                <a:lnTo>
                  <a:pt x="910303" y="112566"/>
                </a:lnTo>
                <a:lnTo>
                  <a:pt x="918504" y="109207"/>
                </a:lnTo>
                <a:lnTo>
                  <a:pt x="926705" y="105878"/>
                </a:lnTo>
                <a:lnTo>
                  <a:pt x="934906" y="102579"/>
                </a:lnTo>
                <a:lnTo>
                  <a:pt x="943107" y="99304"/>
                </a:lnTo>
                <a:lnTo>
                  <a:pt x="951308" y="96051"/>
                </a:lnTo>
                <a:lnTo>
                  <a:pt x="959509" y="92819"/>
                </a:lnTo>
                <a:lnTo>
                  <a:pt x="967710" y="89604"/>
                </a:lnTo>
                <a:lnTo>
                  <a:pt x="975911" y="86404"/>
                </a:lnTo>
                <a:lnTo>
                  <a:pt x="984112" y="83219"/>
                </a:lnTo>
                <a:lnTo>
                  <a:pt x="992313" y="80047"/>
                </a:lnTo>
                <a:lnTo>
                  <a:pt x="1000513" y="76887"/>
                </a:lnTo>
                <a:lnTo>
                  <a:pt x="1008714" y="73741"/>
                </a:lnTo>
                <a:lnTo>
                  <a:pt x="1016915" y="70607"/>
                </a:lnTo>
                <a:lnTo>
                  <a:pt x="1025116" y="67486"/>
                </a:lnTo>
                <a:lnTo>
                  <a:pt x="1033317" y="64381"/>
                </a:lnTo>
                <a:lnTo>
                  <a:pt x="1041518" y="61292"/>
                </a:lnTo>
                <a:lnTo>
                  <a:pt x="1049719" y="58222"/>
                </a:lnTo>
                <a:lnTo>
                  <a:pt x="1057920" y="55173"/>
                </a:lnTo>
                <a:lnTo>
                  <a:pt x="1066121" y="52148"/>
                </a:lnTo>
                <a:lnTo>
                  <a:pt x="1074322" y="49151"/>
                </a:lnTo>
                <a:lnTo>
                  <a:pt x="1082523" y="46186"/>
                </a:lnTo>
                <a:lnTo>
                  <a:pt x="1090724" y="43257"/>
                </a:lnTo>
                <a:lnTo>
                  <a:pt x="1098925" y="40369"/>
                </a:lnTo>
                <a:lnTo>
                  <a:pt x="1107126" y="37527"/>
                </a:lnTo>
                <a:lnTo>
                  <a:pt x="1115326" y="34737"/>
                </a:lnTo>
                <a:lnTo>
                  <a:pt x="1123527" y="32004"/>
                </a:lnTo>
                <a:lnTo>
                  <a:pt x="1131728" y="29335"/>
                </a:lnTo>
                <a:lnTo>
                  <a:pt x="1139929" y="26736"/>
                </a:lnTo>
                <a:lnTo>
                  <a:pt x="1148130" y="24213"/>
                </a:lnTo>
                <a:lnTo>
                  <a:pt x="1156331" y="21774"/>
                </a:lnTo>
                <a:lnTo>
                  <a:pt x="1164532" y="19426"/>
                </a:lnTo>
                <a:lnTo>
                  <a:pt x="1172733" y="17176"/>
                </a:lnTo>
                <a:lnTo>
                  <a:pt x="1180934" y="15031"/>
                </a:lnTo>
                <a:lnTo>
                  <a:pt x="1189135" y="12998"/>
                </a:lnTo>
                <a:lnTo>
                  <a:pt x="1197336" y="11086"/>
                </a:lnTo>
                <a:lnTo>
                  <a:pt x="1205537" y="9301"/>
                </a:lnTo>
                <a:lnTo>
                  <a:pt x="1213738" y="7651"/>
                </a:lnTo>
                <a:lnTo>
                  <a:pt x="1221939" y="6144"/>
                </a:lnTo>
                <a:lnTo>
                  <a:pt x="1230139" y="4785"/>
                </a:lnTo>
                <a:lnTo>
                  <a:pt x="1238340" y="3582"/>
                </a:lnTo>
                <a:lnTo>
                  <a:pt x="1246541" y="2543"/>
                </a:lnTo>
                <a:lnTo>
                  <a:pt x="1254742" y="1672"/>
                </a:lnTo>
                <a:lnTo>
                  <a:pt x="1262943" y="977"/>
                </a:lnTo>
                <a:lnTo>
                  <a:pt x="1271144" y="463"/>
                </a:lnTo>
                <a:lnTo>
                  <a:pt x="1279345" y="136"/>
                </a:lnTo>
                <a:lnTo>
                  <a:pt x="1287546" y="0"/>
                </a:lnTo>
                <a:lnTo>
                  <a:pt x="1295747" y="60"/>
                </a:lnTo>
                <a:lnTo>
                  <a:pt x="1303948" y="321"/>
                </a:lnTo>
                <a:lnTo>
                  <a:pt x="1312149" y="785"/>
                </a:lnTo>
                <a:lnTo>
                  <a:pt x="1320350" y="1456"/>
                </a:lnTo>
                <a:lnTo>
                  <a:pt x="1328551" y="2337"/>
                </a:lnTo>
                <a:lnTo>
                  <a:pt x="1336752" y="3428"/>
                </a:lnTo>
                <a:lnTo>
                  <a:pt x="1344952" y="4732"/>
                </a:lnTo>
                <a:lnTo>
                  <a:pt x="1353153" y="6250"/>
                </a:lnTo>
                <a:lnTo>
                  <a:pt x="1361354" y="7980"/>
                </a:lnTo>
                <a:lnTo>
                  <a:pt x="1369555" y="9923"/>
                </a:lnTo>
                <a:lnTo>
                  <a:pt x="1377756" y="12078"/>
                </a:lnTo>
                <a:lnTo>
                  <a:pt x="1385957" y="14442"/>
                </a:lnTo>
                <a:lnTo>
                  <a:pt x="1394158" y="17013"/>
                </a:lnTo>
                <a:lnTo>
                  <a:pt x="1402359" y="19788"/>
                </a:lnTo>
                <a:lnTo>
                  <a:pt x="1410560" y="22764"/>
                </a:lnTo>
                <a:lnTo>
                  <a:pt x="1418761" y="25935"/>
                </a:lnTo>
                <a:lnTo>
                  <a:pt x="1426962" y="29298"/>
                </a:lnTo>
                <a:lnTo>
                  <a:pt x="1435163" y="32845"/>
                </a:lnTo>
                <a:lnTo>
                  <a:pt x="1443364" y="36572"/>
                </a:lnTo>
                <a:lnTo>
                  <a:pt x="1451565" y="40472"/>
                </a:lnTo>
                <a:lnTo>
                  <a:pt x="1459766" y="44537"/>
                </a:lnTo>
                <a:lnTo>
                  <a:pt x="1467966" y="48759"/>
                </a:lnTo>
                <a:lnTo>
                  <a:pt x="1476167" y="53131"/>
                </a:lnTo>
                <a:lnTo>
                  <a:pt x="1484368" y="57644"/>
                </a:lnTo>
                <a:lnTo>
                  <a:pt x="1492569" y="62288"/>
                </a:lnTo>
                <a:lnTo>
                  <a:pt x="1500770" y="67055"/>
                </a:lnTo>
                <a:lnTo>
                  <a:pt x="1508971" y="71935"/>
                </a:lnTo>
                <a:lnTo>
                  <a:pt x="1517172" y="76918"/>
                </a:lnTo>
                <a:lnTo>
                  <a:pt x="1525373" y="81993"/>
                </a:lnTo>
                <a:lnTo>
                  <a:pt x="1533574" y="87151"/>
                </a:lnTo>
                <a:lnTo>
                  <a:pt x="1541775" y="92380"/>
                </a:lnTo>
                <a:lnTo>
                  <a:pt x="1549976" y="97669"/>
                </a:lnTo>
                <a:lnTo>
                  <a:pt x="1558177" y="103009"/>
                </a:lnTo>
                <a:lnTo>
                  <a:pt x="1566378" y="108389"/>
                </a:lnTo>
                <a:lnTo>
                  <a:pt x="1574579" y="113796"/>
                </a:lnTo>
                <a:lnTo>
                  <a:pt x="1582779" y="119222"/>
                </a:lnTo>
                <a:lnTo>
                  <a:pt x="1590980" y="124654"/>
                </a:lnTo>
                <a:lnTo>
                  <a:pt x="1599181" y="130083"/>
                </a:lnTo>
                <a:lnTo>
                  <a:pt x="1607382" y="135499"/>
                </a:lnTo>
                <a:lnTo>
                  <a:pt x="1615583" y="140891"/>
                </a:lnTo>
                <a:lnTo>
                  <a:pt x="1623784" y="146250"/>
                </a:lnTo>
                <a:lnTo>
                  <a:pt x="1631985" y="151566"/>
                </a:lnTo>
                <a:lnTo>
                  <a:pt x="1640186" y="156830"/>
                </a:lnTo>
                <a:lnTo>
                  <a:pt x="1648387" y="162033"/>
                </a:lnTo>
                <a:lnTo>
                  <a:pt x="1656588" y="167168"/>
                </a:lnTo>
                <a:lnTo>
                  <a:pt x="1664789" y="172226"/>
                </a:lnTo>
                <a:lnTo>
                  <a:pt x="1672990" y="177200"/>
                </a:lnTo>
                <a:lnTo>
                  <a:pt x="1681191" y="182084"/>
                </a:lnTo>
                <a:lnTo>
                  <a:pt x="1689392" y="186871"/>
                </a:lnTo>
                <a:lnTo>
                  <a:pt x="1697592" y="191556"/>
                </a:lnTo>
                <a:lnTo>
                  <a:pt x="1705793" y="196134"/>
                </a:lnTo>
                <a:lnTo>
                  <a:pt x="1713994" y="200600"/>
                </a:lnTo>
                <a:lnTo>
                  <a:pt x="1722195" y="204951"/>
                </a:lnTo>
                <a:lnTo>
                  <a:pt x="1730396" y="209183"/>
                </a:lnTo>
                <a:lnTo>
                  <a:pt x="1738597" y="213295"/>
                </a:lnTo>
                <a:lnTo>
                  <a:pt x="1746798" y="217284"/>
                </a:lnTo>
                <a:lnTo>
                  <a:pt x="1754999" y="221150"/>
                </a:lnTo>
                <a:lnTo>
                  <a:pt x="1763200" y="224891"/>
                </a:lnTo>
                <a:lnTo>
                  <a:pt x="1771401" y="228509"/>
                </a:lnTo>
                <a:lnTo>
                  <a:pt x="1779602" y="232004"/>
                </a:lnTo>
                <a:lnTo>
                  <a:pt x="1787803" y="235378"/>
                </a:lnTo>
                <a:lnTo>
                  <a:pt x="1796004" y="238633"/>
                </a:lnTo>
                <a:lnTo>
                  <a:pt x="1804205" y="241772"/>
                </a:lnTo>
                <a:lnTo>
                  <a:pt x="1812405" y="244799"/>
                </a:lnTo>
                <a:lnTo>
                  <a:pt x="1820606" y="247717"/>
                </a:lnTo>
                <a:lnTo>
                  <a:pt x="1828807" y="250531"/>
                </a:lnTo>
                <a:lnTo>
                  <a:pt x="1837008" y="253246"/>
                </a:lnTo>
                <a:lnTo>
                  <a:pt x="1845209" y="255869"/>
                </a:lnTo>
                <a:lnTo>
                  <a:pt x="1853410" y="258404"/>
                </a:lnTo>
                <a:lnTo>
                  <a:pt x="1861611" y="260859"/>
                </a:lnTo>
                <a:lnTo>
                  <a:pt x="1869812" y="263240"/>
                </a:lnTo>
                <a:lnTo>
                  <a:pt x="1878013" y="265555"/>
                </a:lnTo>
                <a:lnTo>
                  <a:pt x="1886214" y="267811"/>
                </a:lnTo>
                <a:lnTo>
                  <a:pt x="1894415" y="270016"/>
                </a:lnTo>
                <a:lnTo>
                  <a:pt x="1902616" y="272178"/>
                </a:lnTo>
                <a:lnTo>
                  <a:pt x="1910817" y="274305"/>
                </a:lnTo>
                <a:lnTo>
                  <a:pt x="1919018" y="276405"/>
                </a:lnTo>
                <a:lnTo>
                  <a:pt x="1927219" y="278488"/>
                </a:lnTo>
                <a:lnTo>
                  <a:pt x="1935419" y="280561"/>
                </a:lnTo>
                <a:lnTo>
                  <a:pt x="1943620" y="282633"/>
                </a:lnTo>
                <a:lnTo>
                  <a:pt x="1951821" y="284711"/>
                </a:lnTo>
                <a:lnTo>
                  <a:pt x="1960022" y="286805"/>
                </a:lnTo>
                <a:lnTo>
                  <a:pt x="1968223" y="288921"/>
                </a:lnTo>
                <a:lnTo>
                  <a:pt x="1976424" y="291069"/>
                </a:lnTo>
                <a:lnTo>
                  <a:pt x="1984625" y="293255"/>
                </a:lnTo>
                <a:lnTo>
                  <a:pt x="1992826" y="295486"/>
                </a:lnTo>
                <a:lnTo>
                  <a:pt x="2001027" y="297770"/>
                </a:lnTo>
                <a:lnTo>
                  <a:pt x="2009228" y="300113"/>
                </a:lnTo>
                <a:lnTo>
                  <a:pt x="2017429" y="302522"/>
                </a:lnTo>
                <a:lnTo>
                  <a:pt x="2025630" y="305001"/>
                </a:lnTo>
                <a:lnTo>
                  <a:pt x="2033831" y="307556"/>
                </a:lnTo>
                <a:lnTo>
                  <a:pt x="2042032" y="310192"/>
                </a:lnTo>
                <a:lnTo>
                  <a:pt x="2050232" y="312913"/>
                </a:lnTo>
                <a:lnTo>
                  <a:pt x="2058433" y="315722"/>
                </a:lnTo>
                <a:lnTo>
                  <a:pt x="2066634" y="318623"/>
                </a:lnTo>
                <a:lnTo>
                  <a:pt x="2074835" y="321618"/>
                </a:lnTo>
                <a:lnTo>
                  <a:pt x="2083036" y="324709"/>
                </a:lnTo>
                <a:lnTo>
                  <a:pt x="2091237" y="327897"/>
                </a:lnTo>
                <a:lnTo>
                  <a:pt x="2099438" y="331184"/>
                </a:lnTo>
                <a:lnTo>
                  <a:pt x="2107639" y="334569"/>
                </a:lnTo>
                <a:lnTo>
                  <a:pt x="2115840" y="338052"/>
                </a:lnTo>
                <a:lnTo>
                  <a:pt x="2124041" y="341631"/>
                </a:lnTo>
                <a:lnTo>
                  <a:pt x="2132242" y="345307"/>
                </a:lnTo>
                <a:lnTo>
                  <a:pt x="2140443" y="349075"/>
                </a:lnTo>
                <a:lnTo>
                  <a:pt x="2148644" y="352935"/>
                </a:lnTo>
                <a:lnTo>
                  <a:pt x="2156845" y="356882"/>
                </a:lnTo>
                <a:lnTo>
                  <a:pt x="2165045" y="360914"/>
                </a:lnTo>
                <a:lnTo>
                  <a:pt x="2173246" y="365025"/>
                </a:lnTo>
                <a:lnTo>
                  <a:pt x="2181447" y="369213"/>
                </a:lnTo>
                <a:lnTo>
                  <a:pt x="2189648" y="373472"/>
                </a:lnTo>
                <a:lnTo>
                  <a:pt x="2197849" y="377796"/>
                </a:lnTo>
                <a:lnTo>
                  <a:pt x="2206050" y="382181"/>
                </a:lnTo>
                <a:lnTo>
                  <a:pt x="2214251" y="386621"/>
                </a:lnTo>
                <a:lnTo>
                  <a:pt x="2222452" y="391109"/>
                </a:lnTo>
                <a:lnTo>
                  <a:pt x="2230653" y="395640"/>
                </a:lnTo>
                <a:lnTo>
                  <a:pt x="2238854" y="400208"/>
                </a:lnTo>
                <a:lnTo>
                  <a:pt x="2247055" y="404805"/>
                </a:lnTo>
                <a:lnTo>
                  <a:pt x="2255256" y="409425"/>
                </a:lnTo>
                <a:lnTo>
                  <a:pt x="2263457" y="414062"/>
                </a:lnTo>
                <a:lnTo>
                  <a:pt x="2271658" y="418708"/>
                </a:lnTo>
                <a:lnTo>
                  <a:pt x="2279859" y="423359"/>
                </a:lnTo>
                <a:lnTo>
                  <a:pt x="2288059" y="428006"/>
                </a:lnTo>
                <a:lnTo>
                  <a:pt x="2296260" y="432644"/>
                </a:lnTo>
                <a:lnTo>
                  <a:pt x="2304461" y="437266"/>
                </a:lnTo>
                <a:lnTo>
                  <a:pt x="2312662" y="441867"/>
                </a:lnTo>
                <a:lnTo>
                  <a:pt x="2320863" y="446440"/>
                </a:lnTo>
                <a:lnTo>
                  <a:pt x="2329064" y="450979"/>
                </a:lnTo>
                <a:lnTo>
                  <a:pt x="2337265" y="455481"/>
                </a:lnTo>
                <a:lnTo>
                  <a:pt x="2345466" y="459938"/>
                </a:lnTo>
                <a:lnTo>
                  <a:pt x="2353667" y="464348"/>
                </a:lnTo>
                <a:lnTo>
                  <a:pt x="2361868" y="468705"/>
                </a:lnTo>
                <a:lnTo>
                  <a:pt x="2370069" y="473005"/>
                </a:lnTo>
                <a:lnTo>
                  <a:pt x="2378270" y="477245"/>
                </a:lnTo>
                <a:lnTo>
                  <a:pt x="2386471" y="481421"/>
                </a:lnTo>
                <a:lnTo>
                  <a:pt x="2394672" y="485531"/>
                </a:lnTo>
                <a:lnTo>
                  <a:pt x="2402872" y="489571"/>
                </a:lnTo>
                <a:lnTo>
                  <a:pt x="2411073" y="493541"/>
                </a:lnTo>
                <a:lnTo>
                  <a:pt x="2419274" y="497438"/>
                </a:lnTo>
                <a:lnTo>
                  <a:pt x="2427475" y="501261"/>
                </a:lnTo>
                <a:lnTo>
                  <a:pt x="2435676" y="505010"/>
                </a:lnTo>
                <a:lnTo>
                  <a:pt x="2443877" y="508683"/>
                </a:lnTo>
                <a:lnTo>
                  <a:pt x="2452078" y="512282"/>
                </a:lnTo>
                <a:lnTo>
                  <a:pt x="2460279" y="515806"/>
                </a:lnTo>
                <a:lnTo>
                  <a:pt x="2468480" y="519256"/>
                </a:lnTo>
                <a:lnTo>
                  <a:pt x="2476681" y="522633"/>
                </a:lnTo>
                <a:lnTo>
                  <a:pt x="2484882" y="525940"/>
                </a:lnTo>
                <a:lnTo>
                  <a:pt x="2493083" y="529178"/>
                </a:lnTo>
                <a:lnTo>
                  <a:pt x="2501284" y="532348"/>
                </a:lnTo>
                <a:lnTo>
                  <a:pt x="2509485" y="535454"/>
                </a:lnTo>
                <a:lnTo>
                  <a:pt x="2517685" y="538499"/>
                </a:lnTo>
                <a:lnTo>
                  <a:pt x="2525886" y="541485"/>
                </a:lnTo>
                <a:lnTo>
                  <a:pt x="2534087" y="544415"/>
                </a:lnTo>
                <a:lnTo>
                  <a:pt x="2542288" y="547294"/>
                </a:lnTo>
                <a:lnTo>
                  <a:pt x="2550489" y="550126"/>
                </a:lnTo>
                <a:lnTo>
                  <a:pt x="2558690" y="552912"/>
                </a:lnTo>
                <a:lnTo>
                  <a:pt x="2566891" y="555659"/>
                </a:lnTo>
                <a:lnTo>
                  <a:pt x="2575092" y="558370"/>
                </a:lnTo>
                <a:lnTo>
                  <a:pt x="2583293" y="561049"/>
                </a:lnTo>
                <a:lnTo>
                  <a:pt x="2591494" y="563700"/>
                </a:lnTo>
                <a:lnTo>
                  <a:pt x="2599695" y="566328"/>
                </a:lnTo>
                <a:lnTo>
                  <a:pt x="2607896" y="568937"/>
                </a:lnTo>
                <a:lnTo>
                  <a:pt x="2616097" y="571531"/>
                </a:lnTo>
                <a:lnTo>
                  <a:pt x="2624298" y="574115"/>
                </a:lnTo>
                <a:lnTo>
                  <a:pt x="2632498" y="576692"/>
                </a:lnTo>
                <a:lnTo>
                  <a:pt x="2640699" y="579266"/>
                </a:lnTo>
                <a:lnTo>
                  <a:pt x="2648900" y="581842"/>
                </a:lnTo>
                <a:lnTo>
                  <a:pt x="2657101" y="584423"/>
                </a:lnTo>
                <a:lnTo>
                  <a:pt x="2665302" y="587013"/>
                </a:lnTo>
                <a:lnTo>
                  <a:pt x="2673503" y="589614"/>
                </a:lnTo>
                <a:lnTo>
                  <a:pt x="2681704" y="592232"/>
                </a:lnTo>
                <a:lnTo>
                  <a:pt x="2689905" y="594867"/>
                </a:lnTo>
                <a:lnTo>
                  <a:pt x="2698106" y="597523"/>
                </a:lnTo>
                <a:lnTo>
                  <a:pt x="2706307" y="600203"/>
                </a:lnTo>
                <a:lnTo>
                  <a:pt x="2714508" y="602908"/>
                </a:lnTo>
                <a:lnTo>
                  <a:pt x="2722709" y="605642"/>
                </a:lnTo>
                <a:lnTo>
                  <a:pt x="2730910" y="608404"/>
                </a:lnTo>
                <a:lnTo>
                  <a:pt x="2739111" y="611197"/>
                </a:lnTo>
                <a:lnTo>
                  <a:pt x="2747312" y="614022"/>
                </a:lnTo>
                <a:lnTo>
                  <a:pt x="2755512" y="616880"/>
                </a:lnTo>
                <a:lnTo>
                  <a:pt x="2763713" y="619771"/>
                </a:lnTo>
                <a:lnTo>
                  <a:pt x="2771914" y="622696"/>
                </a:lnTo>
                <a:lnTo>
                  <a:pt x="2780115" y="625654"/>
                </a:lnTo>
                <a:lnTo>
                  <a:pt x="2788316" y="628645"/>
                </a:lnTo>
                <a:lnTo>
                  <a:pt x="2796517" y="631668"/>
                </a:lnTo>
                <a:lnTo>
                  <a:pt x="2804718" y="634724"/>
                </a:lnTo>
                <a:lnTo>
                  <a:pt x="2812919" y="637809"/>
                </a:lnTo>
                <a:lnTo>
                  <a:pt x="2821120" y="640924"/>
                </a:lnTo>
                <a:lnTo>
                  <a:pt x="2829321" y="644067"/>
                </a:lnTo>
                <a:lnTo>
                  <a:pt x="2837522" y="647236"/>
                </a:lnTo>
                <a:lnTo>
                  <a:pt x="2845723" y="650428"/>
                </a:lnTo>
                <a:lnTo>
                  <a:pt x="2853924" y="653642"/>
                </a:lnTo>
                <a:lnTo>
                  <a:pt x="2862125" y="656875"/>
                </a:lnTo>
                <a:lnTo>
                  <a:pt x="2870325" y="660125"/>
                </a:lnTo>
                <a:lnTo>
                  <a:pt x="2878526" y="663388"/>
                </a:lnTo>
                <a:lnTo>
                  <a:pt x="2886727" y="666663"/>
                </a:lnTo>
                <a:lnTo>
                  <a:pt x="2894928" y="669946"/>
                </a:lnTo>
                <a:lnTo>
                  <a:pt x="2903129" y="673235"/>
                </a:lnTo>
                <a:lnTo>
                  <a:pt x="2911330" y="676525"/>
                </a:lnTo>
                <a:lnTo>
                  <a:pt x="2919531" y="679815"/>
                </a:lnTo>
                <a:lnTo>
                  <a:pt x="2927732" y="683101"/>
                </a:lnTo>
                <a:lnTo>
                  <a:pt x="2935933" y="686380"/>
                </a:lnTo>
                <a:lnTo>
                  <a:pt x="2944134" y="689648"/>
                </a:lnTo>
                <a:lnTo>
                  <a:pt x="2952335" y="692903"/>
                </a:lnTo>
                <a:lnTo>
                  <a:pt x="2960536" y="696142"/>
                </a:lnTo>
                <a:lnTo>
                  <a:pt x="2968737" y="699361"/>
                </a:lnTo>
                <a:lnTo>
                  <a:pt x="2976938" y="702558"/>
                </a:lnTo>
                <a:lnTo>
                  <a:pt x="2985138" y="705730"/>
                </a:lnTo>
                <a:lnTo>
                  <a:pt x="2993339" y="708874"/>
                </a:lnTo>
                <a:lnTo>
                  <a:pt x="3001540" y="711988"/>
                </a:lnTo>
                <a:lnTo>
                  <a:pt x="3009741" y="715068"/>
                </a:lnTo>
                <a:lnTo>
                  <a:pt x="3017942" y="718113"/>
                </a:lnTo>
                <a:lnTo>
                  <a:pt x="3026143" y="721121"/>
                </a:lnTo>
                <a:lnTo>
                  <a:pt x="3034344" y="724089"/>
                </a:lnTo>
                <a:lnTo>
                  <a:pt x="3042545" y="727016"/>
                </a:lnTo>
                <a:lnTo>
                  <a:pt x="3050746" y="729900"/>
                </a:lnTo>
                <a:lnTo>
                  <a:pt x="3058947" y="732739"/>
                </a:lnTo>
                <a:lnTo>
                  <a:pt x="3067148" y="735533"/>
                </a:lnTo>
                <a:lnTo>
                  <a:pt x="3075349" y="738279"/>
                </a:lnTo>
                <a:lnTo>
                  <a:pt x="3083550" y="740977"/>
                </a:lnTo>
                <a:lnTo>
                  <a:pt x="3091751" y="743626"/>
                </a:lnTo>
                <a:lnTo>
                  <a:pt x="3099951" y="746225"/>
                </a:lnTo>
                <a:lnTo>
                  <a:pt x="3108152" y="748774"/>
                </a:lnTo>
                <a:lnTo>
                  <a:pt x="3116353" y="751273"/>
                </a:lnTo>
                <a:lnTo>
                  <a:pt x="3124554" y="753721"/>
                </a:lnTo>
                <a:lnTo>
                  <a:pt x="3132755" y="756118"/>
                </a:lnTo>
                <a:lnTo>
                  <a:pt x="3140956" y="758465"/>
                </a:lnTo>
                <a:lnTo>
                  <a:pt x="3149157" y="760762"/>
                </a:lnTo>
                <a:lnTo>
                  <a:pt x="3157358" y="763009"/>
                </a:lnTo>
                <a:lnTo>
                  <a:pt x="3165559" y="765207"/>
                </a:lnTo>
                <a:lnTo>
                  <a:pt x="3173760" y="767356"/>
                </a:lnTo>
                <a:lnTo>
                  <a:pt x="3181961" y="769457"/>
                </a:lnTo>
                <a:lnTo>
                  <a:pt x="3190162" y="771511"/>
                </a:lnTo>
                <a:lnTo>
                  <a:pt x="3198363" y="773519"/>
                </a:lnTo>
                <a:lnTo>
                  <a:pt x="3206564" y="775482"/>
                </a:lnTo>
                <a:lnTo>
                  <a:pt x="3214765" y="777401"/>
                </a:lnTo>
                <a:lnTo>
                  <a:pt x="3222965" y="779277"/>
                </a:lnTo>
                <a:lnTo>
                  <a:pt x="3231166" y="781110"/>
                </a:lnTo>
                <a:lnTo>
                  <a:pt x="3239367" y="782903"/>
                </a:lnTo>
                <a:lnTo>
                  <a:pt x="3247568" y="784656"/>
                </a:lnTo>
                <a:lnTo>
                  <a:pt x="3255769" y="786371"/>
                </a:lnTo>
                <a:lnTo>
                  <a:pt x="3263970" y="788048"/>
                </a:lnTo>
                <a:lnTo>
                  <a:pt x="3272171" y="789688"/>
                </a:lnTo>
                <a:lnTo>
                  <a:pt x="3280372" y="791293"/>
                </a:lnTo>
                <a:lnTo>
                  <a:pt x="3288573" y="792864"/>
                </a:lnTo>
                <a:lnTo>
                  <a:pt x="3296774" y="794401"/>
                </a:lnTo>
                <a:lnTo>
                  <a:pt x="3304975" y="795905"/>
                </a:lnTo>
                <a:lnTo>
                  <a:pt x="3313176" y="797377"/>
                </a:lnTo>
                <a:lnTo>
                  <a:pt x="3321377" y="798818"/>
                </a:lnTo>
                <a:lnTo>
                  <a:pt x="3329578" y="800227"/>
                </a:lnTo>
                <a:lnTo>
                  <a:pt x="3337778" y="801607"/>
                </a:lnTo>
                <a:lnTo>
                  <a:pt x="3345979" y="802956"/>
                </a:lnTo>
                <a:lnTo>
                  <a:pt x="3354180" y="804276"/>
                </a:lnTo>
                <a:lnTo>
                  <a:pt x="3362381" y="805565"/>
                </a:lnTo>
                <a:lnTo>
                  <a:pt x="3370582" y="806825"/>
                </a:lnTo>
                <a:lnTo>
                  <a:pt x="3378783" y="808055"/>
                </a:lnTo>
                <a:lnTo>
                  <a:pt x="3386984" y="809255"/>
                </a:lnTo>
                <a:lnTo>
                  <a:pt x="3395185" y="810424"/>
                </a:lnTo>
                <a:lnTo>
                  <a:pt x="3403386" y="811562"/>
                </a:lnTo>
                <a:lnTo>
                  <a:pt x="3411587" y="812668"/>
                </a:lnTo>
                <a:lnTo>
                  <a:pt x="3419788" y="813741"/>
                </a:lnTo>
                <a:lnTo>
                  <a:pt x="3427989" y="814781"/>
                </a:lnTo>
                <a:lnTo>
                  <a:pt x="3436190" y="815786"/>
                </a:lnTo>
                <a:lnTo>
                  <a:pt x="3444391" y="816754"/>
                </a:lnTo>
                <a:lnTo>
                  <a:pt x="3452591" y="817685"/>
                </a:lnTo>
                <a:lnTo>
                  <a:pt x="3460792" y="818578"/>
                </a:lnTo>
                <a:lnTo>
                  <a:pt x="3468993" y="819430"/>
                </a:lnTo>
                <a:lnTo>
                  <a:pt x="3477194" y="820240"/>
                </a:lnTo>
                <a:lnTo>
                  <a:pt x="3485395" y="821006"/>
                </a:lnTo>
                <a:lnTo>
                  <a:pt x="3493596" y="821727"/>
                </a:lnTo>
                <a:lnTo>
                  <a:pt x="3501797" y="822400"/>
                </a:lnTo>
                <a:lnTo>
                  <a:pt x="3509998" y="823023"/>
                </a:lnTo>
                <a:lnTo>
                  <a:pt x="3518199" y="823595"/>
                </a:lnTo>
                <a:lnTo>
                  <a:pt x="3526400" y="824113"/>
                </a:lnTo>
                <a:lnTo>
                  <a:pt x="3534601" y="824576"/>
                </a:lnTo>
                <a:lnTo>
                  <a:pt x="3542802" y="824981"/>
                </a:lnTo>
                <a:lnTo>
                  <a:pt x="3551003" y="825326"/>
                </a:lnTo>
                <a:lnTo>
                  <a:pt x="3559204" y="825609"/>
                </a:lnTo>
                <a:lnTo>
                  <a:pt x="3567404" y="825828"/>
                </a:lnTo>
                <a:lnTo>
                  <a:pt x="3575605" y="825980"/>
                </a:lnTo>
                <a:lnTo>
                  <a:pt x="3583806" y="826065"/>
                </a:lnTo>
                <a:lnTo>
                  <a:pt x="3592007" y="826079"/>
                </a:lnTo>
                <a:lnTo>
                  <a:pt x="3600208" y="826022"/>
                </a:lnTo>
                <a:lnTo>
                  <a:pt x="3608409" y="825892"/>
                </a:lnTo>
                <a:lnTo>
                  <a:pt x="3616610" y="825686"/>
                </a:lnTo>
                <a:lnTo>
                  <a:pt x="3624811" y="825404"/>
                </a:lnTo>
                <a:lnTo>
                  <a:pt x="3633012" y="825044"/>
                </a:lnTo>
                <a:lnTo>
                  <a:pt x="3641213" y="824606"/>
                </a:lnTo>
                <a:lnTo>
                  <a:pt x="3649414" y="824087"/>
                </a:lnTo>
                <a:lnTo>
                  <a:pt x="3657615" y="823488"/>
                </a:lnTo>
                <a:lnTo>
                  <a:pt x="3665816" y="822808"/>
                </a:lnTo>
                <a:lnTo>
                  <a:pt x="3674017" y="822047"/>
                </a:lnTo>
                <a:lnTo>
                  <a:pt x="3682218" y="821205"/>
                </a:lnTo>
                <a:lnTo>
                  <a:pt x="3690418" y="820281"/>
                </a:lnTo>
                <a:lnTo>
                  <a:pt x="3698619" y="819277"/>
                </a:lnTo>
                <a:lnTo>
                  <a:pt x="3706820" y="818193"/>
                </a:lnTo>
                <a:lnTo>
                  <a:pt x="3715021" y="817031"/>
                </a:lnTo>
                <a:lnTo>
                  <a:pt x="3723222" y="815791"/>
                </a:lnTo>
                <a:lnTo>
                  <a:pt x="3731423" y="814475"/>
                </a:lnTo>
                <a:lnTo>
                  <a:pt x="3739624" y="813086"/>
                </a:lnTo>
                <a:lnTo>
                  <a:pt x="3747825" y="811625"/>
                </a:lnTo>
                <a:lnTo>
                  <a:pt x="3756026" y="810095"/>
                </a:lnTo>
                <a:lnTo>
                  <a:pt x="3764227" y="808500"/>
                </a:lnTo>
                <a:lnTo>
                  <a:pt x="3772428" y="806841"/>
                </a:lnTo>
                <a:lnTo>
                  <a:pt x="3780629" y="805123"/>
                </a:lnTo>
                <a:lnTo>
                  <a:pt x="3788830" y="803350"/>
                </a:lnTo>
                <a:lnTo>
                  <a:pt x="3797031" y="801526"/>
                </a:lnTo>
                <a:lnTo>
                  <a:pt x="3805231" y="799655"/>
                </a:lnTo>
                <a:lnTo>
                  <a:pt x="3813432" y="797741"/>
                </a:lnTo>
                <a:lnTo>
                  <a:pt x="3821633" y="795791"/>
                </a:lnTo>
                <a:lnTo>
                  <a:pt x="3829834" y="793809"/>
                </a:lnTo>
                <a:lnTo>
                  <a:pt x="3838035" y="791801"/>
                </a:lnTo>
                <a:lnTo>
                  <a:pt x="3846236" y="789772"/>
                </a:lnTo>
                <a:lnTo>
                  <a:pt x="3854437" y="787728"/>
                </a:lnTo>
                <a:lnTo>
                  <a:pt x="3862638" y="785677"/>
                </a:lnTo>
                <a:lnTo>
                  <a:pt x="3870839" y="783623"/>
                </a:lnTo>
                <a:lnTo>
                  <a:pt x="3879040" y="781573"/>
                </a:lnTo>
                <a:lnTo>
                  <a:pt x="3887241" y="779534"/>
                </a:lnTo>
                <a:lnTo>
                  <a:pt x="3895442" y="777514"/>
                </a:lnTo>
                <a:lnTo>
                  <a:pt x="3903643" y="775517"/>
                </a:lnTo>
                <a:lnTo>
                  <a:pt x="3911844" y="773552"/>
                </a:lnTo>
                <a:lnTo>
                  <a:pt x="3920044" y="771625"/>
                </a:lnTo>
                <a:lnTo>
                  <a:pt x="3928245" y="769743"/>
                </a:lnTo>
                <a:lnTo>
                  <a:pt x="3936446" y="767913"/>
                </a:lnTo>
                <a:lnTo>
                  <a:pt x="3944647" y="766142"/>
                </a:lnTo>
                <a:lnTo>
                  <a:pt x="3952848" y="764435"/>
                </a:lnTo>
                <a:lnTo>
                  <a:pt x="3961049" y="762801"/>
                </a:lnTo>
                <a:lnTo>
                  <a:pt x="3969250" y="761244"/>
                </a:lnTo>
                <a:lnTo>
                  <a:pt x="3977451" y="759772"/>
                </a:lnTo>
                <a:lnTo>
                  <a:pt x="3985652" y="758390"/>
                </a:lnTo>
                <a:lnTo>
                  <a:pt x="3993853" y="757104"/>
                </a:lnTo>
                <a:lnTo>
                  <a:pt x="4002054" y="755920"/>
                </a:lnTo>
                <a:lnTo>
                  <a:pt x="4010255" y="754842"/>
                </a:lnTo>
                <a:lnTo>
                  <a:pt x="4018456" y="753876"/>
                </a:lnTo>
                <a:lnTo>
                  <a:pt x="4026657" y="753025"/>
                </a:lnTo>
                <a:lnTo>
                  <a:pt x="4034857" y="752295"/>
                </a:lnTo>
                <a:lnTo>
                  <a:pt x="4043058" y="751689"/>
                </a:lnTo>
                <a:lnTo>
                  <a:pt x="4051259" y="751210"/>
                </a:lnTo>
                <a:lnTo>
                  <a:pt x="4059460" y="750862"/>
                </a:lnTo>
                <a:lnTo>
                  <a:pt x="4067661" y="750647"/>
                </a:lnTo>
                <a:lnTo>
                  <a:pt x="4075862" y="750566"/>
                </a:lnTo>
                <a:lnTo>
                  <a:pt x="4084063" y="750623"/>
                </a:lnTo>
                <a:lnTo>
                  <a:pt x="4092264" y="750817"/>
                </a:lnTo>
                <a:lnTo>
                  <a:pt x="4092264" y="908054"/>
                </a:lnTo>
                <a:close/>
              </a:path>
            </a:pathLst>
          </a:custGeom>
          <a:solidFill>
            <a:srgbClr val="26A69A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ABCD-use-0037">
            <a:extLst>
              <a:ext uri="{FF2B5EF4-FFF2-40B4-BE49-F238E27FC236}">
                <a16:creationId xmlns:a16="http://schemas.microsoft.com/office/drawing/2014/main" id="{10CA1D6F-C0C8-4E46-A63F-502AF9040A65}"/>
              </a:ext>
            </a:extLst>
          </p:cNvPr>
          <p:cNvSpPr>
            <a:spLocks noGrp="1"/>
          </p:cNvSpPr>
          <p:nvPr/>
        </p:nvSpPr>
        <p:spPr>
          <a:xfrm>
            <a:off x="462456" y="641159"/>
            <a:ext cx="4092264" cy="888265"/>
          </a:xfrm>
          <a:custGeom>
            <a:avLst/>
            <a:gdLst/>
            <a:ahLst/>
            <a:cxnLst/>
            <a:rect l="0" t="0" r="0" b="0"/>
            <a:pathLst>
              <a:path w="4092264" h="888265">
                <a:moveTo>
                  <a:pt x="0" y="888265"/>
                </a:moveTo>
                <a:lnTo>
                  <a:pt x="0" y="838555"/>
                </a:lnTo>
                <a:lnTo>
                  <a:pt x="8201" y="835106"/>
                </a:lnTo>
                <a:lnTo>
                  <a:pt x="16402" y="831475"/>
                </a:lnTo>
                <a:lnTo>
                  <a:pt x="24603" y="827658"/>
                </a:lnTo>
                <a:lnTo>
                  <a:pt x="32804" y="823650"/>
                </a:lnTo>
                <a:lnTo>
                  <a:pt x="41005" y="819445"/>
                </a:lnTo>
                <a:lnTo>
                  <a:pt x="49206" y="815041"/>
                </a:lnTo>
                <a:lnTo>
                  <a:pt x="57407" y="810432"/>
                </a:lnTo>
                <a:lnTo>
                  <a:pt x="65607" y="805616"/>
                </a:lnTo>
                <a:lnTo>
                  <a:pt x="73808" y="800589"/>
                </a:lnTo>
                <a:lnTo>
                  <a:pt x="82009" y="795347"/>
                </a:lnTo>
                <a:lnTo>
                  <a:pt x="90210" y="789890"/>
                </a:lnTo>
                <a:lnTo>
                  <a:pt x="98411" y="784214"/>
                </a:lnTo>
                <a:lnTo>
                  <a:pt x="106612" y="778318"/>
                </a:lnTo>
                <a:lnTo>
                  <a:pt x="114813" y="772200"/>
                </a:lnTo>
                <a:lnTo>
                  <a:pt x="123014" y="765861"/>
                </a:lnTo>
                <a:lnTo>
                  <a:pt x="131215" y="759300"/>
                </a:lnTo>
                <a:lnTo>
                  <a:pt x="139416" y="752518"/>
                </a:lnTo>
                <a:lnTo>
                  <a:pt x="147617" y="745515"/>
                </a:lnTo>
                <a:lnTo>
                  <a:pt x="155818" y="738294"/>
                </a:lnTo>
                <a:lnTo>
                  <a:pt x="164019" y="730856"/>
                </a:lnTo>
                <a:lnTo>
                  <a:pt x="172220" y="723204"/>
                </a:lnTo>
                <a:lnTo>
                  <a:pt x="180420" y="715341"/>
                </a:lnTo>
                <a:lnTo>
                  <a:pt x="188621" y="707272"/>
                </a:lnTo>
                <a:lnTo>
                  <a:pt x="196822" y="699002"/>
                </a:lnTo>
                <a:lnTo>
                  <a:pt x="205023" y="690534"/>
                </a:lnTo>
                <a:lnTo>
                  <a:pt x="213224" y="681876"/>
                </a:lnTo>
                <a:lnTo>
                  <a:pt x="221425" y="673034"/>
                </a:lnTo>
                <a:lnTo>
                  <a:pt x="229626" y="664014"/>
                </a:lnTo>
                <a:lnTo>
                  <a:pt x="237827" y="654824"/>
                </a:lnTo>
                <a:lnTo>
                  <a:pt x="246028" y="645472"/>
                </a:lnTo>
                <a:lnTo>
                  <a:pt x="254229" y="635968"/>
                </a:lnTo>
                <a:lnTo>
                  <a:pt x="262430" y="626319"/>
                </a:lnTo>
                <a:lnTo>
                  <a:pt x="270631" y="616536"/>
                </a:lnTo>
                <a:lnTo>
                  <a:pt x="278832" y="606628"/>
                </a:lnTo>
                <a:lnTo>
                  <a:pt x="287033" y="596606"/>
                </a:lnTo>
                <a:lnTo>
                  <a:pt x="295233" y="586482"/>
                </a:lnTo>
                <a:lnTo>
                  <a:pt x="303434" y="576265"/>
                </a:lnTo>
                <a:lnTo>
                  <a:pt x="311635" y="565967"/>
                </a:lnTo>
                <a:lnTo>
                  <a:pt x="319836" y="555601"/>
                </a:lnTo>
                <a:lnTo>
                  <a:pt x="328037" y="545178"/>
                </a:lnTo>
                <a:lnTo>
                  <a:pt x="336238" y="534710"/>
                </a:lnTo>
                <a:lnTo>
                  <a:pt x="344439" y="524209"/>
                </a:lnTo>
                <a:lnTo>
                  <a:pt x="352640" y="513688"/>
                </a:lnTo>
                <a:lnTo>
                  <a:pt x="360841" y="503158"/>
                </a:lnTo>
                <a:lnTo>
                  <a:pt x="369042" y="492633"/>
                </a:lnTo>
                <a:lnTo>
                  <a:pt x="377243" y="482124"/>
                </a:lnTo>
                <a:lnTo>
                  <a:pt x="385444" y="471643"/>
                </a:lnTo>
                <a:lnTo>
                  <a:pt x="393645" y="461203"/>
                </a:lnTo>
                <a:lnTo>
                  <a:pt x="401846" y="450814"/>
                </a:lnTo>
                <a:lnTo>
                  <a:pt x="410046" y="440490"/>
                </a:lnTo>
                <a:lnTo>
                  <a:pt x="418247" y="430240"/>
                </a:lnTo>
                <a:lnTo>
                  <a:pt x="426448" y="420075"/>
                </a:lnTo>
                <a:lnTo>
                  <a:pt x="434649" y="410007"/>
                </a:lnTo>
                <a:lnTo>
                  <a:pt x="442850" y="400045"/>
                </a:lnTo>
                <a:lnTo>
                  <a:pt x="451051" y="390200"/>
                </a:lnTo>
                <a:lnTo>
                  <a:pt x="459252" y="380479"/>
                </a:lnTo>
                <a:lnTo>
                  <a:pt x="467453" y="370892"/>
                </a:lnTo>
                <a:lnTo>
                  <a:pt x="475654" y="361448"/>
                </a:lnTo>
                <a:lnTo>
                  <a:pt x="483855" y="352154"/>
                </a:lnTo>
                <a:lnTo>
                  <a:pt x="492056" y="343016"/>
                </a:lnTo>
                <a:lnTo>
                  <a:pt x="500257" y="334043"/>
                </a:lnTo>
                <a:lnTo>
                  <a:pt x="508458" y="325239"/>
                </a:lnTo>
                <a:lnTo>
                  <a:pt x="516659" y="316611"/>
                </a:lnTo>
                <a:lnTo>
                  <a:pt x="524860" y="308163"/>
                </a:lnTo>
                <a:lnTo>
                  <a:pt x="533060" y="299900"/>
                </a:lnTo>
                <a:lnTo>
                  <a:pt x="541261" y="291825"/>
                </a:lnTo>
                <a:lnTo>
                  <a:pt x="549462" y="283941"/>
                </a:lnTo>
                <a:lnTo>
                  <a:pt x="557663" y="276251"/>
                </a:lnTo>
                <a:lnTo>
                  <a:pt x="565864" y="268758"/>
                </a:lnTo>
                <a:lnTo>
                  <a:pt x="574065" y="261462"/>
                </a:lnTo>
                <a:lnTo>
                  <a:pt x="582266" y="254364"/>
                </a:lnTo>
                <a:lnTo>
                  <a:pt x="590467" y="247465"/>
                </a:lnTo>
                <a:lnTo>
                  <a:pt x="598668" y="240765"/>
                </a:lnTo>
                <a:lnTo>
                  <a:pt x="606869" y="234264"/>
                </a:lnTo>
                <a:lnTo>
                  <a:pt x="615070" y="227959"/>
                </a:lnTo>
                <a:lnTo>
                  <a:pt x="623271" y="221850"/>
                </a:lnTo>
                <a:lnTo>
                  <a:pt x="631472" y="215934"/>
                </a:lnTo>
                <a:lnTo>
                  <a:pt x="639673" y="210210"/>
                </a:lnTo>
                <a:lnTo>
                  <a:pt x="647873" y="204674"/>
                </a:lnTo>
                <a:lnTo>
                  <a:pt x="656074" y="199324"/>
                </a:lnTo>
                <a:lnTo>
                  <a:pt x="664275" y="194156"/>
                </a:lnTo>
                <a:lnTo>
                  <a:pt x="672476" y="189166"/>
                </a:lnTo>
                <a:lnTo>
                  <a:pt x="680677" y="184350"/>
                </a:lnTo>
                <a:lnTo>
                  <a:pt x="688878" y="179704"/>
                </a:lnTo>
                <a:lnTo>
                  <a:pt x="697079" y="175223"/>
                </a:lnTo>
                <a:lnTo>
                  <a:pt x="705280" y="170903"/>
                </a:lnTo>
                <a:lnTo>
                  <a:pt x="713481" y="166739"/>
                </a:lnTo>
                <a:lnTo>
                  <a:pt x="721682" y="162724"/>
                </a:lnTo>
                <a:lnTo>
                  <a:pt x="729883" y="158855"/>
                </a:lnTo>
                <a:lnTo>
                  <a:pt x="738084" y="155125"/>
                </a:lnTo>
                <a:lnTo>
                  <a:pt x="746285" y="151529"/>
                </a:lnTo>
                <a:lnTo>
                  <a:pt x="754486" y="148061"/>
                </a:lnTo>
                <a:lnTo>
                  <a:pt x="762686" y="144715"/>
                </a:lnTo>
                <a:lnTo>
                  <a:pt x="770887" y="141485"/>
                </a:lnTo>
                <a:lnTo>
                  <a:pt x="779088" y="138365"/>
                </a:lnTo>
                <a:lnTo>
                  <a:pt x="787289" y="135350"/>
                </a:lnTo>
                <a:lnTo>
                  <a:pt x="795490" y="132433"/>
                </a:lnTo>
                <a:lnTo>
                  <a:pt x="803691" y="129608"/>
                </a:lnTo>
                <a:lnTo>
                  <a:pt x="811892" y="126869"/>
                </a:lnTo>
                <a:lnTo>
                  <a:pt x="820093" y="124209"/>
                </a:lnTo>
                <a:lnTo>
                  <a:pt x="828294" y="121624"/>
                </a:lnTo>
                <a:lnTo>
                  <a:pt x="836495" y="119107"/>
                </a:lnTo>
                <a:lnTo>
                  <a:pt x="844696" y="116652"/>
                </a:lnTo>
                <a:lnTo>
                  <a:pt x="852897" y="114253"/>
                </a:lnTo>
                <a:lnTo>
                  <a:pt x="861098" y="111904"/>
                </a:lnTo>
                <a:lnTo>
                  <a:pt x="869299" y="109601"/>
                </a:lnTo>
                <a:lnTo>
                  <a:pt x="877499" y="107337"/>
                </a:lnTo>
                <a:lnTo>
                  <a:pt x="885700" y="105107"/>
                </a:lnTo>
                <a:lnTo>
                  <a:pt x="893901" y="102906"/>
                </a:lnTo>
                <a:lnTo>
                  <a:pt x="902102" y="100729"/>
                </a:lnTo>
                <a:lnTo>
                  <a:pt x="910303" y="98571"/>
                </a:lnTo>
                <a:lnTo>
                  <a:pt x="918504" y="96427"/>
                </a:lnTo>
                <a:lnTo>
                  <a:pt x="926705" y="94294"/>
                </a:lnTo>
                <a:lnTo>
                  <a:pt x="934906" y="92167"/>
                </a:lnTo>
                <a:lnTo>
                  <a:pt x="943107" y="90043"/>
                </a:lnTo>
                <a:lnTo>
                  <a:pt x="951308" y="87917"/>
                </a:lnTo>
                <a:lnTo>
                  <a:pt x="959509" y="85787"/>
                </a:lnTo>
                <a:lnTo>
                  <a:pt x="967710" y="83650"/>
                </a:lnTo>
                <a:lnTo>
                  <a:pt x="975911" y="81503"/>
                </a:lnTo>
                <a:lnTo>
                  <a:pt x="984112" y="79344"/>
                </a:lnTo>
                <a:lnTo>
                  <a:pt x="992313" y="77171"/>
                </a:lnTo>
                <a:lnTo>
                  <a:pt x="1000513" y="74983"/>
                </a:lnTo>
                <a:lnTo>
                  <a:pt x="1008714" y="72778"/>
                </a:lnTo>
                <a:lnTo>
                  <a:pt x="1016915" y="70556"/>
                </a:lnTo>
                <a:lnTo>
                  <a:pt x="1025116" y="68317"/>
                </a:lnTo>
                <a:lnTo>
                  <a:pt x="1033317" y="66061"/>
                </a:lnTo>
                <a:lnTo>
                  <a:pt x="1041518" y="63788"/>
                </a:lnTo>
                <a:lnTo>
                  <a:pt x="1049719" y="61499"/>
                </a:lnTo>
                <a:lnTo>
                  <a:pt x="1057920" y="59195"/>
                </a:lnTo>
                <a:lnTo>
                  <a:pt x="1066121" y="56879"/>
                </a:lnTo>
                <a:lnTo>
                  <a:pt x="1074322" y="54552"/>
                </a:lnTo>
                <a:lnTo>
                  <a:pt x="1082523" y="52217"/>
                </a:lnTo>
                <a:lnTo>
                  <a:pt x="1090724" y="49876"/>
                </a:lnTo>
                <a:lnTo>
                  <a:pt x="1098925" y="47534"/>
                </a:lnTo>
                <a:lnTo>
                  <a:pt x="1107126" y="45192"/>
                </a:lnTo>
                <a:lnTo>
                  <a:pt x="1115326" y="42857"/>
                </a:lnTo>
                <a:lnTo>
                  <a:pt x="1123527" y="40531"/>
                </a:lnTo>
                <a:lnTo>
                  <a:pt x="1131728" y="38219"/>
                </a:lnTo>
                <a:lnTo>
                  <a:pt x="1139929" y="35925"/>
                </a:lnTo>
                <a:lnTo>
                  <a:pt x="1148130" y="33656"/>
                </a:lnTo>
                <a:lnTo>
                  <a:pt x="1156331" y="31415"/>
                </a:lnTo>
                <a:lnTo>
                  <a:pt x="1164532" y="29208"/>
                </a:lnTo>
                <a:lnTo>
                  <a:pt x="1172733" y="27041"/>
                </a:lnTo>
                <a:lnTo>
                  <a:pt x="1180934" y="24920"/>
                </a:lnTo>
                <a:lnTo>
                  <a:pt x="1189135" y="22849"/>
                </a:lnTo>
                <a:lnTo>
                  <a:pt x="1197336" y="20834"/>
                </a:lnTo>
                <a:lnTo>
                  <a:pt x="1205537" y="18882"/>
                </a:lnTo>
                <a:lnTo>
                  <a:pt x="1213738" y="16997"/>
                </a:lnTo>
                <a:lnTo>
                  <a:pt x="1221939" y="15186"/>
                </a:lnTo>
                <a:lnTo>
                  <a:pt x="1230139" y="13453"/>
                </a:lnTo>
                <a:lnTo>
                  <a:pt x="1238340" y="11804"/>
                </a:lnTo>
                <a:lnTo>
                  <a:pt x="1246541" y="10244"/>
                </a:lnTo>
                <a:lnTo>
                  <a:pt x="1254742" y="8779"/>
                </a:lnTo>
                <a:lnTo>
                  <a:pt x="1262943" y="7412"/>
                </a:lnTo>
                <a:lnTo>
                  <a:pt x="1271144" y="6149"/>
                </a:lnTo>
                <a:lnTo>
                  <a:pt x="1279345" y="4994"/>
                </a:lnTo>
                <a:lnTo>
                  <a:pt x="1287546" y="3951"/>
                </a:lnTo>
                <a:lnTo>
                  <a:pt x="1295747" y="3022"/>
                </a:lnTo>
                <a:lnTo>
                  <a:pt x="1303948" y="2213"/>
                </a:lnTo>
                <a:lnTo>
                  <a:pt x="1312149" y="1525"/>
                </a:lnTo>
                <a:lnTo>
                  <a:pt x="1320350" y="963"/>
                </a:lnTo>
                <a:lnTo>
                  <a:pt x="1328551" y="527"/>
                </a:lnTo>
                <a:lnTo>
                  <a:pt x="1336752" y="220"/>
                </a:lnTo>
                <a:lnTo>
                  <a:pt x="1344952" y="44"/>
                </a:lnTo>
                <a:lnTo>
                  <a:pt x="1353153" y="0"/>
                </a:lnTo>
                <a:lnTo>
                  <a:pt x="1361354" y="89"/>
                </a:lnTo>
                <a:lnTo>
                  <a:pt x="1369555" y="313"/>
                </a:lnTo>
                <a:lnTo>
                  <a:pt x="1377756" y="671"/>
                </a:lnTo>
                <a:lnTo>
                  <a:pt x="1385957" y="1163"/>
                </a:lnTo>
                <a:lnTo>
                  <a:pt x="1394158" y="1790"/>
                </a:lnTo>
                <a:lnTo>
                  <a:pt x="1402359" y="2551"/>
                </a:lnTo>
                <a:lnTo>
                  <a:pt x="1410560" y="3446"/>
                </a:lnTo>
                <a:lnTo>
                  <a:pt x="1418761" y="4473"/>
                </a:lnTo>
                <a:lnTo>
                  <a:pt x="1426962" y="5632"/>
                </a:lnTo>
                <a:lnTo>
                  <a:pt x="1435163" y="6921"/>
                </a:lnTo>
                <a:lnTo>
                  <a:pt x="1443364" y="8339"/>
                </a:lnTo>
                <a:lnTo>
                  <a:pt x="1451565" y="9884"/>
                </a:lnTo>
                <a:lnTo>
                  <a:pt x="1459766" y="11555"/>
                </a:lnTo>
                <a:lnTo>
                  <a:pt x="1467966" y="13350"/>
                </a:lnTo>
                <a:lnTo>
                  <a:pt x="1476167" y="15267"/>
                </a:lnTo>
                <a:lnTo>
                  <a:pt x="1484368" y="17304"/>
                </a:lnTo>
                <a:lnTo>
                  <a:pt x="1492569" y="19459"/>
                </a:lnTo>
                <a:lnTo>
                  <a:pt x="1500770" y="21731"/>
                </a:lnTo>
                <a:lnTo>
                  <a:pt x="1508971" y="24117"/>
                </a:lnTo>
                <a:lnTo>
                  <a:pt x="1517172" y="26616"/>
                </a:lnTo>
                <a:lnTo>
                  <a:pt x="1525373" y="29225"/>
                </a:lnTo>
                <a:lnTo>
                  <a:pt x="1533574" y="31943"/>
                </a:lnTo>
                <a:lnTo>
                  <a:pt x="1541775" y="34768"/>
                </a:lnTo>
                <a:lnTo>
                  <a:pt x="1549976" y="37697"/>
                </a:lnTo>
                <a:lnTo>
                  <a:pt x="1558177" y="40730"/>
                </a:lnTo>
                <a:lnTo>
                  <a:pt x="1566378" y="43864"/>
                </a:lnTo>
                <a:lnTo>
                  <a:pt x="1574579" y="47098"/>
                </a:lnTo>
                <a:lnTo>
                  <a:pt x="1582779" y="50430"/>
                </a:lnTo>
                <a:lnTo>
                  <a:pt x="1590980" y="53859"/>
                </a:lnTo>
                <a:lnTo>
                  <a:pt x="1599181" y="57382"/>
                </a:lnTo>
                <a:lnTo>
                  <a:pt x="1607382" y="61000"/>
                </a:lnTo>
                <a:lnTo>
                  <a:pt x="1615583" y="64709"/>
                </a:lnTo>
                <a:lnTo>
                  <a:pt x="1623784" y="68508"/>
                </a:lnTo>
                <a:lnTo>
                  <a:pt x="1631985" y="72397"/>
                </a:lnTo>
                <a:lnTo>
                  <a:pt x="1640186" y="76373"/>
                </a:lnTo>
                <a:lnTo>
                  <a:pt x="1648387" y="80436"/>
                </a:lnTo>
                <a:lnTo>
                  <a:pt x="1656588" y="84582"/>
                </a:lnTo>
                <a:lnTo>
                  <a:pt x="1664789" y="88812"/>
                </a:lnTo>
                <a:lnTo>
                  <a:pt x="1672990" y="93122"/>
                </a:lnTo>
                <a:lnTo>
                  <a:pt x="1681191" y="97512"/>
                </a:lnTo>
                <a:lnTo>
                  <a:pt x="1689392" y="101980"/>
                </a:lnTo>
                <a:lnTo>
                  <a:pt x="1697592" y="106523"/>
                </a:lnTo>
                <a:lnTo>
                  <a:pt x="1705793" y="111141"/>
                </a:lnTo>
                <a:lnTo>
                  <a:pt x="1713994" y="115830"/>
                </a:lnTo>
                <a:lnTo>
                  <a:pt x="1722195" y="120588"/>
                </a:lnTo>
                <a:lnTo>
                  <a:pt x="1730396" y="125414"/>
                </a:lnTo>
                <a:lnTo>
                  <a:pt x="1738597" y="130304"/>
                </a:lnTo>
                <a:lnTo>
                  <a:pt x="1746798" y="135257"/>
                </a:lnTo>
                <a:lnTo>
                  <a:pt x="1754999" y="140269"/>
                </a:lnTo>
                <a:lnTo>
                  <a:pt x="1763200" y="145338"/>
                </a:lnTo>
                <a:lnTo>
                  <a:pt x="1771401" y="150460"/>
                </a:lnTo>
                <a:lnTo>
                  <a:pt x="1779602" y="155634"/>
                </a:lnTo>
                <a:lnTo>
                  <a:pt x="1787803" y="160856"/>
                </a:lnTo>
                <a:lnTo>
                  <a:pt x="1796004" y="166122"/>
                </a:lnTo>
                <a:lnTo>
                  <a:pt x="1804205" y="171430"/>
                </a:lnTo>
                <a:lnTo>
                  <a:pt x="1812405" y="176775"/>
                </a:lnTo>
                <a:lnTo>
                  <a:pt x="1820606" y="182155"/>
                </a:lnTo>
                <a:lnTo>
                  <a:pt x="1828807" y="187567"/>
                </a:lnTo>
                <a:lnTo>
                  <a:pt x="1837008" y="193005"/>
                </a:lnTo>
                <a:lnTo>
                  <a:pt x="1845209" y="198468"/>
                </a:lnTo>
                <a:lnTo>
                  <a:pt x="1853410" y="203951"/>
                </a:lnTo>
                <a:lnTo>
                  <a:pt x="1861611" y="209451"/>
                </a:lnTo>
                <a:lnTo>
                  <a:pt x="1869812" y="214965"/>
                </a:lnTo>
                <a:lnTo>
                  <a:pt x="1878013" y="220488"/>
                </a:lnTo>
                <a:lnTo>
                  <a:pt x="1886214" y="226017"/>
                </a:lnTo>
                <a:lnTo>
                  <a:pt x="1894415" y="231549"/>
                </a:lnTo>
                <a:lnTo>
                  <a:pt x="1902616" y="237080"/>
                </a:lnTo>
                <a:lnTo>
                  <a:pt x="1910817" y="242607"/>
                </a:lnTo>
                <a:lnTo>
                  <a:pt x="1919018" y="248127"/>
                </a:lnTo>
                <a:lnTo>
                  <a:pt x="1927219" y="253636"/>
                </a:lnTo>
                <a:lnTo>
                  <a:pt x="1935419" y="259131"/>
                </a:lnTo>
                <a:lnTo>
                  <a:pt x="1943620" y="264609"/>
                </a:lnTo>
                <a:lnTo>
                  <a:pt x="1951821" y="270067"/>
                </a:lnTo>
                <a:lnTo>
                  <a:pt x="1960022" y="275503"/>
                </a:lnTo>
                <a:lnTo>
                  <a:pt x="1968223" y="280914"/>
                </a:lnTo>
                <a:lnTo>
                  <a:pt x="1976424" y="286296"/>
                </a:lnTo>
                <a:lnTo>
                  <a:pt x="1984625" y="291648"/>
                </a:lnTo>
                <a:lnTo>
                  <a:pt x="1992826" y="296967"/>
                </a:lnTo>
                <a:lnTo>
                  <a:pt x="2001027" y="302251"/>
                </a:lnTo>
                <a:lnTo>
                  <a:pt x="2009228" y="307497"/>
                </a:lnTo>
                <a:lnTo>
                  <a:pt x="2017429" y="312704"/>
                </a:lnTo>
                <a:lnTo>
                  <a:pt x="2025630" y="317869"/>
                </a:lnTo>
                <a:lnTo>
                  <a:pt x="2033831" y="322991"/>
                </a:lnTo>
                <a:lnTo>
                  <a:pt x="2042032" y="328067"/>
                </a:lnTo>
                <a:lnTo>
                  <a:pt x="2050232" y="333096"/>
                </a:lnTo>
                <a:lnTo>
                  <a:pt x="2058433" y="338077"/>
                </a:lnTo>
                <a:lnTo>
                  <a:pt x="2066634" y="343007"/>
                </a:lnTo>
                <a:lnTo>
                  <a:pt x="2074835" y="347885"/>
                </a:lnTo>
                <a:lnTo>
                  <a:pt x="2083036" y="352709"/>
                </a:lnTo>
                <a:lnTo>
                  <a:pt x="2091237" y="357478"/>
                </a:lnTo>
                <a:lnTo>
                  <a:pt x="2099438" y="362192"/>
                </a:lnTo>
                <a:lnTo>
                  <a:pt x="2107639" y="366847"/>
                </a:lnTo>
                <a:lnTo>
                  <a:pt x="2115840" y="371443"/>
                </a:lnTo>
                <a:lnTo>
                  <a:pt x="2124041" y="375979"/>
                </a:lnTo>
                <a:lnTo>
                  <a:pt x="2132242" y="380454"/>
                </a:lnTo>
                <a:lnTo>
                  <a:pt x="2140443" y="384865"/>
                </a:lnTo>
                <a:lnTo>
                  <a:pt x="2148644" y="389213"/>
                </a:lnTo>
                <a:lnTo>
                  <a:pt x="2156845" y="393495"/>
                </a:lnTo>
                <a:lnTo>
                  <a:pt x="2165045" y="397710"/>
                </a:lnTo>
                <a:lnTo>
                  <a:pt x="2173246" y="401858"/>
                </a:lnTo>
                <a:lnTo>
                  <a:pt x="2181447" y="405938"/>
                </a:lnTo>
                <a:lnTo>
                  <a:pt x="2189648" y="409947"/>
                </a:lnTo>
                <a:lnTo>
                  <a:pt x="2197849" y="413886"/>
                </a:lnTo>
                <a:lnTo>
                  <a:pt x="2206050" y="417753"/>
                </a:lnTo>
                <a:lnTo>
                  <a:pt x="2214251" y="421547"/>
                </a:lnTo>
                <a:lnTo>
                  <a:pt x="2222452" y="425267"/>
                </a:lnTo>
                <a:lnTo>
                  <a:pt x="2230653" y="428912"/>
                </a:lnTo>
                <a:lnTo>
                  <a:pt x="2238854" y="432481"/>
                </a:lnTo>
                <a:lnTo>
                  <a:pt x="2247055" y="435974"/>
                </a:lnTo>
                <a:lnTo>
                  <a:pt x="2255256" y="439390"/>
                </a:lnTo>
                <a:lnTo>
                  <a:pt x="2263457" y="442728"/>
                </a:lnTo>
                <a:lnTo>
                  <a:pt x="2271658" y="445987"/>
                </a:lnTo>
                <a:lnTo>
                  <a:pt x="2279859" y="449168"/>
                </a:lnTo>
                <a:lnTo>
                  <a:pt x="2288059" y="452269"/>
                </a:lnTo>
                <a:lnTo>
                  <a:pt x="2296260" y="455290"/>
                </a:lnTo>
                <a:lnTo>
                  <a:pt x="2304461" y="458231"/>
                </a:lnTo>
                <a:lnTo>
                  <a:pt x="2312662" y="461092"/>
                </a:lnTo>
                <a:lnTo>
                  <a:pt x="2320863" y="463873"/>
                </a:lnTo>
                <a:lnTo>
                  <a:pt x="2329064" y="466574"/>
                </a:lnTo>
                <a:lnTo>
                  <a:pt x="2337265" y="469195"/>
                </a:lnTo>
                <a:lnTo>
                  <a:pt x="2345466" y="471737"/>
                </a:lnTo>
                <a:lnTo>
                  <a:pt x="2353667" y="474199"/>
                </a:lnTo>
                <a:lnTo>
                  <a:pt x="2361868" y="476584"/>
                </a:lnTo>
                <a:lnTo>
                  <a:pt x="2370069" y="478891"/>
                </a:lnTo>
                <a:lnTo>
                  <a:pt x="2378270" y="481121"/>
                </a:lnTo>
                <a:lnTo>
                  <a:pt x="2386471" y="483276"/>
                </a:lnTo>
                <a:lnTo>
                  <a:pt x="2394672" y="485356"/>
                </a:lnTo>
                <a:lnTo>
                  <a:pt x="2402872" y="487364"/>
                </a:lnTo>
                <a:lnTo>
                  <a:pt x="2411073" y="489300"/>
                </a:lnTo>
                <a:lnTo>
                  <a:pt x="2419274" y="491167"/>
                </a:lnTo>
                <a:lnTo>
                  <a:pt x="2427475" y="492965"/>
                </a:lnTo>
                <a:lnTo>
                  <a:pt x="2435676" y="494698"/>
                </a:lnTo>
                <a:lnTo>
                  <a:pt x="2443877" y="496367"/>
                </a:lnTo>
                <a:lnTo>
                  <a:pt x="2452078" y="497975"/>
                </a:lnTo>
                <a:lnTo>
                  <a:pt x="2460279" y="499523"/>
                </a:lnTo>
                <a:lnTo>
                  <a:pt x="2468480" y="501016"/>
                </a:lnTo>
                <a:lnTo>
                  <a:pt x="2476681" y="502454"/>
                </a:lnTo>
                <a:lnTo>
                  <a:pt x="2484882" y="503842"/>
                </a:lnTo>
                <a:lnTo>
                  <a:pt x="2493083" y="505182"/>
                </a:lnTo>
                <a:lnTo>
                  <a:pt x="2501284" y="506477"/>
                </a:lnTo>
                <a:lnTo>
                  <a:pt x="2509485" y="507730"/>
                </a:lnTo>
                <a:lnTo>
                  <a:pt x="2517685" y="508945"/>
                </a:lnTo>
                <a:lnTo>
                  <a:pt x="2525886" y="510125"/>
                </a:lnTo>
                <a:lnTo>
                  <a:pt x="2534087" y="511274"/>
                </a:lnTo>
                <a:lnTo>
                  <a:pt x="2542288" y="512395"/>
                </a:lnTo>
                <a:lnTo>
                  <a:pt x="2550489" y="513491"/>
                </a:lnTo>
                <a:lnTo>
                  <a:pt x="2558690" y="514568"/>
                </a:lnTo>
                <a:lnTo>
                  <a:pt x="2566891" y="515627"/>
                </a:lnTo>
                <a:lnTo>
                  <a:pt x="2575092" y="516674"/>
                </a:lnTo>
                <a:lnTo>
                  <a:pt x="2583293" y="517712"/>
                </a:lnTo>
                <a:lnTo>
                  <a:pt x="2591494" y="518745"/>
                </a:lnTo>
                <a:lnTo>
                  <a:pt x="2599695" y="519776"/>
                </a:lnTo>
                <a:lnTo>
                  <a:pt x="2607896" y="520809"/>
                </a:lnTo>
                <a:lnTo>
                  <a:pt x="2616097" y="521849"/>
                </a:lnTo>
                <a:lnTo>
                  <a:pt x="2624298" y="522899"/>
                </a:lnTo>
                <a:lnTo>
                  <a:pt x="2632498" y="523963"/>
                </a:lnTo>
                <a:lnTo>
                  <a:pt x="2640699" y="525045"/>
                </a:lnTo>
                <a:lnTo>
                  <a:pt x="2648900" y="526147"/>
                </a:lnTo>
                <a:lnTo>
                  <a:pt x="2657101" y="527274"/>
                </a:lnTo>
                <a:lnTo>
                  <a:pt x="2665302" y="528429"/>
                </a:lnTo>
                <a:lnTo>
                  <a:pt x="2673503" y="529616"/>
                </a:lnTo>
                <a:lnTo>
                  <a:pt x="2681704" y="530837"/>
                </a:lnTo>
                <a:lnTo>
                  <a:pt x="2689905" y="532096"/>
                </a:lnTo>
                <a:lnTo>
                  <a:pt x="2698106" y="533395"/>
                </a:lnTo>
                <a:lnTo>
                  <a:pt x="2706307" y="534737"/>
                </a:lnTo>
                <a:lnTo>
                  <a:pt x="2714508" y="536125"/>
                </a:lnTo>
                <a:lnTo>
                  <a:pt x="2722709" y="537561"/>
                </a:lnTo>
                <a:lnTo>
                  <a:pt x="2730910" y="539047"/>
                </a:lnTo>
                <a:lnTo>
                  <a:pt x="2739111" y="540586"/>
                </a:lnTo>
                <a:lnTo>
                  <a:pt x="2747312" y="542178"/>
                </a:lnTo>
                <a:lnTo>
                  <a:pt x="2755512" y="543827"/>
                </a:lnTo>
                <a:lnTo>
                  <a:pt x="2763713" y="545532"/>
                </a:lnTo>
                <a:lnTo>
                  <a:pt x="2771914" y="547296"/>
                </a:lnTo>
                <a:lnTo>
                  <a:pt x="2780115" y="549119"/>
                </a:lnTo>
                <a:lnTo>
                  <a:pt x="2788316" y="551001"/>
                </a:lnTo>
                <a:lnTo>
                  <a:pt x="2796517" y="552944"/>
                </a:lnTo>
                <a:lnTo>
                  <a:pt x="2804718" y="554947"/>
                </a:lnTo>
                <a:lnTo>
                  <a:pt x="2812919" y="557011"/>
                </a:lnTo>
                <a:lnTo>
                  <a:pt x="2821120" y="559135"/>
                </a:lnTo>
                <a:lnTo>
                  <a:pt x="2829321" y="561319"/>
                </a:lnTo>
                <a:lnTo>
                  <a:pt x="2837522" y="563562"/>
                </a:lnTo>
                <a:lnTo>
                  <a:pt x="2845723" y="565864"/>
                </a:lnTo>
                <a:lnTo>
                  <a:pt x="2853924" y="568223"/>
                </a:lnTo>
                <a:lnTo>
                  <a:pt x="2862125" y="570638"/>
                </a:lnTo>
                <a:lnTo>
                  <a:pt x="2870325" y="573107"/>
                </a:lnTo>
                <a:lnTo>
                  <a:pt x="2878526" y="575630"/>
                </a:lnTo>
                <a:lnTo>
                  <a:pt x="2886727" y="578204"/>
                </a:lnTo>
                <a:lnTo>
                  <a:pt x="2894928" y="580827"/>
                </a:lnTo>
                <a:lnTo>
                  <a:pt x="2903129" y="583498"/>
                </a:lnTo>
                <a:lnTo>
                  <a:pt x="2911330" y="586214"/>
                </a:lnTo>
                <a:lnTo>
                  <a:pt x="2919531" y="588973"/>
                </a:lnTo>
                <a:lnTo>
                  <a:pt x="2927732" y="591772"/>
                </a:lnTo>
                <a:lnTo>
                  <a:pt x="2935933" y="594609"/>
                </a:lnTo>
                <a:lnTo>
                  <a:pt x="2944134" y="597482"/>
                </a:lnTo>
                <a:lnTo>
                  <a:pt x="2952335" y="600388"/>
                </a:lnTo>
                <a:lnTo>
                  <a:pt x="2960536" y="603324"/>
                </a:lnTo>
                <a:lnTo>
                  <a:pt x="2968737" y="606287"/>
                </a:lnTo>
                <a:lnTo>
                  <a:pt x="2976938" y="609276"/>
                </a:lnTo>
                <a:lnTo>
                  <a:pt x="2985138" y="612287"/>
                </a:lnTo>
                <a:lnTo>
                  <a:pt x="2993339" y="615318"/>
                </a:lnTo>
                <a:lnTo>
                  <a:pt x="3001540" y="618365"/>
                </a:lnTo>
                <a:lnTo>
                  <a:pt x="3009741" y="621427"/>
                </a:lnTo>
                <a:lnTo>
                  <a:pt x="3017942" y="624502"/>
                </a:lnTo>
                <a:lnTo>
                  <a:pt x="3026143" y="627585"/>
                </a:lnTo>
                <a:lnTo>
                  <a:pt x="3034344" y="630676"/>
                </a:lnTo>
                <a:lnTo>
                  <a:pt x="3042545" y="633771"/>
                </a:lnTo>
                <a:lnTo>
                  <a:pt x="3050746" y="636868"/>
                </a:lnTo>
                <a:lnTo>
                  <a:pt x="3058947" y="639967"/>
                </a:lnTo>
                <a:lnTo>
                  <a:pt x="3067148" y="643063"/>
                </a:lnTo>
                <a:lnTo>
                  <a:pt x="3075349" y="646156"/>
                </a:lnTo>
                <a:lnTo>
                  <a:pt x="3083550" y="649243"/>
                </a:lnTo>
                <a:lnTo>
                  <a:pt x="3091751" y="652323"/>
                </a:lnTo>
                <a:lnTo>
                  <a:pt x="3099951" y="655394"/>
                </a:lnTo>
                <a:lnTo>
                  <a:pt x="3108152" y="658455"/>
                </a:lnTo>
                <a:lnTo>
                  <a:pt x="3116353" y="661504"/>
                </a:lnTo>
                <a:lnTo>
                  <a:pt x="3124554" y="664541"/>
                </a:lnTo>
                <a:lnTo>
                  <a:pt x="3132755" y="667563"/>
                </a:lnTo>
                <a:lnTo>
                  <a:pt x="3140956" y="670570"/>
                </a:lnTo>
                <a:lnTo>
                  <a:pt x="3149157" y="673560"/>
                </a:lnTo>
                <a:lnTo>
                  <a:pt x="3157358" y="676534"/>
                </a:lnTo>
                <a:lnTo>
                  <a:pt x="3165559" y="679490"/>
                </a:lnTo>
                <a:lnTo>
                  <a:pt x="3173760" y="682427"/>
                </a:lnTo>
                <a:lnTo>
                  <a:pt x="3181961" y="685345"/>
                </a:lnTo>
                <a:lnTo>
                  <a:pt x="3190162" y="688244"/>
                </a:lnTo>
                <a:lnTo>
                  <a:pt x="3198363" y="691122"/>
                </a:lnTo>
                <a:lnTo>
                  <a:pt x="3206564" y="693980"/>
                </a:lnTo>
                <a:lnTo>
                  <a:pt x="3214765" y="696817"/>
                </a:lnTo>
                <a:lnTo>
                  <a:pt x="3222965" y="699632"/>
                </a:lnTo>
                <a:lnTo>
                  <a:pt x="3231166" y="702425"/>
                </a:lnTo>
                <a:lnTo>
                  <a:pt x="3239367" y="705197"/>
                </a:lnTo>
                <a:lnTo>
                  <a:pt x="3247568" y="707947"/>
                </a:lnTo>
                <a:lnTo>
                  <a:pt x="3255769" y="710674"/>
                </a:lnTo>
                <a:lnTo>
                  <a:pt x="3263970" y="713378"/>
                </a:lnTo>
                <a:lnTo>
                  <a:pt x="3272171" y="716059"/>
                </a:lnTo>
                <a:lnTo>
                  <a:pt x="3280372" y="718717"/>
                </a:lnTo>
                <a:lnTo>
                  <a:pt x="3288573" y="721352"/>
                </a:lnTo>
                <a:lnTo>
                  <a:pt x="3296774" y="723963"/>
                </a:lnTo>
                <a:lnTo>
                  <a:pt x="3304975" y="726549"/>
                </a:lnTo>
                <a:lnTo>
                  <a:pt x="3313176" y="729112"/>
                </a:lnTo>
                <a:lnTo>
                  <a:pt x="3321377" y="731649"/>
                </a:lnTo>
                <a:lnTo>
                  <a:pt x="3329578" y="734161"/>
                </a:lnTo>
                <a:lnTo>
                  <a:pt x="3337778" y="736648"/>
                </a:lnTo>
                <a:lnTo>
                  <a:pt x="3345979" y="739108"/>
                </a:lnTo>
                <a:lnTo>
                  <a:pt x="3354180" y="741542"/>
                </a:lnTo>
                <a:lnTo>
                  <a:pt x="3362381" y="743949"/>
                </a:lnTo>
                <a:lnTo>
                  <a:pt x="3370582" y="746328"/>
                </a:lnTo>
                <a:lnTo>
                  <a:pt x="3378783" y="748679"/>
                </a:lnTo>
                <a:lnTo>
                  <a:pt x="3386984" y="751001"/>
                </a:lnTo>
                <a:lnTo>
                  <a:pt x="3395185" y="753294"/>
                </a:lnTo>
                <a:lnTo>
                  <a:pt x="3403386" y="755556"/>
                </a:lnTo>
                <a:lnTo>
                  <a:pt x="3411587" y="757788"/>
                </a:lnTo>
                <a:lnTo>
                  <a:pt x="3419788" y="759988"/>
                </a:lnTo>
                <a:lnTo>
                  <a:pt x="3427989" y="762156"/>
                </a:lnTo>
                <a:lnTo>
                  <a:pt x="3436190" y="764291"/>
                </a:lnTo>
                <a:lnTo>
                  <a:pt x="3444391" y="766392"/>
                </a:lnTo>
                <a:lnTo>
                  <a:pt x="3452591" y="768459"/>
                </a:lnTo>
                <a:lnTo>
                  <a:pt x="3460792" y="770491"/>
                </a:lnTo>
                <a:lnTo>
                  <a:pt x="3468993" y="772487"/>
                </a:lnTo>
                <a:lnTo>
                  <a:pt x="3477194" y="774446"/>
                </a:lnTo>
                <a:lnTo>
                  <a:pt x="3485395" y="776368"/>
                </a:lnTo>
                <a:lnTo>
                  <a:pt x="3493596" y="778253"/>
                </a:lnTo>
                <a:lnTo>
                  <a:pt x="3501797" y="780099"/>
                </a:lnTo>
                <a:lnTo>
                  <a:pt x="3509998" y="781905"/>
                </a:lnTo>
                <a:lnTo>
                  <a:pt x="3518199" y="783672"/>
                </a:lnTo>
                <a:lnTo>
                  <a:pt x="3526400" y="785399"/>
                </a:lnTo>
                <a:lnTo>
                  <a:pt x="3534601" y="787085"/>
                </a:lnTo>
                <a:lnTo>
                  <a:pt x="3542802" y="788730"/>
                </a:lnTo>
                <a:lnTo>
                  <a:pt x="3551003" y="790332"/>
                </a:lnTo>
                <a:lnTo>
                  <a:pt x="3559204" y="791893"/>
                </a:lnTo>
                <a:lnTo>
                  <a:pt x="3567404" y="793411"/>
                </a:lnTo>
                <a:lnTo>
                  <a:pt x="3575605" y="794887"/>
                </a:lnTo>
                <a:lnTo>
                  <a:pt x="3583806" y="796319"/>
                </a:lnTo>
                <a:lnTo>
                  <a:pt x="3592007" y="797708"/>
                </a:lnTo>
                <a:lnTo>
                  <a:pt x="3600208" y="799053"/>
                </a:lnTo>
                <a:lnTo>
                  <a:pt x="3608409" y="800355"/>
                </a:lnTo>
                <a:lnTo>
                  <a:pt x="3616610" y="801614"/>
                </a:lnTo>
                <a:lnTo>
                  <a:pt x="3624811" y="802828"/>
                </a:lnTo>
                <a:lnTo>
                  <a:pt x="3633012" y="803999"/>
                </a:lnTo>
                <a:lnTo>
                  <a:pt x="3641213" y="805126"/>
                </a:lnTo>
                <a:lnTo>
                  <a:pt x="3649414" y="806210"/>
                </a:lnTo>
                <a:lnTo>
                  <a:pt x="3657615" y="807251"/>
                </a:lnTo>
                <a:lnTo>
                  <a:pt x="3665816" y="808248"/>
                </a:lnTo>
                <a:lnTo>
                  <a:pt x="3674017" y="809203"/>
                </a:lnTo>
                <a:lnTo>
                  <a:pt x="3682218" y="810116"/>
                </a:lnTo>
                <a:lnTo>
                  <a:pt x="3690418" y="810986"/>
                </a:lnTo>
                <a:lnTo>
                  <a:pt x="3698619" y="811816"/>
                </a:lnTo>
                <a:lnTo>
                  <a:pt x="3706820" y="812604"/>
                </a:lnTo>
                <a:lnTo>
                  <a:pt x="3715021" y="813352"/>
                </a:lnTo>
                <a:lnTo>
                  <a:pt x="3723222" y="814061"/>
                </a:lnTo>
                <a:lnTo>
                  <a:pt x="3731423" y="814731"/>
                </a:lnTo>
                <a:lnTo>
                  <a:pt x="3739624" y="815362"/>
                </a:lnTo>
                <a:lnTo>
                  <a:pt x="3747825" y="815957"/>
                </a:lnTo>
                <a:lnTo>
                  <a:pt x="3756026" y="816515"/>
                </a:lnTo>
                <a:lnTo>
                  <a:pt x="3764227" y="817038"/>
                </a:lnTo>
                <a:lnTo>
                  <a:pt x="3772428" y="817527"/>
                </a:lnTo>
                <a:lnTo>
                  <a:pt x="3780629" y="817983"/>
                </a:lnTo>
                <a:lnTo>
                  <a:pt x="3788830" y="818408"/>
                </a:lnTo>
                <a:lnTo>
                  <a:pt x="3797031" y="818802"/>
                </a:lnTo>
                <a:lnTo>
                  <a:pt x="3805231" y="819167"/>
                </a:lnTo>
                <a:lnTo>
                  <a:pt x="3813432" y="819504"/>
                </a:lnTo>
                <a:lnTo>
                  <a:pt x="3821633" y="819816"/>
                </a:lnTo>
                <a:lnTo>
                  <a:pt x="3829834" y="820103"/>
                </a:lnTo>
                <a:lnTo>
                  <a:pt x="3838035" y="820368"/>
                </a:lnTo>
                <a:lnTo>
                  <a:pt x="3846236" y="820612"/>
                </a:lnTo>
                <a:lnTo>
                  <a:pt x="3854437" y="820837"/>
                </a:lnTo>
                <a:lnTo>
                  <a:pt x="3862638" y="821045"/>
                </a:lnTo>
                <a:lnTo>
                  <a:pt x="3870839" y="821238"/>
                </a:lnTo>
                <a:lnTo>
                  <a:pt x="3879040" y="821418"/>
                </a:lnTo>
                <a:lnTo>
                  <a:pt x="3887241" y="821587"/>
                </a:lnTo>
                <a:lnTo>
                  <a:pt x="3895442" y="821747"/>
                </a:lnTo>
                <a:lnTo>
                  <a:pt x="3903643" y="821900"/>
                </a:lnTo>
                <a:lnTo>
                  <a:pt x="3911844" y="822049"/>
                </a:lnTo>
                <a:lnTo>
                  <a:pt x="3920044" y="822196"/>
                </a:lnTo>
                <a:lnTo>
                  <a:pt x="3928245" y="822343"/>
                </a:lnTo>
                <a:lnTo>
                  <a:pt x="3936446" y="822492"/>
                </a:lnTo>
                <a:lnTo>
                  <a:pt x="3944647" y="822646"/>
                </a:lnTo>
                <a:lnTo>
                  <a:pt x="3952848" y="822806"/>
                </a:lnTo>
                <a:lnTo>
                  <a:pt x="3961049" y="822976"/>
                </a:lnTo>
                <a:lnTo>
                  <a:pt x="3969250" y="823157"/>
                </a:lnTo>
                <a:lnTo>
                  <a:pt x="3977451" y="823352"/>
                </a:lnTo>
                <a:lnTo>
                  <a:pt x="3985652" y="823562"/>
                </a:lnTo>
                <a:lnTo>
                  <a:pt x="3993853" y="823790"/>
                </a:lnTo>
                <a:lnTo>
                  <a:pt x="4002054" y="824037"/>
                </a:lnTo>
                <a:lnTo>
                  <a:pt x="4010255" y="824307"/>
                </a:lnTo>
                <a:lnTo>
                  <a:pt x="4018456" y="824599"/>
                </a:lnTo>
                <a:lnTo>
                  <a:pt x="4026657" y="824917"/>
                </a:lnTo>
                <a:lnTo>
                  <a:pt x="4034857" y="825261"/>
                </a:lnTo>
                <a:lnTo>
                  <a:pt x="4043058" y="825633"/>
                </a:lnTo>
                <a:lnTo>
                  <a:pt x="4051259" y="826035"/>
                </a:lnTo>
                <a:lnTo>
                  <a:pt x="4059460" y="826468"/>
                </a:lnTo>
                <a:lnTo>
                  <a:pt x="4067661" y="826933"/>
                </a:lnTo>
                <a:lnTo>
                  <a:pt x="4075862" y="827430"/>
                </a:lnTo>
                <a:lnTo>
                  <a:pt x="4084063" y="827960"/>
                </a:lnTo>
                <a:lnTo>
                  <a:pt x="4092264" y="828525"/>
                </a:lnTo>
                <a:lnTo>
                  <a:pt x="4092264" y="888265"/>
                </a:lnTo>
                <a:close/>
              </a:path>
            </a:pathLst>
          </a:custGeom>
          <a:solidFill>
            <a:srgbClr val="42A5F5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ABCD-use-0038">
            <a:extLst>
              <a:ext uri="{FF2B5EF4-FFF2-40B4-BE49-F238E27FC236}">
                <a16:creationId xmlns:a16="http://schemas.microsoft.com/office/drawing/2014/main" id="{3501F8E8-1184-43C6-9DC1-1AF7CDA63511}"/>
              </a:ext>
            </a:extLst>
          </p:cNvPr>
          <p:cNvSpPr>
            <a:spLocks noGrp="1"/>
          </p:cNvSpPr>
          <p:nvPr/>
        </p:nvSpPr>
        <p:spPr>
          <a:xfrm>
            <a:off x="462456" y="929477"/>
            <a:ext cx="4092264" cy="599947"/>
          </a:xfrm>
          <a:custGeom>
            <a:avLst/>
            <a:gdLst/>
            <a:ahLst/>
            <a:cxnLst/>
            <a:rect l="0" t="0" r="0" b="0"/>
            <a:pathLst>
              <a:path w="4092264" h="599947">
                <a:moveTo>
                  <a:pt x="0" y="599947"/>
                </a:moveTo>
                <a:lnTo>
                  <a:pt x="0" y="562199"/>
                </a:lnTo>
                <a:lnTo>
                  <a:pt x="8201" y="560348"/>
                </a:lnTo>
                <a:lnTo>
                  <a:pt x="16402" y="558430"/>
                </a:lnTo>
                <a:lnTo>
                  <a:pt x="24603" y="556444"/>
                </a:lnTo>
                <a:lnTo>
                  <a:pt x="32804" y="554389"/>
                </a:lnTo>
                <a:lnTo>
                  <a:pt x="41005" y="552264"/>
                </a:lnTo>
                <a:lnTo>
                  <a:pt x="49206" y="550067"/>
                </a:lnTo>
                <a:lnTo>
                  <a:pt x="57407" y="547799"/>
                </a:lnTo>
                <a:lnTo>
                  <a:pt x="65607" y="545458"/>
                </a:lnTo>
                <a:lnTo>
                  <a:pt x="73808" y="543044"/>
                </a:lnTo>
                <a:lnTo>
                  <a:pt x="82009" y="540556"/>
                </a:lnTo>
                <a:lnTo>
                  <a:pt x="90210" y="537993"/>
                </a:lnTo>
                <a:lnTo>
                  <a:pt x="98411" y="535354"/>
                </a:lnTo>
                <a:lnTo>
                  <a:pt x="106612" y="532640"/>
                </a:lnTo>
                <a:lnTo>
                  <a:pt x="114813" y="529850"/>
                </a:lnTo>
                <a:lnTo>
                  <a:pt x="123014" y="526984"/>
                </a:lnTo>
                <a:lnTo>
                  <a:pt x="131215" y="524042"/>
                </a:lnTo>
                <a:lnTo>
                  <a:pt x="139416" y="521022"/>
                </a:lnTo>
                <a:lnTo>
                  <a:pt x="147617" y="517927"/>
                </a:lnTo>
                <a:lnTo>
                  <a:pt x="155818" y="514754"/>
                </a:lnTo>
                <a:lnTo>
                  <a:pt x="164019" y="511506"/>
                </a:lnTo>
                <a:lnTo>
                  <a:pt x="172220" y="508181"/>
                </a:lnTo>
                <a:lnTo>
                  <a:pt x="180420" y="504781"/>
                </a:lnTo>
                <a:lnTo>
                  <a:pt x="188621" y="501306"/>
                </a:lnTo>
                <a:lnTo>
                  <a:pt x="196822" y="497756"/>
                </a:lnTo>
                <a:lnTo>
                  <a:pt x="205023" y="494133"/>
                </a:lnTo>
                <a:lnTo>
                  <a:pt x="213224" y="490436"/>
                </a:lnTo>
                <a:lnTo>
                  <a:pt x="221425" y="486667"/>
                </a:lnTo>
                <a:lnTo>
                  <a:pt x="229626" y="482826"/>
                </a:lnTo>
                <a:lnTo>
                  <a:pt x="237827" y="478916"/>
                </a:lnTo>
                <a:lnTo>
                  <a:pt x="246028" y="474936"/>
                </a:lnTo>
                <a:lnTo>
                  <a:pt x="254229" y="470889"/>
                </a:lnTo>
                <a:lnTo>
                  <a:pt x="262430" y="466775"/>
                </a:lnTo>
                <a:lnTo>
                  <a:pt x="270631" y="462596"/>
                </a:lnTo>
                <a:lnTo>
                  <a:pt x="278832" y="458354"/>
                </a:lnTo>
                <a:lnTo>
                  <a:pt x="287033" y="454050"/>
                </a:lnTo>
                <a:lnTo>
                  <a:pt x="295233" y="449685"/>
                </a:lnTo>
                <a:lnTo>
                  <a:pt x="303434" y="445262"/>
                </a:lnTo>
                <a:lnTo>
                  <a:pt x="311635" y="440783"/>
                </a:lnTo>
                <a:lnTo>
                  <a:pt x="319836" y="436249"/>
                </a:lnTo>
                <a:lnTo>
                  <a:pt x="328037" y="431662"/>
                </a:lnTo>
                <a:lnTo>
                  <a:pt x="336238" y="427024"/>
                </a:lnTo>
                <a:lnTo>
                  <a:pt x="344439" y="422338"/>
                </a:lnTo>
                <a:lnTo>
                  <a:pt x="352640" y="417606"/>
                </a:lnTo>
                <a:lnTo>
                  <a:pt x="360841" y="412830"/>
                </a:lnTo>
                <a:lnTo>
                  <a:pt x="369042" y="408012"/>
                </a:lnTo>
                <a:lnTo>
                  <a:pt x="377243" y="403154"/>
                </a:lnTo>
                <a:lnTo>
                  <a:pt x="385444" y="398260"/>
                </a:lnTo>
                <a:lnTo>
                  <a:pt x="393645" y="393330"/>
                </a:lnTo>
                <a:lnTo>
                  <a:pt x="401846" y="388369"/>
                </a:lnTo>
                <a:lnTo>
                  <a:pt x="410046" y="383377"/>
                </a:lnTo>
                <a:lnTo>
                  <a:pt x="418247" y="378358"/>
                </a:lnTo>
                <a:lnTo>
                  <a:pt x="426448" y="373314"/>
                </a:lnTo>
                <a:lnTo>
                  <a:pt x="434649" y="368248"/>
                </a:lnTo>
                <a:lnTo>
                  <a:pt x="442850" y="363161"/>
                </a:lnTo>
                <a:lnTo>
                  <a:pt x="451051" y="358057"/>
                </a:lnTo>
                <a:lnTo>
                  <a:pt x="459252" y="352938"/>
                </a:lnTo>
                <a:lnTo>
                  <a:pt x="467453" y="347806"/>
                </a:lnTo>
                <a:lnTo>
                  <a:pt x="475654" y="342664"/>
                </a:lnTo>
                <a:lnTo>
                  <a:pt x="483855" y="337515"/>
                </a:lnTo>
                <a:lnTo>
                  <a:pt x="492056" y="332359"/>
                </a:lnTo>
                <a:lnTo>
                  <a:pt x="500257" y="327201"/>
                </a:lnTo>
                <a:lnTo>
                  <a:pt x="508458" y="322042"/>
                </a:lnTo>
                <a:lnTo>
                  <a:pt x="516659" y="316884"/>
                </a:lnTo>
                <a:lnTo>
                  <a:pt x="524860" y="311729"/>
                </a:lnTo>
                <a:lnTo>
                  <a:pt x="533060" y="306580"/>
                </a:lnTo>
                <a:lnTo>
                  <a:pt x="541261" y="301439"/>
                </a:lnTo>
                <a:lnTo>
                  <a:pt x="549462" y="296308"/>
                </a:lnTo>
                <a:lnTo>
                  <a:pt x="557663" y="291189"/>
                </a:lnTo>
                <a:lnTo>
                  <a:pt x="565864" y="286083"/>
                </a:lnTo>
                <a:lnTo>
                  <a:pt x="574065" y="280992"/>
                </a:lnTo>
                <a:lnTo>
                  <a:pt x="582266" y="275919"/>
                </a:lnTo>
                <a:lnTo>
                  <a:pt x="590467" y="270864"/>
                </a:lnTo>
                <a:lnTo>
                  <a:pt x="598668" y="265829"/>
                </a:lnTo>
                <a:lnTo>
                  <a:pt x="606869" y="260816"/>
                </a:lnTo>
                <a:lnTo>
                  <a:pt x="615070" y="255827"/>
                </a:lnTo>
                <a:lnTo>
                  <a:pt x="623271" y="250862"/>
                </a:lnTo>
                <a:lnTo>
                  <a:pt x="631472" y="245922"/>
                </a:lnTo>
                <a:lnTo>
                  <a:pt x="639673" y="241010"/>
                </a:lnTo>
                <a:lnTo>
                  <a:pt x="647873" y="236126"/>
                </a:lnTo>
                <a:lnTo>
                  <a:pt x="656074" y="231270"/>
                </a:lnTo>
                <a:lnTo>
                  <a:pt x="664275" y="226445"/>
                </a:lnTo>
                <a:lnTo>
                  <a:pt x="672476" y="221650"/>
                </a:lnTo>
                <a:lnTo>
                  <a:pt x="680677" y="216887"/>
                </a:lnTo>
                <a:lnTo>
                  <a:pt x="688878" y="212156"/>
                </a:lnTo>
                <a:lnTo>
                  <a:pt x="697079" y="207458"/>
                </a:lnTo>
                <a:lnTo>
                  <a:pt x="705280" y="202793"/>
                </a:lnTo>
                <a:lnTo>
                  <a:pt x="713481" y="198163"/>
                </a:lnTo>
                <a:lnTo>
                  <a:pt x="721682" y="193567"/>
                </a:lnTo>
                <a:lnTo>
                  <a:pt x="729883" y="189005"/>
                </a:lnTo>
                <a:lnTo>
                  <a:pt x="738084" y="184479"/>
                </a:lnTo>
                <a:lnTo>
                  <a:pt x="746285" y="179989"/>
                </a:lnTo>
                <a:lnTo>
                  <a:pt x="754486" y="175534"/>
                </a:lnTo>
                <a:lnTo>
                  <a:pt x="762686" y="171115"/>
                </a:lnTo>
                <a:lnTo>
                  <a:pt x="770887" y="166732"/>
                </a:lnTo>
                <a:lnTo>
                  <a:pt x="779088" y="162386"/>
                </a:lnTo>
                <a:lnTo>
                  <a:pt x="787289" y="158077"/>
                </a:lnTo>
                <a:lnTo>
                  <a:pt x="795490" y="153804"/>
                </a:lnTo>
                <a:lnTo>
                  <a:pt x="803691" y="149568"/>
                </a:lnTo>
                <a:lnTo>
                  <a:pt x="811892" y="145369"/>
                </a:lnTo>
                <a:lnTo>
                  <a:pt x="820093" y="141208"/>
                </a:lnTo>
                <a:lnTo>
                  <a:pt x="828294" y="137085"/>
                </a:lnTo>
                <a:lnTo>
                  <a:pt x="836495" y="132999"/>
                </a:lnTo>
                <a:lnTo>
                  <a:pt x="844696" y="128952"/>
                </a:lnTo>
                <a:lnTo>
                  <a:pt x="852897" y="124943"/>
                </a:lnTo>
                <a:lnTo>
                  <a:pt x="861098" y="120973"/>
                </a:lnTo>
                <a:lnTo>
                  <a:pt x="869299" y="117042"/>
                </a:lnTo>
                <a:lnTo>
                  <a:pt x="877499" y="113151"/>
                </a:lnTo>
                <a:lnTo>
                  <a:pt x="885700" y="109300"/>
                </a:lnTo>
                <a:lnTo>
                  <a:pt x="893901" y="105491"/>
                </a:lnTo>
                <a:lnTo>
                  <a:pt x="902102" y="101723"/>
                </a:lnTo>
                <a:lnTo>
                  <a:pt x="910303" y="97998"/>
                </a:lnTo>
                <a:lnTo>
                  <a:pt x="918504" y="94315"/>
                </a:lnTo>
                <a:lnTo>
                  <a:pt x="926705" y="90677"/>
                </a:lnTo>
                <a:lnTo>
                  <a:pt x="934906" y="87085"/>
                </a:lnTo>
                <a:lnTo>
                  <a:pt x="943107" y="83538"/>
                </a:lnTo>
                <a:lnTo>
                  <a:pt x="951308" y="80040"/>
                </a:lnTo>
                <a:lnTo>
                  <a:pt x="959509" y="76590"/>
                </a:lnTo>
                <a:lnTo>
                  <a:pt x="967710" y="73190"/>
                </a:lnTo>
                <a:lnTo>
                  <a:pt x="975911" y="69842"/>
                </a:lnTo>
                <a:lnTo>
                  <a:pt x="984112" y="66547"/>
                </a:lnTo>
                <a:lnTo>
                  <a:pt x="992313" y="63307"/>
                </a:lnTo>
                <a:lnTo>
                  <a:pt x="1000513" y="60124"/>
                </a:lnTo>
                <a:lnTo>
                  <a:pt x="1008714" y="56999"/>
                </a:lnTo>
                <a:lnTo>
                  <a:pt x="1016915" y="53935"/>
                </a:lnTo>
                <a:lnTo>
                  <a:pt x="1025116" y="50933"/>
                </a:lnTo>
                <a:lnTo>
                  <a:pt x="1033317" y="47995"/>
                </a:lnTo>
                <a:lnTo>
                  <a:pt x="1041518" y="45123"/>
                </a:lnTo>
                <a:lnTo>
                  <a:pt x="1049719" y="42320"/>
                </a:lnTo>
                <a:lnTo>
                  <a:pt x="1057920" y="39588"/>
                </a:lnTo>
                <a:lnTo>
                  <a:pt x="1066121" y="36929"/>
                </a:lnTo>
                <a:lnTo>
                  <a:pt x="1074322" y="34345"/>
                </a:lnTo>
                <a:lnTo>
                  <a:pt x="1082523" y="31838"/>
                </a:lnTo>
                <a:lnTo>
                  <a:pt x="1090724" y="29412"/>
                </a:lnTo>
                <a:lnTo>
                  <a:pt x="1098925" y="27067"/>
                </a:lnTo>
                <a:lnTo>
                  <a:pt x="1107126" y="24806"/>
                </a:lnTo>
                <a:lnTo>
                  <a:pt x="1115326" y="22632"/>
                </a:lnTo>
                <a:lnTo>
                  <a:pt x="1123527" y="20547"/>
                </a:lnTo>
                <a:lnTo>
                  <a:pt x="1131728" y="18552"/>
                </a:lnTo>
                <a:lnTo>
                  <a:pt x="1139929" y="16650"/>
                </a:lnTo>
                <a:lnTo>
                  <a:pt x="1148130" y="14844"/>
                </a:lnTo>
                <a:lnTo>
                  <a:pt x="1156331" y="13134"/>
                </a:lnTo>
                <a:lnTo>
                  <a:pt x="1164532" y="11523"/>
                </a:lnTo>
                <a:lnTo>
                  <a:pt x="1172733" y="10012"/>
                </a:lnTo>
                <a:lnTo>
                  <a:pt x="1180934" y="8603"/>
                </a:lnTo>
                <a:lnTo>
                  <a:pt x="1189135" y="7298"/>
                </a:lnTo>
                <a:lnTo>
                  <a:pt x="1197336" y="6098"/>
                </a:lnTo>
                <a:lnTo>
                  <a:pt x="1205537" y="5003"/>
                </a:lnTo>
                <a:lnTo>
                  <a:pt x="1213738" y="4015"/>
                </a:lnTo>
                <a:lnTo>
                  <a:pt x="1221939" y="3135"/>
                </a:lnTo>
                <a:lnTo>
                  <a:pt x="1230139" y="2364"/>
                </a:lnTo>
                <a:lnTo>
                  <a:pt x="1238340" y="1701"/>
                </a:lnTo>
                <a:lnTo>
                  <a:pt x="1246541" y="1147"/>
                </a:lnTo>
                <a:lnTo>
                  <a:pt x="1254742" y="701"/>
                </a:lnTo>
                <a:lnTo>
                  <a:pt x="1262943" y="365"/>
                </a:lnTo>
                <a:lnTo>
                  <a:pt x="1271144" y="136"/>
                </a:lnTo>
                <a:lnTo>
                  <a:pt x="1279345" y="15"/>
                </a:lnTo>
                <a:lnTo>
                  <a:pt x="1287546" y="0"/>
                </a:lnTo>
                <a:lnTo>
                  <a:pt x="1295747" y="90"/>
                </a:lnTo>
                <a:lnTo>
                  <a:pt x="1303948" y="284"/>
                </a:lnTo>
                <a:lnTo>
                  <a:pt x="1312149" y="580"/>
                </a:lnTo>
                <a:lnTo>
                  <a:pt x="1320350" y="976"/>
                </a:lnTo>
                <a:lnTo>
                  <a:pt x="1328551" y="1470"/>
                </a:lnTo>
                <a:lnTo>
                  <a:pt x="1336752" y="2059"/>
                </a:lnTo>
                <a:lnTo>
                  <a:pt x="1344952" y="2740"/>
                </a:lnTo>
                <a:lnTo>
                  <a:pt x="1353153" y="3511"/>
                </a:lnTo>
                <a:lnTo>
                  <a:pt x="1361354" y="4368"/>
                </a:lnTo>
                <a:lnTo>
                  <a:pt x="1369555" y="5308"/>
                </a:lnTo>
                <a:lnTo>
                  <a:pt x="1377756" y="6327"/>
                </a:lnTo>
                <a:lnTo>
                  <a:pt x="1385957" y="7421"/>
                </a:lnTo>
                <a:lnTo>
                  <a:pt x="1394158" y="8587"/>
                </a:lnTo>
                <a:lnTo>
                  <a:pt x="1402359" y="9819"/>
                </a:lnTo>
                <a:lnTo>
                  <a:pt x="1410560" y="11114"/>
                </a:lnTo>
                <a:lnTo>
                  <a:pt x="1418761" y="12466"/>
                </a:lnTo>
                <a:lnTo>
                  <a:pt x="1426962" y="13871"/>
                </a:lnTo>
                <a:lnTo>
                  <a:pt x="1435163" y="15324"/>
                </a:lnTo>
                <a:lnTo>
                  <a:pt x="1443364" y="16821"/>
                </a:lnTo>
                <a:lnTo>
                  <a:pt x="1451565" y="18354"/>
                </a:lnTo>
                <a:lnTo>
                  <a:pt x="1459766" y="19920"/>
                </a:lnTo>
                <a:lnTo>
                  <a:pt x="1467966" y="21513"/>
                </a:lnTo>
                <a:lnTo>
                  <a:pt x="1476167" y="23128"/>
                </a:lnTo>
                <a:lnTo>
                  <a:pt x="1484368" y="24759"/>
                </a:lnTo>
                <a:lnTo>
                  <a:pt x="1492569" y="26400"/>
                </a:lnTo>
                <a:lnTo>
                  <a:pt x="1500770" y="28046"/>
                </a:lnTo>
                <a:lnTo>
                  <a:pt x="1508971" y="29693"/>
                </a:lnTo>
                <a:lnTo>
                  <a:pt x="1517172" y="31333"/>
                </a:lnTo>
                <a:lnTo>
                  <a:pt x="1525373" y="32963"/>
                </a:lnTo>
                <a:lnTo>
                  <a:pt x="1533574" y="34576"/>
                </a:lnTo>
                <a:lnTo>
                  <a:pt x="1541775" y="36168"/>
                </a:lnTo>
                <a:lnTo>
                  <a:pt x="1549976" y="37733"/>
                </a:lnTo>
                <a:lnTo>
                  <a:pt x="1558177" y="39267"/>
                </a:lnTo>
                <a:lnTo>
                  <a:pt x="1566378" y="40764"/>
                </a:lnTo>
                <a:lnTo>
                  <a:pt x="1574579" y="42221"/>
                </a:lnTo>
                <a:lnTo>
                  <a:pt x="1582779" y="43633"/>
                </a:lnTo>
                <a:lnTo>
                  <a:pt x="1590980" y="44995"/>
                </a:lnTo>
                <a:lnTo>
                  <a:pt x="1599181" y="46304"/>
                </a:lnTo>
                <a:lnTo>
                  <a:pt x="1607382" y="47556"/>
                </a:lnTo>
                <a:lnTo>
                  <a:pt x="1615583" y="48748"/>
                </a:lnTo>
                <a:lnTo>
                  <a:pt x="1623784" y="49876"/>
                </a:lnTo>
                <a:lnTo>
                  <a:pt x="1631985" y="50937"/>
                </a:lnTo>
                <a:lnTo>
                  <a:pt x="1640186" y="51929"/>
                </a:lnTo>
                <a:lnTo>
                  <a:pt x="1648387" y="52850"/>
                </a:lnTo>
                <a:lnTo>
                  <a:pt x="1656588" y="53698"/>
                </a:lnTo>
                <a:lnTo>
                  <a:pt x="1664789" y="54470"/>
                </a:lnTo>
                <a:lnTo>
                  <a:pt x="1672990" y="55166"/>
                </a:lnTo>
                <a:lnTo>
                  <a:pt x="1681191" y="55784"/>
                </a:lnTo>
                <a:lnTo>
                  <a:pt x="1689392" y="56324"/>
                </a:lnTo>
                <a:lnTo>
                  <a:pt x="1697592" y="56786"/>
                </a:lnTo>
                <a:lnTo>
                  <a:pt x="1705793" y="57169"/>
                </a:lnTo>
                <a:lnTo>
                  <a:pt x="1713994" y="57473"/>
                </a:lnTo>
                <a:lnTo>
                  <a:pt x="1722195" y="57700"/>
                </a:lnTo>
                <a:lnTo>
                  <a:pt x="1730396" y="57850"/>
                </a:lnTo>
                <a:lnTo>
                  <a:pt x="1738597" y="57925"/>
                </a:lnTo>
                <a:lnTo>
                  <a:pt x="1746798" y="57925"/>
                </a:lnTo>
                <a:lnTo>
                  <a:pt x="1754999" y="57854"/>
                </a:lnTo>
                <a:lnTo>
                  <a:pt x="1763200" y="57713"/>
                </a:lnTo>
                <a:lnTo>
                  <a:pt x="1771401" y="57504"/>
                </a:lnTo>
                <a:lnTo>
                  <a:pt x="1779602" y="57231"/>
                </a:lnTo>
                <a:lnTo>
                  <a:pt x="1787803" y="56896"/>
                </a:lnTo>
                <a:lnTo>
                  <a:pt x="1796004" y="56502"/>
                </a:lnTo>
                <a:lnTo>
                  <a:pt x="1804205" y="56053"/>
                </a:lnTo>
                <a:lnTo>
                  <a:pt x="1812405" y="55553"/>
                </a:lnTo>
                <a:lnTo>
                  <a:pt x="1820606" y="55005"/>
                </a:lnTo>
                <a:lnTo>
                  <a:pt x="1828807" y="54414"/>
                </a:lnTo>
                <a:lnTo>
                  <a:pt x="1837008" y="53783"/>
                </a:lnTo>
                <a:lnTo>
                  <a:pt x="1845209" y="53118"/>
                </a:lnTo>
                <a:lnTo>
                  <a:pt x="1853410" y="52421"/>
                </a:lnTo>
                <a:lnTo>
                  <a:pt x="1861611" y="51699"/>
                </a:lnTo>
                <a:lnTo>
                  <a:pt x="1869812" y="50955"/>
                </a:lnTo>
                <a:lnTo>
                  <a:pt x="1878013" y="50194"/>
                </a:lnTo>
                <a:lnTo>
                  <a:pt x="1886214" y="49421"/>
                </a:lnTo>
                <a:lnTo>
                  <a:pt x="1894415" y="48641"/>
                </a:lnTo>
                <a:lnTo>
                  <a:pt x="1902616" y="47857"/>
                </a:lnTo>
                <a:lnTo>
                  <a:pt x="1910817" y="47076"/>
                </a:lnTo>
                <a:lnTo>
                  <a:pt x="1919018" y="46302"/>
                </a:lnTo>
                <a:lnTo>
                  <a:pt x="1927219" y="45538"/>
                </a:lnTo>
                <a:lnTo>
                  <a:pt x="1935419" y="44790"/>
                </a:lnTo>
                <a:lnTo>
                  <a:pt x="1943620" y="44062"/>
                </a:lnTo>
                <a:lnTo>
                  <a:pt x="1951821" y="43359"/>
                </a:lnTo>
                <a:lnTo>
                  <a:pt x="1960022" y="42684"/>
                </a:lnTo>
                <a:lnTo>
                  <a:pt x="1968223" y="42041"/>
                </a:lnTo>
                <a:lnTo>
                  <a:pt x="1976424" y="41434"/>
                </a:lnTo>
                <a:lnTo>
                  <a:pt x="1984625" y="40867"/>
                </a:lnTo>
                <a:lnTo>
                  <a:pt x="1992826" y="40342"/>
                </a:lnTo>
                <a:lnTo>
                  <a:pt x="2001027" y="39865"/>
                </a:lnTo>
                <a:lnTo>
                  <a:pt x="2009228" y="39436"/>
                </a:lnTo>
                <a:lnTo>
                  <a:pt x="2017429" y="39060"/>
                </a:lnTo>
                <a:lnTo>
                  <a:pt x="2025630" y="38738"/>
                </a:lnTo>
                <a:lnTo>
                  <a:pt x="2033831" y="38473"/>
                </a:lnTo>
                <a:lnTo>
                  <a:pt x="2042032" y="38266"/>
                </a:lnTo>
                <a:lnTo>
                  <a:pt x="2050232" y="38120"/>
                </a:lnTo>
                <a:lnTo>
                  <a:pt x="2058433" y="38036"/>
                </a:lnTo>
                <a:lnTo>
                  <a:pt x="2066634" y="38015"/>
                </a:lnTo>
                <a:lnTo>
                  <a:pt x="2074835" y="38059"/>
                </a:lnTo>
                <a:lnTo>
                  <a:pt x="2083036" y="38167"/>
                </a:lnTo>
                <a:lnTo>
                  <a:pt x="2091237" y="38340"/>
                </a:lnTo>
                <a:lnTo>
                  <a:pt x="2099438" y="38579"/>
                </a:lnTo>
                <a:lnTo>
                  <a:pt x="2107639" y="38883"/>
                </a:lnTo>
                <a:lnTo>
                  <a:pt x="2115840" y="39252"/>
                </a:lnTo>
                <a:lnTo>
                  <a:pt x="2124041" y="39686"/>
                </a:lnTo>
                <a:lnTo>
                  <a:pt x="2132242" y="40183"/>
                </a:lnTo>
                <a:lnTo>
                  <a:pt x="2140443" y="40743"/>
                </a:lnTo>
                <a:lnTo>
                  <a:pt x="2148644" y="41364"/>
                </a:lnTo>
                <a:lnTo>
                  <a:pt x="2156845" y="42044"/>
                </a:lnTo>
                <a:lnTo>
                  <a:pt x="2165045" y="42783"/>
                </a:lnTo>
                <a:lnTo>
                  <a:pt x="2173246" y="43578"/>
                </a:lnTo>
                <a:lnTo>
                  <a:pt x="2181447" y="44428"/>
                </a:lnTo>
                <a:lnTo>
                  <a:pt x="2189648" y="45329"/>
                </a:lnTo>
                <a:lnTo>
                  <a:pt x="2197849" y="46281"/>
                </a:lnTo>
                <a:lnTo>
                  <a:pt x="2206050" y="47279"/>
                </a:lnTo>
                <a:lnTo>
                  <a:pt x="2214251" y="48323"/>
                </a:lnTo>
                <a:lnTo>
                  <a:pt x="2222452" y="49408"/>
                </a:lnTo>
                <a:lnTo>
                  <a:pt x="2230653" y="50533"/>
                </a:lnTo>
                <a:lnTo>
                  <a:pt x="2238854" y="51694"/>
                </a:lnTo>
                <a:lnTo>
                  <a:pt x="2247055" y="52889"/>
                </a:lnTo>
                <a:lnTo>
                  <a:pt x="2255256" y="54114"/>
                </a:lnTo>
                <a:lnTo>
                  <a:pt x="2263457" y="55367"/>
                </a:lnTo>
                <a:lnTo>
                  <a:pt x="2271658" y="56645"/>
                </a:lnTo>
                <a:lnTo>
                  <a:pt x="2279859" y="57944"/>
                </a:lnTo>
                <a:lnTo>
                  <a:pt x="2288059" y="59262"/>
                </a:lnTo>
                <a:lnTo>
                  <a:pt x="2296260" y="60596"/>
                </a:lnTo>
                <a:lnTo>
                  <a:pt x="2304461" y="61943"/>
                </a:lnTo>
                <a:lnTo>
                  <a:pt x="2312662" y="63300"/>
                </a:lnTo>
                <a:lnTo>
                  <a:pt x="2320863" y="64664"/>
                </a:lnTo>
                <a:lnTo>
                  <a:pt x="2329064" y="66032"/>
                </a:lnTo>
                <a:lnTo>
                  <a:pt x="2337265" y="67403"/>
                </a:lnTo>
                <a:lnTo>
                  <a:pt x="2345466" y="68772"/>
                </a:lnTo>
                <a:lnTo>
                  <a:pt x="2353667" y="70139"/>
                </a:lnTo>
                <a:lnTo>
                  <a:pt x="2361868" y="71500"/>
                </a:lnTo>
                <a:lnTo>
                  <a:pt x="2370069" y="72854"/>
                </a:lnTo>
                <a:lnTo>
                  <a:pt x="2378270" y="74198"/>
                </a:lnTo>
                <a:lnTo>
                  <a:pt x="2386471" y="75531"/>
                </a:lnTo>
                <a:lnTo>
                  <a:pt x="2394672" y="76850"/>
                </a:lnTo>
                <a:lnTo>
                  <a:pt x="2402872" y="78155"/>
                </a:lnTo>
                <a:lnTo>
                  <a:pt x="2411073" y="79443"/>
                </a:lnTo>
                <a:lnTo>
                  <a:pt x="2419274" y="80713"/>
                </a:lnTo>
                <a:lnTo>
                  <a:pt x="2427475" y="81964"/>
                </a:lnTo>
                <a:lnTo>
                  <a:pt x="2435676" y="83195"/>
                </a:lnTo>
                <a:lnTo>
                  <a:pt x="2443877" y="84405"/>
                </a:lnTo>
                <a:lnTo>
                  <a:pt x="2452078" y="85593"/>
                </a:lnTo>
                <a:lnTo>
                  <a:pt x="2460279" y="86760"/>
                </a:lnTo>
                <a:lnTo>
                  <a:pt x="2468480" y="87903"/>
                </a:lnTo>
                <a:lnTo>
                  <a:pt x="2476681" y="89024"/>
                </a:lnTo>
                <a:lnTo>
                  <a:pt x="2484882" y="90121"/>
                </a:lnTo>
                <a:lnTo>
                  <a:pt x="2493083" y="91196"/>
                </a:lnTo>
                <a:lnTo>
                  <a:pt x="2501284" y="92247"/>
                </a:lnTo>
                <a:lnTo>
                  <a:pt x="2509485" y="93277"/>
                </a:lnTo>
                <a:lnTo>
                  <a:pt x="2517685" y="94284"/>
                </a:lnTo>
                <a:lnTo>
                  <a:pt x="2525886" y="95269"/>
                </a:lnTo>
                <a:lnTo>
                  <a:pt x="2534087" y="96234"/>
                </a:lnTo>
                <a:lnTo>
                  <a:pt x="2542288" y="97178"/>
                </a:lnTo>
                <a:lnTo>
                  <a:pt x="2550489" y="98104"/>
                </a:lnTo>
                <a:lnTo>
                  <a:pt x="2558690" y="99012"/>
                </a:lnTo>
                <a:lnTo>
                  <a:pt x="2566891" y="99902"/>
                </a:lnTo>
                <a:lnTo>
                  <a:pt x="2575092" y="100777"/>
                </a:lnTo>
                <a:lnTo>
                  <a:pt x="2583293" y="101638"/>
                </a:lnTo>
                <a:lnTo>
                  <a:pt x="2591494" y="102485"/>
                </a:lnTo>
                <a:lnTo>
                  <a:pt x="2599695" y="103321"/>
                </a:lnTo>
                <a:lnTo>
                  <a:pt x="2607896" y="104147"/>
                </a:lnTo>
                <a:lnTo>
                  <a:pt x="2616097" y="104965"/>
                </a:lnTo>
                <a:lnTo>
                  <a:pt x="2624298" y="105776"/>
                </a:lnTo>
                <a:lnTo>
                  <a:pt x="2632498" y="106582"/>
                </a:lnTo>
                <a:lnTo>
                  <a:pt x="2640699" y="107385"/>
                </a:lnTo>
                <a:lnTo>
                  <a:pt x="2648900" y="108187"/>
                </a:lnTo>
                <a:lnTo>
                  <a:pt x="2657101" y="108989"/>
                </a:lnTo>
                <a:lnTo>
                  <a:pt x="2665302" y="109793"/>
                </a:lnTo>
                <a:lnTo>
                  <a:pt x="2673503" y="110602"/>
                </a:lnTo>
                <a:lnTo>
                  <a:pt x="2681704" y="111416"/>
                </a:lnTo>
                <a:lnTo>
                  <a:pt x="2689905" y="112238"/>
                </a:lnTo>
                <a:lnTo>
                  <a:pt x="2698106" y="113070"/>
                </a:lnTo>
                <a:lnTo>
                  <a:pt x="2706307" y="113914"/>
                </a:lnTo>
                <a:lnTo>
                  <a:pt x="2714508" y="114771"/>
                </a:lnTo>
                <a:lnTo>
                  <a:pt x="2722709" y="115643"/>
                </a:lnTo>
                <a:lnTo>
                  <a:pt x="2730910" y="116533"/>
                </a:lnTo>
                <a:lnTo>
                  <a:pt x="2739111" y="117441"/>
                </a:lnTo>
                <a:lnTo>
                  <a:pt x="2747312" y="118371"/>
                </a:lnTo>
                <a:lnTo>
                  <a:pt x="2755512" y="119322"/>
                </a:lnTo>
                <a:lnTo>
                  <a:pt x="2763713" y="120298"/>
                </a:lnTo>
                <a:lnTo>
                  <a:pt x="2771914" y="121300"/>
                </a:lnTo>
                <a:lnTo>
                  <a:pt x="2780115" y="122330"/>
                </a:lnTo>
                <a:lnTo>
                  <a:pt x="2788316" y="123388"/>
                </a:lnTo>
                <a:lnTo>
                  <a:pt x="2796517" y="124477"/>
                </a:lnTo>
                <a:lnTo>
                  <a:pt x="2804718" y="125599"/>
                </a:lnTo>
                <a:lnTo>
                  <a:pt x="2812919" y="126753"/>
                </a:lnTo>
                <a:lnTo>
                  <a:pt x="2821120" y="127943"/>
                </a:lnTo>
                <a:lnTo>
                  <a:pt x="2829321" y="129169"/>
                </a:lnTo>
                <a:lnTo>
                  <a:pt x="2837522" y="130432"/>
                </a:lnTo>
                <a:lnTo>
                  <a:pt x="2845723" y="131733"/>
                </a:lnTo>
                <a:lnTo>
                  <a:pt x="2853924" y="133074"/>
                </a:lnTo>
                <a:lnTo>
                  <a:pt x="2862125" y="134456"/>
                </a:lnTo>
                <a:lnTo>
                  <a:pt x="2870325" y="135880"/>
                </a:lnTo>
                <a:lnTo>
                  <a:pt x="2878526" y="137346"/>
                </a:lnTo>
                <a:lnTo>
                  <a:pt x="2886727" y="138855"/>
                </a:lnTo>
                <a:lnTo>
                  <a:pt x="2894928" y="140408"/>
                </a:lnTo>
                <a:lnTo>
                  <a:pt x="2903129" y="142005"/>
                </a:lnTo>
                <a:lnTo>
                  <a:pt x="2911330" y="143648"/>
                </a:lnTo>
                <a:lnTo>
                  <a:pt x="2919531" y="145336"/>
                </a:lnTo>
                <a:lnTo>
                  <a:pt x="2927732" y="147071"/>
                </a:lnTo>
                <a:lnTo>
                  <a:pt x="2935933" y="148851"/>
                </a:lnTo>
                <a:lnTo>
                  <a:pt x="2944134" y="150678"/>
                </a:lnTo>
                <a:lnTo>
                  <a:pt x="2952335" y="152552"/>
                </a:lnTo>
                <a:lnTo>
                  <a:pt x="2960536" y="154472"/>
                </a:lnTo>
                <a:lnTo>
                  <a:pt x="2968737" y="156439"/>
                </a:lnTo>
                <a:lnTo>
                  <a:pt x="2976938" y="158452"/>
                </a:lnTo>
                <a:lnTo>
                  <a:pt x="2985138" y="160511"/>
                </a:lnTo>
                <a:lnTo>
                  <a:pt x="2993339" y="162616"/>
                </a:lnTo>
                <a:lnTo>
                  <a:pt x="3001540" y="164767"/>
                </a:lnTo>
                <a:lnTo>
                  <a:pt x="3009741" y="166962"/>
                </a:lnTo>
                <a:lnTo>
                  <a:pt x="3017942" y="169201"/>
                </a:lnTo>
                <a:lnTo>
                  <a:pt x="3026143" y="171484"/>
                </a:lnTo>
                <a:lnTo>
                  <a:pt x="3034344" y="173809"/>
                </a:lnTo>
                <a:lnTo>
                  <a:pt x="3042545" y="176177"/>
                </a:lnTo>
                <a:lnTo>
                  <a:pt x="3050746" y="178585"/>
                </a:lnTo>
                <a:lnTo>
                  <a:pt x="3058947" y="181032"/>
                </a:lnTo>
                <a:lnTo>
                  <a:pt x="3067148" y="183518"/>
                </a:lnTo>
                <a:lnTo>
                  <a:pt x="3075349" y="186041"/>
                </a:lnTo>
                <a:lnTo>
                  <a:pt x="3083550" y="188600"/>
                </a:lnTo>
                <a:lnTo>
                  <a:pt x="3091751" y="191194"/>
                </a:lnTo>
                <a:lnTo>
                  <a:pt x="3099951" y="193820"/>
                </a:lnTo>
                <a:lnTo>
                  <a:pt x="3108152" y="196477"/>
                </a:lnTo>
                <a:lnTo>
                  <a:pt x="3116353" y="199163"/>
                </a:lnTo>
                <a:lnTo>
                  <a:pt x="3124554" y="201877"/>
                </a:lnTo>
                <a:lnTo>
                  <a:pt x="3132755" y="204616"/>
                </a:lnTo>
                <a:lnTo>
                  <a:pt x="3140956" y="207379"/>
                </a:lnTo>
                <a:lnTo>
                  <a:pt x="3149157" y="210163"/>
                </a:lnTo>
                <a:lnTo>
                  <a:pt x="3157358" y="212967"/>
                </a:lnTo>
                <a:lnTo>
                  <a:pt x="3165559" y="215787"/>
                </a:lnTo>
                <a:lnTo>
                  <a:pt x="3173760" y="218623"/>
                </a:lnTo>
                <a:lnTo>
                  <a:pt x="3181961" y="221470"/>
                </a:lnTo>
                <a:lnTo>
                  <a:pt x="3190162" y="224327"/>
                </a:lnTo>
                <a:lnTo>
                  <a:pt x="3198363" y="227191"/>
                </a:lnTo>
                <a:lnTo>
                  <a:pt x="3206564" y="230060"/>
                </a:lnTo>
                <a:lnTo>
                  <a:pt x="3214765" y="232931"/>
                </a:lnTo>
                <a:lnTo>
                  <a:pt x="3222965" y="235801"/>
                </a:lnTo>
                <a:lnTo>
                  <a:pt x="3231166" y="238667"/>
                </a:lnTo>
                <a:lnTo>
                  <a:pt x="3239367" y="241526"/>
                </a:lnTo>
                <a:lnTo>
                  <a:pt x="3247568" y="244376"/>
                </a:lnTo>
                <a:lnTo>
                  <a:pt x="3255769" y="247214"/>
                </a:lnTo>
                <a:lnTo>
                  <a:pt x="3263970" y="250035"/>
                </a:lnTo>
                <a:lnTo>
                  <a:pt x="3272171" y="252838"/>
                </a:lnTo>
                <a:lnTo>
                  <a:pt x="3280372" y="255620"/>
                </a:lnTo>
                <a:lnTo>
                  <a:pt x="3288573" y="258376"/>
                </a:lnTo>
                <a:lnTo>
                  <a:pt x="3296774" y="261105"/>
                </a:lnTo>
                <a:lnTo>
                  <a:pt x="3304975" y="263802"/>
                </a:lnTo>
                <a:lnTo>
                  <a:pt x="3313176" y="266465"/>
                </a:lnTo>
                <a:lnTo>
                  <a:pt x="3321377" y="269090"/>
                </a:lnTo>
                <a:lnTo>
                  <a:pt x="3329578" y="271674"/>
                </a:lnTo>
                <a:lnTo>
                  <a:pt x="3337778" y="274214"/>
                </a:lnTo>
                <a:lnTo>
                  <a:pt x="3345979" y="276706"/>
                </a:lnTo>
                <a:lnTo>
                  <a:pt x="3354180" y="279148"/>
                </a:lnTo>
                <a:lnTo>
                  <a:pt x="3362381" y="281536"/>
                </a:lnTo>
                <a:lnTo>
                  <a:pt x="3370582" y="283866"/>
                </a:lnTo>
                <a:lnTo>
                  <a:pt x="3378783" y="286137"/>
                </a:lnTo>
                <a:lnTo>
                  <a:pt x="3386984" y="288344"/>
                </a:lnTo>
                <a:lnTo>
                  <a:pt x="3395185" y="290484"/>
                </a:lnTo>
                <a:lnTo>
                  <a:pt x="3403386" y="292555"/>
                </a:lnTo>
                <a:lnTo>
                  <a:pt x="3411587" y="294554"/>
                </a:lnTo>
                <a:lnTo>
                  <a:pt x="3419788" y="296476"/>
                </a:lnTo>
                <a:lnTo>
                  <a:pt x="3427989" y="298321"/>
                </a:lnTo>
                <a:lnTo>
                  <a:pt x="3436190" y="300084"/>
                </a:lnTo>
                <a:lnTo>
                  <a:pt x="3444391" y="301763"/>
                </a:lnTo>
                <a:lnTo>
                  <a:pt x="3452591" y="303355"/>
                </a:lnTo>
                <a:lnTo>
                  <a:pt x="3460792" y="304858"/>
                </a:lnTo>
                <a:lnTo>
                  <a:pt x="3468993" y="306270"/>
                </a:lnTo>
                <a:lnTo>
                  <a:pt x="3477194" y="307587"/>
                </a:lnTo>
                <a:lnTo>
                  <a:pt x="3485395" y="308809"/>
                </a:lnTo>
                <a:lnTo>
                  <a:pt x="3493596" y="309932"/>
                </a:lnTo>
                <a:lnTo>
                  <a:pt x="3501797" y="310954"/>
                </a:lnTo>
                <a:lnTo>
                  <a:pt x="3509998" y="311875"/>
                </a:lnTo>
                <a:lnTo>
                  <a:pt x="3518199" y="312692"/>
                </a:lnTo>
                <a:lnTo>
                  <a:pt x="3526400" y="313404"/>
                </a:lnTo>
                <a:lnTo>
                  <a:pt x="3534601" y="314010"/>
                </a:lnTo>
                <a:lnTo>
                  <a:pt x="3542802" y="314508"/>
                </a:lnTo>
                <a:lnTo>
                  <a:pt x="3551003" y="314897"/>
                </a:lnTo>
                <a:lnTo>
                  <a:pt x="3559204" y="315178"/>
                </a:lnTo>
                <a:lnTo>
                  <a:pt x="3567404" y="315348"/>
                </a:lnTo>
                <a:lnTo>
                  <a:pt x="3575605" y="315408"/>
                </a:lnTo>
                <a:lnTo>
                  <a:pt x="3583806" y="315358"/>
                </a:lnTo>
                <a:lnTo>
                  <a:pt x="3592007" y="315198"/>
                </a:lnTo>
                <a:lnTo>
                  <a:pt x="3600208" y="314928"/>
                </a:lnTo>
                <a:lnTo>
                  <a:pt x="3608409" y="314549"/>
                </a:lnTo>
                <a:lnTo>
                  <a:pt x="3616610" y="314061"/>
                </a:lnTo>
                <a:lnTo>
                  <a:pt x="3624811" y="313466"/>
                </a:lnTo>
                <a:lnTo>
                  <a:pt x="3633012" y="312766"/>
                </a:lnTo>
                <a:lnTo>
                  <a:pt x="3641213" y="311960"/>
                </a:lnTo>
                <a:lnTo>
                  <a:pt x="3649414" y="311053"/>
                </a:lnTo>
                <a:lnTo>
                  <a:pt x="3657615" y="310045"/>
                </a:lnTo>
                <a:lnTo>
                  <a:pt x="3665816" y="308939"/>
                </a:lnTo>
                <a:lnTo>
                  <a:pt x="3674017" y="307738"/>
                </a:lnTo>
                <a:lnTo>
                  <a:pt x="3682218" y="306444"/>
                </a:lnTo>
                <a:lnTo>
                  <a:pt x="3690418" y="305062"/>
                </a:lnTo>
                <a:lnTo>
                  <a:pt x="3698619" y="303594"/>
                </a:lnTo>
                <a:lnTo>
                  <a:pt x="3706820" y="302044"/>
                </a:lnTo>
                <a:lnTo>
                  <a:pt x="3715021" y="300417"/>
                </a:lnTo>
                <a:lnTo>
                  <a:pt x="3723222" y="298716"/>
                </a:lnTo>
                <a:lnTo>
                  <a:pt x="3731423" y="296946"/>
                </a:lnTo>
                <a:lnTo>
                  <a:pt x="3739624" y="295112"/>
                </a:lnTo>
                <a:lnTo>
                  <a:pt x="3747825" y="293220"/>
                </a:lnTo>
                <a:lnTo>
                  <a:pt x="3756026" y="291274"/>
                </a:lnTo>
                <a:lnTo>
                  <a:pt x="3764227" y="289280"/>
                </a:lnTo>
                <a:lnTo>
                  <a:pt x="3772428" y="287244"/>
                </a:lnTo>
                <a:lnTo>
                  <a:pt x="3780629" y="285172"/>
                </a:lnTo>
                <a:lnTo>
                  <a:pt x="3788830" y="283070"/>
                </a:lnTo>
                <a:lnTo>
                  <a:pt x="3797031" y="280945"/>
                </a:lnTo>
                <a:lnTo>
                  <a:pt x="3805231" y="278803"/>
                </a:lnTo>
                <a:lnTo>
                  <a:pt x="3813432" y="276651"/>
                </a:lnTo>
                <a:lnTo>
                  <a:pt x="3821633" y="274496"/>
                </a:lnTo>
                <a:lnTo>
                  <a:pt x="3829834" y="272346"/>
                </a:lnTo>
                <a:lnTo>
                  <a:pt x="3838035" y="270206"/>
                </a:lnTo>
                <a:lnTo>
                  <a:pt x="3846236" y="268085"/>
                </a:lnTo>
                <a:lnTo>
                  <a:pt x="3854437" y="265990"/>
                </a:lnTo>
                <a:lnTo>
                  <a:pt x="3862638" y="263928"/>
                </a:lnTo>
                <a:lnTo>
                  <a:pt x="3870839" y="261907"/>
                </a:lnTo>
                <a:lnTo>
                  <a:pt x="3879040" y="259934"/>
                </a:lnTo>
                <a:lnTo>
                  <a:pt x="3887241" y="258017"/>
                </a:lnTo>
                <a:lnTo>
                  <a:pt x="3895442" y="256164"/>
                </a:lnTo>
                <a:lnTo>
                  <a:pt x="3903643" y="254381"/>
                </a:lnTo>
                <a:lnTo>
                  <a:pt x="3911844" y="252677"/>
                </a:lnTo>
                <a:lnTo>
                  <a:pt x="3920044" y="251057"/>
                </a:lnTo>
                <a:lnTo>
                  <a:pt x="3928245" y="249531"/>
                </a:lnTo>
                <a:lnTo>
                  <a:pt x="3936446" y="248104"/>
                </a:lnTo>
                <a:lnTo>
                  <a:pt x="3944647" y="246783"/>
                </a:lnTo>
                <a:lnTo>
                  <a:pt x="3952848" y="245576"/>
                </a:lnTo>
                <a:lnTo>
                  <a:pt x="3961049" y="244488"/>
                </a:lnTo>
                <a:lnTo>
                  <a:pt x="3969250" y="243527"/>
                </a:lnTo>
                <a:lnTo>
                  <a:pt x="3977451" y="242697"/>
                </a:lnTo>
                <a:lnTo>
                  <a:pt x="3985652" y="242005"/>
                </a:lnTo>
                <a:lnTo>
                  <a:pt x="3993853" y="241457"/>
                </a:lnTo>
                <a:lnTo>
                  <a:pt x="4002054" y="241057"/>
                </a:lnTo>
                <a:lnTo>
                  <a:pt x="4010255" y="240810"/>
                </a:lnTo>
                <a:lnTo>
                  <a:pt x="4018456" y="240721"/>
                </a:lnTo>
                <a:lnTo>
                  <a:pt x="4026657" y="240794"/>
                </a:lnTo>
                <a:lnTo>
                  <a:pt x="4034857" y="241033"/>
                </a:lnTo>
                <a:lnTo>
                  <a:pt x="4043058" y="241442"/>
                </a:lnTo>
                <a:lnTo>
                  <a:pt x="4051259" y="242022"/>
                </a:lnTo>
                <a:lnTo>
                  <a:pt x="4059460" y="242777"/>
                </a:lnTo>
                <a:lnTo>
                  <a:pt x="4067661" y="243710"/>
                </a:lnTo>
                <a:lnTo>
                  <a:pt x="4075862" y="244821"/>
                </a:lnTo>
                <a:lnTo>
                  <a:pt x="4084063" y="246113"/>
                </a:lnTo>
                <a:lnTo>
                  <a:pt x="4092264" y="247585"/>
                </a:lnTo>
                <a:lnTo>
                  <a:pt x="4092264" y="599947"/>
                </a:lnTo>
                <a:close/>
              </a:path>
            </a:pathLst>
          </a:custGeom>
          <a:solidFill>
            <a:srgbClr val="FFA726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ABCD-use-0039">
            <a:extLst>
              <a:ext uri="{FF2B5EF4-FFF2-40B4-BE49-F238E27FC236}">
                <a16:creationId xmlns:a16="http://schemas.microsoft.com/office/drawing/2014/main" id="{F0B56752-E1AC-41F0-B4A3-1DA9E3AFA2D7}"/>
              </a:ext>
            </a:extLst>
          </p:cNvPr>
          <p:cNvSpPr>
            <a:spLocks noGrp="1"/>
          </p:cNvSpPr>
          <p:nvPr/>
        </p:nvSpPr>
        <p:spPr>
          <a:xfrm>
            <a:off x="462456" y="825886"/>
            <a:ext cx="4092264" cy="703538"/>
          </a:xfrm>
          <a:custGeom>
            <a:avLst/>
            <a:gdLst/>
            <a:ahLst/>
            <a:cxnLst/>
            <a:rect l="0" t="0" r="0" b="0"/>
            <a:pathLst>
              <a:path w="4092264" h="703538">
                <a:moveTo>
                  <a:pt x="0" y="703538"/>
                </a:moveTo>
                <a:lnTo>
                  <a:pt x="0" y="682193"/>
                </a:lnTo>
                <a:lnTo>
                  <a:pt x="8201" y="680938"/>
                </a:lnTo>
                <a:lnTo>
                  <a:pt x="16402" y="679625"/>
                </a:lnTo>
                <a:lnTo>
                  <a:pt x="24603" y="678250"/>
                </a:lnTo>
                <a:lnTo>
                  <a:pt x="32804" y="676813"/>
                </a:lnTo>
                <a:lnTo>
                  <a:pt x="41005" y="675312"/>
                </a:lnTo>
                <a:lnTo>
                  <a:pt x="49206" y="673744"/>
                </a:lnTo>
                <a:lnTo>
                  <a:pt x="57407" y="672109"/>
                </a:lnTo>
                <a:lnTo>
                  <a:pt x="65607" y="670404"/>
                </a:lnTo>
                <a:lnTo>
                  <a:pt x="73808" y="668627"/>
                </a:lnTo>
                <a:lnTo>
                  <a:pt x="82009" y="666778"/>
                </a:lnTo>
                <a:lnTo>
                  <a:pt x="90210" y="664854"/>
                </a:lnTo>
                <a:lnTo>
                  <a:pt x="98411" y="662853"/>
                </a:lnTo>
                <a:lnTo>
                  <a:pt x="106612" y="660775"/>
                </a:lnTo>
                <a:lnTo>
                  <a:pt x="114813" y="658617"/>
                </a:lnTo>
                <a:lnTo>
                  <a:pt x="123014" y="656377"/>
                </a:lnTo>
                <a:lnTo>
                  <a:pt x="131215" y="654055"/>
                </a:lnTo>
                <a:lnTo>
                  <a:pt x="139416" y="651649"/>
                </a:lnTo>
                <a:lnTo>
                  <a:pt x="147617" y="649158"/>
                </a:lnTo>
                <a:lnTo>
                  <a:pt x="155818" y="646580"/>
                </a:lnTo>
                <a:lnTo>
                  <a:pt x="164019" y="643914"/>
                </a:lnTo>
                <a:lnTo>
                  <a:pt x="172220" y="641159"/>
                </a:lnTo>
                <a:lnTo>
                  <a:pt x="180420" y="638314"/>
                </a:lnTo>
                <a:lnTo>
                  <a:pt x="188621" y="635378"/>
                </a:lnTo>
                <a:lnTo>
                  <a:pt x="196822" y="632349"/>
                </a:lnTo>
                <a:lnTo>
                  <a:pt x="205023" y="629228"/>
                </a:lnTo>
                <a:lnTo>
                  <a:pt x="213224" y="626014"/>
                </a:lnTo>
                <a:lnTo>
                  <a:pt x="221425" y="622705"/>
                </a:lnTo>
                <a:lnTo>
                  <a:pt x="229626" y="619301"/>
                </a:lnTo>
                <a:lnTo>
                  <a:pt x="237827" y="615803"/>
                </a:lnTo>
                <a:lnTo>
                  <a:pt x="246028" y="612209"/>
                </a:lnTo>
                <a:lnTo>
                  <a:pt x="254229" y="608519"/>
                </a:lnTo>
                <a:lnTo>
                  <a:pt x="262430" y="604734"/>
                </a:lnTo>
                <a:lnTo>
                  <a:pt x="270631" y="600853"/>
                </a:lnTo>
                <a:lnTo>
                  <a:pt x="278832" y="596877"/>
                </a:lnTo>
                <a:lnTo>
                  <a:pt x="287033" y="592805"/>
                </a:lnTo>
                <a:lnTo>
                  <a:pt x="295233" y="588639"/>
                </a:lnTo>
                <a:lnTo>
                  <a:pt x="303434" y="584379"/>
                </a:lnTo>
                <a:lnTo>
                  <a:pt x="311635" y="580025"/>
                </a:lnTo>
                <a:lnTo>
                  <a:pt x="319836" y="575579"/>
                </a:lnTo>
                <a:lnTo>
                  <a:pt x="328037" y="571040"/>
                </a:lnTo>
                <a:lnTo>
                  <a:pt x="336238" y="566411"/>
                </a:lnTo>
                <a:lnTo>
                  <a:pt x="344439" y="561693"/>
                </a:lnTo>
                <a:lnTo>
                  <a:pt x="352640" y="556887"/>
                </a:lnTo>
                <a:lnTo>
                  <a:pt x="360841" y="551993"/>
                </a:lnTo>
                <a:lnTo>
                  <a:pt x="369042" y="547015"/>
                </a:lnTo>
                <a:lnTo>
                  <a:pt x="377243" y="541954"/>
                </a:lnTo>
                <a:lnTo>
                  <a:pt x="385444" y="536811"/>
                </a:lnTo>
                <a:lnTo>
                  <a:pt x="393645" y="531588"/>
                </a:lnTo>
                <a:lnTo>
                  <a:pt x="401846" y="526288"/>
                </a:lnTo>
                <a:lnTo>
                  <a:pt x="410046" y="520913"/>
                </a:lnTo>
                <a:lnTo>
                  <a:pt x="418247" y="515466"/>
                </a:lnTo>
                <a:lnTo>
                  <a:pt x="426448" y="509947"/>
                </a:lnTo>
                <a:lnTo>
                  <a:pt x="434649" y="504362"/>
                </a:lnTo>
                <a:lnTo>
                  <a:pt x="442850" y="498711"/>
                </a:lnTo>
                <a:lnTo>
                  <a:pt x="451051" y="492998"/>
                </a:lnTo>
                <a:lnTo>
                  <a:pt x="459252" y="487225"/>
                </a:lnTo>
                <a:lnTo>
                  <a:pt x="467453" y="481397"/>
                </a:lnTo>
                <a:lnTo>
                  <a:pt x="475654" y="475514"/>
                </a:lnTo>
                <a:lnTo>
                  <a:pt x="483855" y="469582"/>
                </a:lnTo>
                <a:lnTo>
                  <a:pt x="492056" y="463603"/>
                </a:lnTo>
                <a:lnTo>
                  <a:pt x="500257" y="457580"/>
                </a:lnTo>
                <a:lnTo>
                  <a:pt x="508458" y="451517"/>
                </a:lnTo>
                <a:lnTo>
                  <a:pt x="516659" y="445417"/>
                </a:lnTo>
                <a:lnTo>
                  <a:pt x="524860" y="439284"/>
                </a:lnTo>
                <a:lnTo>
                  <a:pt x="533060" y="433121"/>
                </a:lnTo>
                <a:lnTo>
                  <a:pt x="541261" y="426931"/>
                </a:lnTo>
                <a:lnTo>
                  <a:pt x="549462" y="420719"/>
                </a:lnTo>
                <a:lnTo>
                  <a:pt x="557663" y="414488"/>
                </a:lnTo>
                <a:lnTo>
                  <a:pt x="565864" y="408241"/>
                </a:lnTo>
                <a:lnTo>
                  <a:pt x="574065" y="401982"/>
                </a:lnTo>
                <a:lnTo>
                  <a:pt x="582266" y="395715"/>
                </a:lnTo>
                <a:lnTo>
                  <a:pt x="590467" y="389443"/>
                </a:lnTo>
                <a:lnTo>
                  <a:pt x="598668" y="383169"/>
                </a:lnTo>
                <a:lnTo>
                  <a:pt x="606869" y="376898"/>
                </a:lnTo>
                <a:lnTo>
                  <a:pt x="615070" y="370633"/>
                </a:lnTo>
                <a:lnTo>
                  <a:pt x="623271" y="364377"/>
                </a:lnTo>
                <a:lnTo>
                  <a:pt x="631472" y="358134"/>
                </a:lnTo>
                <a:lnTo>
                  <a:pt x="639673" y="351907"/>
                </a:lnTo>
                <a:lnTo>
                  <a:pt x="647873" y="345698"/>
                </a:lnTo>
                <a:lnTo>
                  <a:pt x="656074" y="339513"/>
                </a:lnTo>
                <a:lnTo>
                  <a:pt x="664275" y="333353"/>
                </a:lnTo>
                <a:lnTo>
                  <a:pt x="672476" y="327221"/>
                </a:lnTo>
                <a:lnTo>
                  <a:pt x="680677" y="321121"/>
                </a:lnTo>
                <a:lnTo>
                  <a:pt x="688878" y="315055"/>
                </a:lnTo>
                <a:lnTo>
                  <a:pt x="697079" y="309026"/>
                </a:lnTo>
                <a:lnTo>
                  <a:pt x="705280" y="303037"/>
                </a:lnTo>
                <a:lnTo>
                  <a:pt x="713481" y="297090"/>
                </a:lnTo>
                <a:lnTo>
                  <a:pt x="721682" y="291188"/>
                </a:lnTo>
                <a:lnTo>
                  <a:pt x="729883" y="285332"/>
                </a:lnTo>
                <a:lnTo>
                  <a:pt x="738084" y="279525"/>
                </a:lnTo>
                <a:lnTo>
                  <a:pt x="746285" y="273769"/>
                </a:lnTo>
                <a:lnTo>
                  <a:pt x="754486" y="268066"/>
                </a:lnTo>
                <a:lnTo>
                  <a:pt x="762686" y="262418"/>
                </a:lnTo>
                <a:lnTo>
                  <a:pt x="770887" y="256826"/>
                </a:lnTo>
                <a:lnTo>
                  <a:pt x="779088" y="251291"/>
                </a:lnTo>
                <a:lnTo>
                  <a:pt x="787289" y="245816"/>
                </a:lnTo>
                <a:lnTo>
                  <a:pt x="795490" y="240401"/>
                </a:lnTo>
                <a:lnTo>
                  <a:pt x="803691" y="235048"/>
                </a:lnTo>
                <a:lnTo>
                  <a:pt x="811892" y="229758"/>
                </a:lnTo>
                <a:lnTo>
                  <a:pt x="820093" y="224531"/>
                </a:lnTo>
                <a:lnTo>
                  <a:pt x="828294" y="219368"/>
                </a:lnTo>
                <a:lnTo>
                  <a:pt x="836495" y="214270"/>
                </a:lnTo>
                <a:lnTo>
                  <a:pt x="844696" y="209239"/>
                </a:lnTo>
                <a:lnTo>
                  <a:pt x="852897" y="204273"/>
                </a:lnTo>
                <a:lnTo>
                  <a:pt x="861098" y="199374"/>
                </a:lnTo>
                <a:lnTo>
                  <a:pt x="869299" y="194542"/>
                </a:lnTo>
                <a:lnTo>
                  <a:pt x="877499" y="189777"/>
                </a:lnTo>
                <a:lnTo>
                  <a:pt x="885700" y="185080"/>
                </a:lnTo>
                <a:lnTo>
                  <a:pt x="893901" y="180451"/>
                </a:lnTo>
                <a:lnTo>
                  <a:pt x="902102" y="175889"/>
                </a:lnTo>
                <a:lnTo>
                  <a:pt x="910303" y="171396"/>
                </a:lnTo>
                <a:lnTo>
                  <a:pt x="918504" y="166971"/>
                </a:lnTo>
                <a:lnTo>
                  <a:pt x="926705" y="162613"/>
                </a:lnTo>
                <a:lnTo>
                  <a:pt x="934906" y="158324"/>
                </a:lnTo>
                <a:lnTo>
                  <a:pt x="943107" y="154103"/>
                </a:lnTo>
                <a:lnTo>
                  <a:pt x="951308" y="149951"/>
                </a:lnTo>
                <a:lnTo>
                  <a:pt x="959509" y="145866"/>
                </a:lnTo>
                <a:lnTo>
                  <a:pt x="967710" y="141850"/>
                </a:lnTo>
                <a:lnTo>
                  <a:pt x="975911" y="137903"/>
                </a:lnTo>
                <a:lnTo>
                  <a:pt x="984112" y="134024"/>
                </a:lnTo>
                <a:lnTo>
                  <a:pt x="992313" y="130213"/>
                </a:lnTo>
                <a:lnTo>
                  <a:pt x="1000513" y="126472"/>
                </a:lnTo>
                <a:lnTo>
                  <a:pt x="1008714" y="122800"/>
                </a:lnTo>
                <a:lnTo>
                  <a:pt x="1016915" y="119198"/>
                </a:lnTo>
                <a:lnTo>
                  <a:pt x="1025116" y="115666"/>
                </a:lnTo>
                <a:lnTo>
                  <a:pt x="1033317" y="112204"/>
                </a:lnTo>
                <a:lnTo>
                  <a:pt x="1041518" y="108813"/>
                </a:lnTo>
                <a:lnTo>
                  <a:pt x="1049719" y="105494"/>
                </a:lnTo>
                <a:lnTo>
                  <a:pt x="1057920" y="102247"/>
                </a:lnTo>
                <a:lnTo>
                  <a:pt x="1066121" y="99074"/>
                </a:lnTo>
                <a:lnTo>
                  <a:pt x="1074322" y="95974"/>
                </a:lnTo>
                <a:lnTo>
                  <a:pt x="1082523" y="92949"/>
                </a:lnTo>
                <a:lnTo>
                  <a:pt x="1090724" y="90000"/>
                </a:lnTo>
                <a:lnTo>
                  <a:pt x="1098925" y="87128"/>
                </a:lnTo>
                <a:lnTo>
                  <a:pt x="1107126" y="84334"/>
                </a:lnTo>
                <a:lnTo>
                  <a:pt x="1115326" y="81618"/>
                </a:lnTo>
                <a:lnTo>
                  <a:pt x="1123527" y="78983"/>
                </a:lnTo>
                <a:lnTo>
                  <a:pt x="1131728" y="76429"/>
                </a:lnTo>
                <a:lnTo>
                  <a:pt x="1139929" y="73958"/>
                </a:lnTo>
                <a:lnTo>
                  <a:pt x="1148130" y="71571"/>
                </a:lnTo>
                <a:lnTo>
                  <a:pt x="1156331" y="69268"/>
                </a:lnTo>
                <a:lnTo>
                  <a:pt x="1164532" y="67053"/>
                </a:lnTo>
                <a:lnTo>
                  <a:pt x="1172733" y="64925"/>
                </a:lnTo>
                <a:lnTo>
                  <a:pt x="1180934" y="62885"/>
                </a:lnTo>
                <a:lnTo>
                  <a:pt x="1189135" y="60936"/>
                </a:lnTo>
                <a:lnTo>
                  <a:pt x="1197336" y="59079"/>
                </a:lnTo>
                <a:lnTo>
                  <a:pt x="1205537" y="57313"/>
                </a:lnTo>
                <a:lnTo>
                  <a:pt x="1213738" y="55641"/>
                </a:lnTo>
                <a:lnTo>
                  <a:pt x="1221939" y="54063"/>
                </a:lnTo>
                <a:lnTo>
                  <a:pt x="1230139" y="52581"/>
                </a:lnTo>
                <a:lnTo>
                  <a:pt x="1238340" y="51194"/>
                </a:lnTo>
                <a:lnTo>
                  <a:pt x="1246541" y="49904"/>
                </a:lnTo>
                <a:lnTo>
                  <a:pt x="1254742" y="48710"/>
                </a:lnTo>
                <a:lnTo>
                  <a:pt x="1262943" y="47614"/>
                </a:lnTo>
                <a:lnTo>
                  <a:pt x="1271144" y="46615"/>
                </a:lnTo>
                <a:lnTo>
                  <a:pt x="1279345" y="45713"/>
                </a:lnTo>
                <a:lnTo>
                  <a:pt x="1287546" y="44907"/>
                </a:lnTo>
                <a:lnTo>
                  <a:pt x="1295747" y="44199"/>
                </a:lnTo>
                <a:lnTo>
                  <a:pt x="1303948" y="43586"/>
                </a:lnTo>
                <a:lnTo>
                  <a:pt x="1312149" y="43068"/>
                </a:lnTo>
                <a:lnTo>
                  <a:pt x="1320350" y="42643"/>
                </a:lnTo>
                <a:lnTo>
                  <a:pt x="1328551" y="42311"/>
                </a:lnTo>
                <a:lnTo>
                  <a:pt x="1336752" y="42070"/>
                </a:lnTo>
                <a:lnTo>
                  <a:pt x="1344952" y="41918"/>
                </a:lnTo>
                <a:lnTo>
                  <a:pt x="1353153" y="41852"/>
                </a:lnTo>
                <a:lnTo>
                  <a:pt x="1361354" y="41871"/>
                </a:lnTo>
                <a:lnTo>
                  <a:pt x="1369555" y="41972"/>
                </a:lnTo>
                <a:lnTo>
                  <a:pt x="1377756" y="42152"/>
                </a:lnTo>
                <a:lnTo>
                  <a:pt x="1385957" y="42408"/>
                </a:lnTo>
                <a:lnTo>
                  <a:pt x="1394158" y="42736"/>
                </a:lnTo>
                <a:lnTo>
                  <a:pt x="1402359" y="43133"/>
                </a:lnTo>
                <a:lnTo>
                  <a:pt x="1410560" y="43594"/>
                </a:lnTo>
                <a:lnTo>
                  <a:pt x="1418761" y="44117"/>
                </a:lnTo>
                <a:lnTo>
                  <a:pt x="1426962" y="44697"/>
                </a:lnTo>
                <a:lnTo>
                  <a:pt x="1435163" y="45328"/>
                </a:lnTo>
                <a:lnTo>
                  <a:pt x="1443364" y="46007"/>
                </a:lnTo>
                <a:lnTo>
                  <a:pt x="1451565" y="46729"/>
                </a:lnTo>
                <a:lnTo>
                  <a:pt x="1459766" y="47488"/>
                </a:lnTo>
                <a:lnTo>
                  <a:pt x="1467966" y="48279"/>
                </a:lnTo>
                <a:lnTo>
                  <a:pt x="1476167" y="49097"/>
                </a:lnTo>
                <a:lnTo>
                  <a:pt x="1484368" y="49936"/>
                </a:lnTo>
                <a:lnTo>
                  <a:pt x="1492569" y="50791"/>
                </a:lnTo>
                <a:lnTo>
                  <a:pt x="1500770" y="51657"/>
                </a:lnTo>
                <a:lnTo>
                  <a:pt x="1508971" y="52527"/>
                </a:lnTo>
                <a:lnTo>
                  <a:pt x="1517172" y="53395"/>
                </a:lnTo>
                <a:lnTo>
                  <a:pt x="1525373" y="54257"/>
                </a:lnTo>
                <a:lnTo>
                  <a:pt x="1533574" y="55106"/>
                </a:lnTo>
                <a:lnTo>
                  <a:pt x="1541775" y="55937"/>
                </a:lnTo>
                <a:lnTo>
                  <a:pt x="1549976" y="56743"/>
                </a:lnTo>
                <a:lnTo>
                  <a:pt x="1558177" y="57520"/>
                </a:lnTo>
                <a:lnTo>
                  <a:pt x="1566378" y="58261"/>
                </a:lnTo>
                <a:lnTo>
                  <a:pt x="1574579" y="58962"/>
                </a:lnTo>
                <a:lnTo>
                  <a:pt x="1582779" y="59618"/>
                </a:lnTo>
                <a:lnTo>
                  <a:pt x="1590980" y="60223"/>
                </a:lnTo>
                <a:lnTo>
                  <a:pt x="1599181" y="60773"/>
                </a:lnTo>
                <a:lnTo>
                  <a:pt x="1607382" y="61262"/>
                </a:lnTo>
                <a:lnTo>
                  <a:pt x="1615583" y="61687"/>
                </a:lnTo>
                <a:lnTo>
                  <a:pt x="1623784" y="62044"/>
                </a:lnTo>
                <a:lnTo>
                  <a:pt x="1631985" y="62329"/>
                </a:lnTo>
                <a:lnTo>
                  <a:pt x="1640186" y="62538"/>
                </a:lnTo>
                <a:lnTo>
                  <a:pt x="1648387" y="62669"/>
                </a:lnTo>
                <a:lnTo>
                  <a:pt x="1656588" y="62718"/>
                </a:lnTo>
                <a:lnTo>
                  <a:pt x="1664789" y="62683"/>
                </a:lnTo>
                <a:lnTo>
                  <a:pt x="1672990" y="62562"/>
                </a:lnTo>
                <a:lnTo>
                  <a:pt x="1681191" y="62353"/>
                </a:lnTo>
                <a:lnTo>
                  <a:pt x="1689392" y="62055"/>
                </a:lnTo>
                <a:lnTo>
                  <a:pt x="1697592" y="61667"/>
                </a:lnTo>
                <a:lnTo>
                  <a:pt x="1705793" y="61188"/>
                </a:lnTo>
                <a:lnTo>
                  <a:pt x="1713994" y="60618"/>
                </a:lnTo>
                <a:lnTo>
                  <a:pt x="1722195" y="59959"/>
                </a:lnTo>
                <a:lnTo>
                  <a:pt x="1730396" y="59209"/>
                </a:lnTo>
                <a:lnTo>
                  <a:pt x="1738597" y="58371"/>
                </a:lnTo>
                <a:lnTo>
                  <a:pt x="1746798" y="57446"/>
                </a:lnTo>
                <a:lnTo>
                  <a:pt x="1754999" y="56435"/>
                </a:lnTo>
                <a:lnTo>
                  <a:pt x="1763200" y="55342"/>
                </a:lnTo>
                <a:lnTo>
                  <a:pt x="1771401" y="54169"/>
                </a:lnTo>
                <a:lnTo>
                  <a:pt x="1779602" y="52918"/>
                </a:lnTo>
                <a:lnTo>
                  <a:pt x="1787803" y="51594"/>
                </a:lnTo>
                <a:lnTo>
                  <a:pt x="1796004" y="50200"/>
                </a:lnTo>
                <a:lnTo>
                  <a:pt x="1804205" y="48740"/>
                </a:lnTo>
                <a:lnTo>
                  <a:pt x="1812405" y="47219"/>
                </a:lnTo>
                <a:lnTo>
                  <a:pt x="1820606" y="45642"/>
                </a:lnTo>
                <a:lnTo>
                  <a:pt x="1828807" y="44013"/>
                </a:lnTo>
                <a:lnTo>
                  <a:pt x="1837008" y="42338"/>
                </a:lnTo>
                <a:lnTo>
                  <a:pt x="1845209" y="40622"/>
                </a:lnTo>
                <a:lnTo>
                  <a:pt x="1853410" y="38870"/>
                </a:lnTo>
                <a:lnTo>
                  <a:pt x="1861611" y="37090"/>
                </a:lnTo>
                <a:lnTo>
                  <a:pt x="1869812" y="35287"/>
                </a:lnTo>
                <a:lnTo>
                  <a:pt x="1878013" y="33467"/>
                </a:lnTo>
                <a:lnTo>
                  <a:pt x="1886214" y="31636"/>
                </a:lnTo>
                <a:lnTo>
                  <a:pt x="1894415" y="29801"/>
                </a:lnTo>
                <a:lnTo>
                  <a:pt x="1902616" y="27968"/>
                </a:lnTo>
                <a:lnTo>
                  <a:pt x="1910817" y="26144"/>
                </a:lnTo>
                <a:lnTo>
                  <a:pt x="1919018" y="24335"/>
                </a:lnTo>
                <a:lnTo>
                  <a:pt x="1927219" y="22548"/>
                </a:lnTo>
                <a:lnTo>
                  <a:pt x="1935419" y="20789"/>
                </a:lnTo>
                <a:lnTo>
                  <a:pt x="1943620" y="19065"/>
                </a:lnTo>
                <a:lnTo>
                  <a:pt x="1951821" y="17381"/>
                </a:lnTo>
                <a:lnTo>
                  <a:pt x="1960022" y="15743"/>
                </a:lnTo>
                <a:lnTo>
                  <a:pt x="1968223" y="14159"/>
                </a:lnTo>
                <a:lnTo>
                  <a:pt x="1976424" y="12633"/>
                </a:lnTo>
                <a:lnTo>
                  <a:pt x="1984625" y="11171"/>
                </a:lnTo>
                <a:lnTo>
                  <a:pt x="1992826" y="9779"/>
                </a:lnTo>
                <a:lnTo>
                  <a:pt x="2001027" y="8461"/>
                </a:lnTo>
                <a:lnTo>
                  <a:pt x="2009228" y="7223"/>
                </a:lnTo>
                <a:lnTo>
                  <a:pt x="2017429" y="6070"/>
                </a:lnTo>
                <a:lnTo>
                  <a:pt x="2025630" y="5005"/>
                </a:lnTo>
                <a:lnTo>
                  <a:pt x="2033831" y="4033"/>
                </a:lnTo>
                <a:lnTo>
                  <a:pt x="2042032" y="3158"/>
                </a:lnTo>
                <a:lnTo>
                  <a:pt x="2050232" y="2383"/>
                </a:lnTo>
                <a:lnTo>
                  <a:pt x="2058433" y="1711"/>
                </a:lnTo>
                <a:lnTo>
                  <a:pt x="2066634" y="1147"/>
                </a:lnTo>
                <a:lnTo>
                  <a:pt x="2074835" y="691"/>
                </a:lnTo>
                <a:lnTo>
                  <a:pt x="2083036" y="347"/>
                </a:lnTo>
                <a:lnTo>
                  <a:pt x="2091237" y="116"/>
                </a:lnTo>
                <a:lnTo>
                  <a:pt x="2099438" y="0"/>
                </a:lnTo>
                <a:lnTo>
                  <a:pt x="2107639" y="1"/>
                </a:lnTo>
                <a:lnTo>
                  <a:pt x="2115840" y="119"/>
                </a:lnTo>
                <a:lnTo>
                  <a:pt x="2124041" y="356"/>
                </a:lnTo>
                <a:lnTo>
                  <a:pt x="2132242" y="711"/>
                </a:lnTo>
                <a:lnTo>
                  <a:pt x="2140443" y="1186"/>
                </a:lnTo>
                <a:lnTo>
                  <a:pt x="2148644" y="1780"/>
                </a:lnTo>
                <a:lnTo>
                  <a:pt x="2156845" y="2492"/>
                </a:lnTo>
                <a:lnTo>
                  <a:pt x="2165045" y="3323"/>
                </a:lnTo>
                <a:lnTo>
                  <a:pt x="2173246" y="4271"/>
                </a:lnTo>
                <a:lnTo>
                  <a:pt x="2181447" y="5336"/>
                </a:lnTo>
                <a:lnTo>
                  <a:pt x="2189648" y="6516"/>
                </a:lnTo>
                <a:lnTo>
                  <a:pt x="2197849" y="7810"/>
                </a:lnTo>
                <a:lnTo>
                  <a:pt x="2206050" y="9217"/>
                </a:lnTo>
                <a:lnTo>
                  <a:pt x="2214251" y="10734"/>
                </a:lnTo>
                <a:lnTo>
                  <a:pt x="2222452" y="12360"/>
                </a:lnTo>
                <a:lnTo>
                  <a:pt x="2230653" y="14093"/>
                </a:lnTo>
                <a:lnTo>
                  <a:pt x="2238854" y="15931"/>
                </a:lnTo>
                <a:lnTo>
                  <a:pt x="2247055" y="17871"/>
                </a:lnTo>
                <a:lnTo>
                  <a:pt x="2255256" y="19912"/>
                </a:lnTo>
                <a:lnTo>
                  <a:pt x="2263457" y="22052"/>
                </a:lnTo>
                <a:lnTo>
                  <a:pt x="2271658" y="24287"/>
                </a:lnTo>
                <a:lnTo>
                  <a:pt x="2279859" y="26616"/>
                </a:lnTo>
                <a:lnTo>
                  <a:pt x="2288059" y="29036"/>
                </a:lnTo>
                <a:lnTo>
                  <a:pt x="2296260" y="31545"/>
                </a:lnTo>
                <a:lnTo>
                  <a:pt x="2304461" y="34140"/>
                </a:lnTo>
                <a:lnTo>
                  <a:pt x="2312662" y="36820"/>
                </a:lnTo>
                <a:lnTo>
                  <a:pt x="2320863" y="39581"/>
                </a:lnTo>
                <a:lnTo>
                  <a:pt x="2329064" y="42422"/>
                </a:lnTo>
                <a:lnTo>
                  <a:pt x="2337265" y="45340"/>
                </a:lnTo>
                <a:lnTo>
                  <a:pt x="2345466" y="48333"/>
                </a:lnTo>
                <a:lnTo>
                  <a:pt x="2353667" y="51399"/>
                </a:lnTo>
                <a:lnTo>
                  <a:pt x="2361868" y="54536"/>
                </a:lnTo>
                <a:lnTo>
                  <a:pt x="2370069" y="57742"/>
                </a:lnTo>
                <a:lnTo>
                  <a:pt x="2378270" y="61014"/>
                </a:lnTo>
                <a:lnTo>
                  <a:pt x="2386471" y="64352"/>
                </a:lnTo>
                <a:lnTo>
                  <a:pt x="2394672" y="67753"/>
                </a:lnTo>
                <a:lnTo>
                  <a:pt x="2402872" y="71216"/>
                </a:lnTo>
                <a:lnTo>
                  <a:pt x="2411073" y="74738"/>
                </a:lnTo>
                <a:lnTo>
                  <a:pt x="2419274" y="78319"/>
                </a:lnTo>
                <a:lnTo>
                  <a:pt x="2427475" y="81956"/>
                </a:lnTo>
                <a:lnTo>
                  <a:pt x="2435676" y="85649"/>
                </a:lnTo>
                <a:lnTo>
                  <a:pt x="2443877" y="89396"/>
                </a:lnTo>
                <a:lnTo>
                  <a:pt x="2452078" y="93195"/>
                </a:lnTo>
                <a:lnTo>
                  <a:pt x="2460279" y="97046"/>
                </a:lnTo>
                <a:lnTo>
                  <a:pt x="2468480" y="100947"/>
                </a:lnTo>
                <a:lnTo>
                  <a:pt x="2476681" y="104897"/>
                </a:lnTo>
                <a:lnTo>
                  <a:pt x="2484882" y="108895"/>
                </a:lnTo>
                <a:lnTo>
                  <a:pt x="2493083" y="112939"/>
                </a:lnTo>
                <a:lnTo>
                  <a:pt x="2501284" y="117030"/>
                </a:lnTo>
                <a:lnTo>
                  <a:pt x="2509485" y="121164"/>
                </a:lnTo>
                <a:lnTo>
                  <a:pt x="2517685" y="125342"/>
                </a:lnTo>
                <a:lnTo>
                  <a:pt x="2525886" y="129563"/>
                </a:lnTo>
                <a:lnTo>
                  <a:pt x="2534087" y="133825"/>
                </a:lnTo>
                <a:lnTo>
                  <a:pt x="2542288" y="138128"/>
                </a:lnTo>
                <a:lnTo>
                  <a:pt x="2550489" y="142470"/>
                </a:lnTo>
                <a:lnTo>
                  <a:pt x="2558690" y="146850"/>
                </a:lnTo>
                <a:lnTo>
                  <a:pt x="2566891" y="151268"/>
                </a:lnTo>
                <a:lnTo>
                  <a:pt x="2575092" y="155722"/>
                </a:lnTo>
                <a:lnTo>
                  <a:pt x="2583293" y="160210"/>
                </a:lnTo>
                <a:lnTo>
                  <a:pt x="2591494" y="164733"/>
                </a:lnTo>
                <a:lnTo>
                  <a:pt x="2599695" y="169288"/>
                </a:lnTo>
                <a:lnTo>
                  <a:pt x="2607896" y="173875"/>
                </a:lnTo>
                <a:lnTo>
                  <a:pt x="2616097" y="178492"/>
                </a:lnTo>
                <a:lnTo>
                  <a:pt x="2624298" y="183138"/>
                </a:lnTo>
                <a:lnTo>
                  <a:pt x="2632498" y="187812"/>
                </a:lnTo>
                <a:lnTo>
                  <a:pt x="2640699" y="192512"/>
                </a:lnTo>
                <a:lnTo>
                  <a:pt x="2648900" y="197237"/>
                </a:lnTo>
                <a:lnTo>
                  <a:pt x="2657101" y="201985"/>
                </a:lnTo>
                <a:lnTo>
                  <a:pt x="2665302" y="206755"/>
                </a:lnTo>
                <a:lnTo>
                  <a:pt x="2673503" y="211546"/>
                </a:lnTo>
                <a:lnTo>
                  <a:pt x="2681704" y="216356"/>
                </a:lnTo>
                <a:lnTo>
                  <a:pt x="2689905" y="221183"/>
                </a:lnTo>
                <a:lnTo>
                  <a:pt x="2698106" y="226025"/>
                </a:lnTo>
                <a:lnTo>
                  <a:pt x="2706307" y="230882"/>
                </a:lnTo>
                <a:lnTo>
                  <a:pt x="2714508" y="235751"/>
                </a:lnTo>
                <a:lnTo>
                  <a:pt x="2722709" y="240631"/>
                </a:lnTo>
                <a:lnTo>
                  <a:pt x="2730910" y="245521"/>
                </a:lnTo>
                <a:lnTo>
                  <a:pt x="2739111" y="250417"/>
                </a:lnTo>
                <a:lnTo>
                  <a:pt x="2747312" y="255320"/>
                </a:lnTo>
                <a:lnTo>
                  <a:pt x="2755512" y="260226"/>
                </a:lnTo>
                <a:lnTo>
                  <a:pt x="2763713" y="265135"/>
                </a:lnTo>
                <a:lnTo>
                  <a:pt x="2771914" y="270044"/>
                </a:lnTo>
                <a:lnTo>
                  <a:pt x="2780115" y="274953"/>
                </a:lnTo>
                <a:lnTo>
                  <a:pt x="2788316" y="279859"/>
                </a:lnTo>
                <a:lnTo>
                  <a:pt x="2796517" y="284760"/>
                </a:lnTo>
                <a:lnTo>
                  <a:pt x="2804718" y="289656"/>
                </a:lnTo>
                <a:lnTo>
                  <a:pt x="2812919" y="294544"/>
                </a:lnTo>
                <a:lnTo>
                  <a:pt x="2821120" y="299423"/>
                </a:lnTo>
                <a:lnTo>
                  <a:pt x="2829321" y="304292"/>
                </a:lnTo>
                <a:lnTo>
                  <a:pt x="2837522" y="309149"/>
                </a:lnTo>
                <a:lnTo>
                  <a:pt x="2845723" y="313993"/>
                </a:lnTo>
                <a:lnTo>
                  <a:pt x="2853924" y="318821"/>
                </a:lnTo>
                <a:lnTo>
                  <a:pt x="2862125" y="323634"/>
                </a:lnTo>
                <a:lnTo>
                  <a:pt x="2870325" y="328429"/>
                </a:lnTo>
                <a:lnTo>
                  <a:pt x="2878526" y="333206"/>
                </a:lnTo>
                <a:lnTo>
                  <a:pt x="2886727" y="337964"/>
                </a:lnTo>
                <a:lnTo>
                  <a:pt x="2894928" y="342700"/>
                </a:lnTo>
                <a:lnTo>
                  <a:pt x="2903129" y="347414"/>
                </a:lnTo>
                <a:lnTo>
                  <a:pt x="2911330" y="352106"/>
                </a:lnTo>
                <a:lnTo>
                  <a:pt x="2919531" y="356774"/>
                </a:lnTo>
                <a:lnTo>
                  <a:pt x="2927732" y="361417"/>
                </a:lnTo>
                <a:lnTo>
                  <a:pt x="2935933" y="366035"/>
                </a:lnTo>
                <a:lnTo>
                  <a:pt x="2944134" y="370626"/>
                </a:lnTo>
                <a:lnTo>
                  <a:pt x="2952335" y="375190"/>
                </a:lnTo>
                <a:lnTo>
                  <a:pt x="2960536" y="379727"/>
                </a:lnTo>
                <a:lnTo>
                  <a:pt x="2968737" y="384235"/>
                </a:lnTo>
                <a:lnTo>
                  <a:pt x="2976938" y="388714"/>
                </a:lnTo>
                <a:lnTo>
                  <a:pt x="2985138" y="393163"/>
                </a:lnTo>
                <a:lnTo>
                  <a:pt x="2993339" y="397582"/>
                </a:lnTo>
                <a:lnTo>
                  <a:pt x="3001540" y="401971"/>
                </a:lnTo>
                <a:lnTo>
                  <a:pt x="3009741" y="406328"/>
                </a:lnTo>
                <a:lnTo>
                  <a:pt x="3017942" y="410654"/>
                </a:lnTo>
                <a:lnTo>
                  <a:pt x="3026143" y="414948"/>
                </a:lnTo>
                <a:lnTo>
                  <a:pt x="3034344" y="419209"/>
                </a:lnTo>
                <a:lnTo>
                  <a:pt x="3042545" y="423438"/>
                </a:lnTo>
                <a:lnTo>
                  <a:pt x="3050746" y="427633"/>
                </a:lnTo>
                <a:lnTo>
                  <a:pt x="3058947" y="431794"/>
                </a:lnTo>
                <a:lnTo>
                  <a:pt x="3067148" y="435920"/>
                </a:lnTo>
                <a:lnTo>
                  <a:pt x="3075349" y="440012"/>
                </a:lnTo>
                <a:lnTo>
                  <a:pt x="3083550" y="444069"/>
                </a:lnTo>
                <a:lnTo>
                  <a:pt x="3091751" y="448090"/>
                </a:lnTo>
                <a:lnTo>
                  <a:pt x="3099951" y="452075"/>
                </a:lnTo>
                <a:lnTo>
                  <a:pt x="3108152" y="456022"/>
                </a:lnTo>
                <a:lnTo>
                  <a:pt x="3116353" y="459932"/>
                </a:lnTo>
                <a:lnTo>
                  <a:pt x="3124554" y="463803"/>
                </a:lnTo>
                <a:lnTo>
                  <a:pt x="3132755" y="467636"/>
                </a:lnTo>
                <a:lnTo>
                  <a:pt x="3140956" y="471428"/>
                </a:lnTo>
                <a:lnTo>
                  <a:pt x="3149157" y="475179"/>
                </a:lnTo>
                <a:lnTo>
                  <a:pt x="3157358" y="478889"/>
                </a:lnTo>
                <a:lnTo>
                  <a:pt x="3165559" y="482556"/>
                </a:lnTo>
                <a:lnTo>
                  <a:pt x="3173760" y="486178"/>
                </a:lnTo>
                <a:lnTo>
                  <a:pt x="3181961" y="489756"/>
                </a:lnTo>
                <a:lnTo>
                  <a:pt x="3190162" y="493286"/>
                </a:lnTo>
                <a:lnTo>
                  <a:pt x="3198363" y="496769"/>
                </a:lnTo>
                <a:lnTo>
                  <a:pt x="3206564" y="500203"/>
                </a:lnTo>
                <a:lnTo>
                  <a:pt x="3214765" y="503585"/>
                </a:lnTo>
                <a:lnTo>
                  <a:pt x="3222965" y="506915"/>
                </a:lnTo>
                <a:lnTo>
                  <a:pt x="3231166" y="510189"/>
                </a:lnTo>
                <a:lnTo>
                  <a:pt x="3239367" y="513408"/>
                </a:lnTo>
                <a:lnTo>
                  <a:pt x="3247568" y="516568"/>
                </a:lnTo>
                <a:lnTo>
                  <a:pt x="3255769" y="519667"/>
                </a:lnTo>
                <a:lnTo>
                  <a:pt x="3263970" y="522704"/>
                </a:lnTo>
                <a:lnTo>
                  <a:pt x="3272171" y="525675"/>
                </a:lnTo>
                <a:lnTo>
                  <a:pt x="3280372" y="528578"/>
                </a:lnTo>
                <a:lnTo>
                  <a:pt x="3288573" y="531412"/>
                </a:lnTo>
                <a:lnTo>
                  <a:pt x="3296774" y="534172"/>
                </a:lnTo>
                <a:lnTo>
                  <a:pt x="3304975" y="536857"/>
                </a:lnTo>
                <a:lnTo>
                  <a:pt x="3313176" y="539463"/>
                </a:lnTo>
                <a:lnTo>
                  <a:pt x="3321377" y="541988"/>
                </a:lnTo>
                <a:lnTo>
                  <a:pt x="3329578" y="544429"/>
                </a:lnTo>
                <a:lnTo>
                  <a:pt x="3337778" y="546782"/>
                </a:lnTo>
                <a:lnTo>
                  <a:pt x="3345979" y="549044"/>
                </a:lnTo>
                <a:lnTo>
                  <a:pt x="3354180" y="551212"/>
                </a:lnTo>
                <a:lnTo>
                  <a:pt x="3362381" y="553283"/>
                </a:lnTo>
                <a:lnTo>
                  <a:pt x="3370582" y="555253"/>
                </a:lnTo>
                <a:lnTo>
                  <a:pt x="3378783" y="557119"/>
                </a:lnTo>
                <a:lnTo>
                  <a:pt x="3386984" y="558877"/>
                </a:lnTo>
                <a:lnTo>
                  <a:pt x="3395185" y="560524"/>
                </a:lnTo>
                <a:lnTo>
                  <a:pt x="3403386" y="562056"/>
                </a:lnTo>
                <a:lnTo>
                  <a:pt x="3411587" y="563470"/>
                </a:lnTo>
                <a:lnTo>
                  <a:pt x="3419788" y="564762"/>
                </a:lnTo>
                <a:lnTo>
                  <a:pt x="3427989" y="565928"/>
                </a:lnTo>
                <a:lnTo>
                  <a:pt x="3436190" y="566966"/>
                </a:lnTo>
                <a:lnTo>
                  <a:pt x="3444391" y="567871"/>
                </a:lnTo>
                <a:lnTo>
                  <a:pt x="3452591" y="568640"/>
                </a:lnTo>
                <a:lnTo>
                  <a:pt x="3460792" y="569270"/>
                </a:lnTo>
                <a:lnTo>
                  <a:pt x="3468993" y="569758"/>
                </a:lnTo>
                <a:lnTo>
                  <a:pt x="3477194" y="570100"/>
                </a:lnTo>
                <a:lnTo>
                  <a:pt x="3485395" y="570292"/>
                </a:lnTo>
                <a:lnTo>
                  <a:pt x="3493596" y="570333"/>
                </a:lnTo>
                <a:lnTo>
                  <a:pt x="3501797" y="570220"/>
                </a:lnTo>
                <a:lnTo>
                  <a:pt x="3509998" y="569948"/>
                </a:lnTo>
                <a:lnTo>
                  <a:pt x="3518199" y="569517"/>
                </a:lnTo>
                <a:lnTo>
                  <a:pt x="3526400" y="568924"/>
                </a:lnTo>
                <a:lnTo>
                  <a:pt x="3534601" y="568166"/>
                </a:lnTo>
                <a:lnTo>
                  <a:pt x="3542802" y="567242"/>
                </a:lnTo>
                <a:lnTo>
                  <a:pt x="3551003" y="566150"/>
                </a:lnTo>
                <a:lnTo>
                  <a:pt x="3559204" y="564889"/>
                </a:lnTo>
                <a:lnTo>
                  <a:pt x="3567404" y="563457"/>
                </a:lnTo>
                <a:lnTo>
                  <a:pt x="3575605" y="561854"/>
                </a:lnTo>
                <a:lnTo>
                  <a:pt x="3583806" y="560079"/>
                </a:lnTo>
                <a:lnTo>
                  <a:pt x="3592007" y="558131"/>
                </a:lnTo>
                <a:lnTo>
                  <a:pt x="3600208" y="556012"/>
                </a:lnTo>
                <a:lnTo>
                  <a:pt x="3608409" y="553721"/>
                </a:lnTo>
                <a:lnTo>
                  <a:pt x="3616610" y="551259"/>
                </a:lnTo>
                <a:lnTo>
                  <a:pt x="3624811" y="548627"/>
                </a:lnTo>
                <a:lnTo>
                  <a:pt x="3633012" y="545828"/>
                </a:lnTo>
                <a:lnTo>
                  <a:pt x="3641213" y="542862"/>
                </a:lnTo>
                <a:lnTo>
                  <a:pt x="3649414" y="539733"/>
                </a:lnTo>
                <a:lnTo>
                  <a:pt x="3657615" y="536442"/>
                </a:lnTo>
                <a:lnTo>
                  <a:pt x="3665816" y="532994"/>
                </a:lnTo>
                <a:lnTo>
                  <a:pt x="3674017" y="529392"/>
                </a:lnTo>
                <a:lnTo>
                  <a:pt x="3682218" y="525640"/>
                </a:lnTo>
                <a:lnTo>
                  <a:pt x="3690418" y="521742"/>
                </a:lnTo>
                <a:lnTo>
                  <a:pt x="3698619" y="517704"/>
                </a:lnTo>
                <a:lnTo>
                  <a:pt x="3706820" y="513530"/>
                </a:lnTo>
                <a:lnTo>
                  <a:pt x="3715021" y="509228"/>
                </a:lnTo>
                <a:lnTo>
                  <a:pt x="3723222" y="504802"/>
                </a:lnTo>
                <a:lnTo>
                  <a:pt x="3731423" y="500261"/>
                </a:lnTo>
                <a:lnTo>
                  <a:pt x="3739624" y="495610"/>
                </a:lnTo>
                <a:lnTo>
                  <a:pt x="3747825" y="490858"/>
                </a:lnTo>
                <a:lnTo>
                  <a:pt x="3756026" y="486012"/>
                </a:lnTo>
                <a:lnTo>
                  <a:pt x="3764227" y="481082"/>
                </a:lnTo>
                <a:lnTo>
                  <a:pt x="3772428" y="476075"/>
                </a:lnTo>
                <a:lnTo>
                  <a:pt x="3780629" y="471001"/>
                </a:lnTo>
                <a:lnTo>
                  <a:pt x="3788830" y="465869"/>
                </a:lnTo>
                <a:lnTo>
                  <a:pt x="3797031" y="460690"/>
                </a:lnTo>
                <a:lnTo>
                  <a:pt x="3805231" y="455473"/>
                </a:lnTo>
                <a:lnTo>
                  <a:pt x="3813432" y="450229"/>
                </a:lnTo>
                <a:lnTo>
                  <a:pt x="3821633" y="444969"/>
                </a:lnTo>
                <a:lnTo>
                  <a:pt x="3829834" y="439703"/>
                </a:lnTo>
                <a:lnTo>
                  <a:pt x="3838035" y="434443"/>
                </a:lnTo>
                <a:lnTo>
                  <a:pt x="3846236" y="429200"/>
                </a:lnTo>
                <a:lnTo>
                  <a:pt x="3854437" y="423986"/>
                </a:lnTo>
                <a:lnTo>
                  <a:pt x="3862638" y="418812"/>
                </a:lnTo>
                <a:lnTo>
                  <a:pt x="3870839" y="413689"/>
                </a:lnTo>
                <a:lnTo>
                  <a:pt x="3879040" y="408631"/>
                </a:lnTo>
                <a:lnTo>
                  <a:pt x="3887241" y="403648"/>
                </a:lnTo>
                <a:lnTo>
                  <a:pt x="3895442" y="398752"/>
                </a:lnTo>
                <a:lnTo>
                  <a:pt x="3903643" y="393955"/>
                </a:lnTo>
                <a:lnTo>
                  <a:pt x="3911844" y="389269"/>
                </a:lnTo>
                <a:lnTo>
                  <a:pt x="3920044" y="384705"/>
                </a:lnTo>
                <a:lnTo>
                  <a:pt x="3928245" y="380275"/>
                </a:lnTo>
                <a:lnTo>
                  <a:pt x="3936446" y="375989"/>
                </a:lnTo>
                <a:lnTo>
                  <a:pt x="3944647" y="371858"/>
                </a:lnTo>
                <a:lnTo>
                  <a:pt x="3952848" y="367894"/>
                </a:lnTo>
                <a:lnTo>
                  <a:pt x="3961049" y="364106"/>
                </a:lnTo>
                <a:lnTo>
                  <a:pt x="3969250" y="360504"/>
                </a:lnTo>
                <a:lnTo>
                  <a:pt x="3977451" y="357098"/>
                </a:lnTo>
                <a:lnTo>
                  <a:pt x="3985652" y="353898"/>
                </a:lnTo>
                <a:lnTo>
                  <a:pt x="3993853" y="350911"/>
                </a:lnTo>
                <a:lnTo>
                  <a:pt x="4002054" y="348146"/>
                </a:lnTo>
                <a:lnTo>
                  <a:pt x="4010255" y="345612"/>
                </a:lnTo>
                <a:lnTo>
                  <a:pt x="4018456" y="343314"/>
                </a:lnTo>
                <a:lnTo>
                  <a:pt x="4026657" y="341260"/>
                </a:lnTo>
                <a:lnTo>
                  <a:pt x="4034857" y="339455"/>
                </a:lnTo>
                <a:lnTo>
                  <a:pt x="4043058" y="337906"/>
                </a:lnTo>
                <a:lnTo>
                  <a:pt x="4051259" y="336617"/>
                </a:lnTo>
                <a:lnTo>
                  <a:pt x="4059460" y="335592"/>
                </a:lnTo>
                <a:lnTo>
                  <a:pt x="4067661" y="334835"/>
                </a:lnTo>
                <a:lnTo>
                  <a:pt x="4075862" y="334349"/>
                </a:lnTo>
                <a:lnTo>
                  <a:pt x="4084063" y="334136"/>
                </a:lnTo>
                <a:lnTo>
                  <a:pt x="4092264" y="334197"/>
                </a:lnTo>
                <a:lnTo>
                  <a:pt x="4092264" y="703538"/>
                </a:lnTo>
                <a:close/>
              </a:path>
            </a:pathLst>
          </a:custGeom>
          <a:solidFill>
            <a:srgbClr val="EF5350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ABCD-path-0040">
            <a:extLst>
              <a:ext uri="{FF2B5EF4-FFF2-40B4-BE49-F238E27FC236}">
                <a16:creationId xmlns:a16="http://schemas.microsoft.com/office/drawing/2014/main" id="{95428B1B-50A4-4CE6-BB55-D1F87D54EE7F}"/>
              </a:ext>
            </a:extLst>
          </p:cNvPr>
          <p:cNvSpPr>
            <a:spLocks noGrp="1"/>
          </p:cNvSpPr>
          <p:nvPr/>
        </p:nvSpPr>
        <p:spPr>
          <a:xfrm>
            <a:off x="462457" y="457924"/>
            <a:ext cx="95" cy="1071494"/>
          </a:xfrm>
          <a:prstGeom prst="line">
            <a:avLst/>
          </a:prstGeom>
          <a:noFill/>
          <a:ln w="698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ABCD-path-0041">
            <a:extLst>
              <a:ext uri="{FF2B5EF4-FFF2-40B4-BE49-F238E27FC236}">
                <a16:creationId xmlns:a16="http://schemas.microsoft.com/office/drawing/2014/main" id="{14487EBE-E465-4495-9ACD-CABBAB8BCAFD}"/>
              </a:ext>
            </a:extLst>
          </p:cNvPr>
          <p:cNvSpPr>
            <a:spLocks noGrp="1"/>
          </p:cNvSpPr>
          <p:nvPr/>
        </p:nvSpPr>
        <p:spPr>
          <a:xfrm>
            <a:off x="462453" y="1529422"/>
            <a:ext cx="4092260" cy="95"/>
          </a:xfrm>
          <a:prstGeom prst="line">
            <a:avLst/>
          </a:prstGeom>
          <a:noFill/>
          <a:ln w="698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ABCD-path-0042">
            <a:extLst>
              <a:ext uri="{FF2B5EF4-FFF2-40B4-BE49-F238E27FC236}">
                <a16:creationId xmlns:a16="http://schemas.microsoft.com/office/drawing/2014/main" id="{9DC5C890-1DC8-426D-B23F-7CFD62E904B0}"/>
              </a:ext>
            </a:extLst>
          </p:cNvPr>
          <p:cNvSpPr>
            <a:spLocks noGrp="1"/>
          </p:cNvSpPr>
          <p:nvPr/>
        </p:nvSpPr>
        <p:spPr>
          <a:xfrm>
            <a:off x="462456" y="736848"/>
            <a:ext cx="4092264" cy="730695"/>
          </a:xfrm>
          <a:custGeom>
            <a:avLst/>
            <a:gdLst/>
            <a:ahLst/>
            <a:cxnLst/>
            <a:rect l="0" t="0" r="0" b="0"/>
            <a:pathLst>
              <a:path w="4092264" h="730695">
                <a:moveTo>
                  <a:pt x="0" y="624550"/>
                </a:moveTo>
                <a:lnTo>
                  <a:pt x="8201" y="616940"/>
                </a:lnTo>
                <a:lnTo>
                  <a:pt x="16402" y="609131"/>
                </a:lnTo>
                <a:lnTo>
                  <a:pt x="24603" y="601123"/>
                </a:lnTo>
                <a:lnTo>
                  <a:pt x="32804" y="592922"/>
                </a:lnTo>
                <a:lnTo>
                  <a:pt x="41005" y="584530"/>
                </a:lnTo>
                <a:lnTo>
                  <a:pt x="49206" y="575952"/>
                </a:lnTo>
                <a:lnTo>
                  <a:pt x="57407" y="567193"/>
                </a:lnTo>
                <a:lnTo>
                  <a:pt x="65607" y="558258"/>
                </a:lnTo>
                <a:lnTo>
                  <a:pt x="73808" y="549154"/>
                </a:lnTo>
                <a:lnTo>
                  <a:pt x="82009" y="539886"/>
                </a:lnTo>
                <a:lnTo>
                  <a:pt x="90210" y="530460"/>
                </a:lnTo>
                <a:lnTo>
                  <a:pt x="98411" y="520885"/>
                </a:lnTo>
                <a:lnTo>
                  <a:pt x="106612" y="511168"/>
                </a:lnTo>
                <a:lnTo>
                  <a:pt x="114813" y="501317"/>
                </a:lnTo>
                <a:lnTo>
                  <a:pt x="123014" y="491340"/>
                </a:lnTo>
                <a:lnTo>
                  <a:pt x="131215" y="481246"/>
                </a:lnTo>
                <a:lnTo>
                  <a:pt x="139416" y="471045"/>
                </a:lnTo>
                <a:lnTo>
                  <a:pt x="147617" y="460745"/>
                </a:lnTo>
                <a:lnTo>
                  <a:pt x="155818" y="450357"/>
                </a:lnTo>
                <a:lnTo>
                  <a:pt x="164019" y="439891"/>
                </a:lnTo>
                <a:lnTo>
                  <a:pt x="172220" y="429356"/>
                </a:lnTo>
                <a:lnTo>
                  <a:pt x="180420" y="418764"/>
                </a:lnTo>
                <a:lnTo>
                  <a:pt x="188621" y="408126"/>
                </a:lnTo>
                <a:lnTo>
                  <a:pt x="196822" y="397452"/>
                </a:lnTo>
                <a:lnTo>
                  <a:pt x="205023" y="386753"/>
                </a:lnTo>
                <a:lnTo>
                  <a:pt x="213224" y="376040"/>
                </a:lnTo>
                <a:lnTo>
                  <a:pt x="221425" y="365325"/>
                </a:lnTo>
                <a:lnTo>
                  <a:pt x="229626" y="354619"/>
                </a:lnTo>
                <a:lnTo>
                  <a:pt x="237827" y="343933"/>
                </a:lnTo>
                <a:lnTo>
                  <a:pt x="246028" y="333279"/>
                </a:lnTo>
                <a:lnTo>
                  <a:pt x="254229" y="322666"/>
                </a:lnTo>
                <a:lnTo>
                  <a:pt x="262430" y="312108"/>
                </a:lnTo>
                <a:lnTo>
                  <a:pt x="270631" y="301613"/>
                </a:lnTo>
                <a:lnTo>
                  <a:pt x="278832" y="291193"/>
                </a:lnTo>
                <a:lnTo>
                  <a:pt x="287033" y="280859"/>
                </a:lnTo>
                <a:lnTo>
                  <a:pt x="295233" y="270621"/>
                </a:lnTo>
                <a:lnTo>
                  <a:pt x="303434" y="260488"/>
                </a:lnTo>
                <a:lnTo>
                  <a:pt x="311635" y="250471"/>
                </a:lnTo>
                <a:lnTo>
                  <a:pt x="319836" y="240579"/>
                </a:lnTo>
                <a:lnTo>
                  <a:pt x="328037" y="230822"/>
                </a:lnTo>
                <a:lnTo>
                  <a:pt x="336238" y="221207"/>
                </a:lnTo>
                <a:lnTo>
                  <a:pt x="344439" y="211743"/>
                </a:lnTo>
                <a:lnTo>
                  <a:pt x="352640" y="202439"/>
                </a:lnTo>
                <a:lnTo>
                  <a:pt x="360841" y="193302"/>
                </a:lnTo>
                <a:lnTo>
                  <a:pt x="369042" y="184339"/>
                </a:lnTo>
                <a:lnTo>
                  <a:pt x="377243" y="175557"/>
                </a:lnTo>
                <a:lnTo>
                  <a:pt x="385444" y="166963"/>
                </a:lnTo>
                <a:lnTo>
                  <a:pt x="393645" y="158562"/>
                </a:lnTo>
                <a:lnTo>
                  <a:pt x="401846" y="150359"/>
                </a:lnTo>
                <a:lnTo>
                  <a:pt x="410046" y="142361"/>
                </a:lnTo>
                <a:lnTo>
                  <a:pt x="418247" y="134570"/>
                </a:lnTo>
                <a:lnTo>
                  <a:pt x="426448" y="126993"/>
                </a:lnTo>
                <a:lnTo>
                  <a:pt x="434649" y="119632"/>
                </a:lnTo>
                <a:lnTo>
                  <a:pt x="442850" y="112490"/>
                </a:lnTo>
                <a:lnTo>
                  <a:pt x="451051" y="105570"/>
                </a:lnTo>
                <a:lnTo>
                  <a:pt x="459252" y="98875"/>
                </a:lnTo>
                <a:lnTo>
                  <a:pt x="467453" y="92407"/>
                </a:lnTo>
                <a:lnTo>
                  <a:pt x="475654" y="86167"/>
                </a:lnTo>
                <a:lnTo>
                  <a:pt x="483855" y="80156"/>
                </a:lnTo>
                <a:lnTo>
                  <a:pt x="492056" y="74376"/>
                </a:lnTo>
                <a:lnTo>
                  <a:pt x="500257" y="68826"/>
                </a:lnTo>
                <a:lnTo>
                  <a:pt x="508458" y="63507"/>
                </a:lnTo>
                <a:lnTo>
                  <a:pt x="516659" y="58418"/>
                </a:lnTo>
                <a:lnTo>
                  <a:pt x="524860" y="53559"/>
                </a:lnTo>
                <a:lnTo>
                  <a:pt x="533060" y="48929"/>
                </a:lnTo>
                <a:lnTo>
                  <a:pt x="541261" y="44526"/>
                </a:lnTo>
                <a:lnTo>
                  <a:pt x="549462" y="40350"/>
                </a:lnTo>
                <a:lnTo>
                  <a:pt x="557663" y="36398"/>
                </a:lnTo>
                <a:lnTo>
                  <a:pt x="565864" y="32668"/>
                </a:lnTo>
                <a:lnTo>
                  <a:pt x="574065" y="29158"/>
                </a:lnTo>
                <a:lnTo>
                  <a:pt x="582266" y="25866"/>
                </a:lnTo>
                <a:lnTo>
                  <a:pt x="590467" y="22789"/>
                </a:lnTo>
                <a:lnTo>
                  <a:pt x="598668" y="19924"/>
                </a:lnTo>
                <a:lnTo>
                  <a:pt x="606869" y="17267"/>
                </a:lnTo>
                <a:lnTo>
                  <a:pt x="615070" y="14817"/>
                </a:lnTo>
                <a:lnTo>
                  <a:pt x="623271" y="12569"/>
                </a:lnTo>
                <a:lnTo>
                  <a:pt x="631472" y="10520"/>
                </a:lnTo>
                <a:lnTo>
                  <a:pt x="639673" y="8667"/>
                </a:lnTo>
                <a:lnTo>
                  <a:pt x="647873" y="7005"/>
                </a:lnTo>
                <a:lnTo>
                  <a:pt x="656074" y="5531"/>
                </a:lnTo>
                <a:lnTo>
                  <a:pt x="664275" y="4240"/>
                </a:lnTo>
                <a:lnTo>
                  <a:pt x="672476" y="3129"/>
                </a:lnTo>
                <a:lnTo>
                  <a:pt x="680677" y="2194"/>
                </a:lnTo>
                <a:lnTo>
                  <a:pt x="688878" y="1430"/>
                </a:lnTo>
                <a:lnTo>
                  <a:pt x="697079" y="833"/>
                </a:lnTo>
                <a:lnTo>
                  <a:pt x="705280" y="399"/>
                </a:lnTo>
                <a:lnTo>
                  <a:pt x="713481" y="123"/>
                </a:lnTo>
                <a:lnTo>
                  <a:pt x="721682" y="0"/>
                </a:lnTo>
                <a:lnTo>
                  <a:pt x="729883" y="27"/>
                </a:lnTo>
                <a:lnTo>
                  <a:pt x="738084" y="198"/>
                </a:lnTo>
                <a:lnTo>
                  <a:pt x="746285" y="509"/>
                </a:lnTo>
                <a:lnTo>
                  <a:pt x="754486" y="955"/>
                </a:lnTo>
                <a:lnTo>
                  <a:pt x="762686" y="1531"/>
                </a:lnTo>
                <a:lnTo>
                  <a:pt x="770887" y="2233"/>
                </a:lnTo>
                <a:lnTo>
                  <a:pt x="779088" y="3056"/>
                </a:lnTo>
                <a:lnTo>
                  <a:pt x="787289" y="3994"/>
                </a:lnTo>
                <a:lnTo>
                  <a:pt x="795490" y="5044"/>
                </a:lnTo>
                <a:lnTo>
                  <a:pt x="803691" y="6199"/>
                </a:lnTo>
                <a:lnTo>
                  <a:pt x="811892" y="7456"/>
                </a:lnTo>
                <a:lnTo>
                  <a:pt x="820093" y="8809"/>
                </a:lnTo>
                <a:lnTo>
                  <a:pt x="828294" y="10253"/>
                </a:lnTo>
                <a:lnTo>
                  <a:pt x="836495" y="11784"/>
                </a:lnTo>
                <a:lnTo>
                  <a:pt x="844696" y="13396"/>
                </a:lnTo>
                <a:lnTo>
                  <a:pt x="852897" y="15084"/>
                </a:lnTo>
                <a:lnTo>
                  <a:pt x="861098" y="16844"/>
                </a:lnTo>
                <a:lnTo>
                  <a:pt x="869299" y="18670"/>
                </a:lnTo>
                <a:lnTo>
                  <a:pt x="877499" y="20558"/>
                </a:lnTo>
                <a:lnTo>
                  <a:pt x="885700" y="22503"/>
                </a:lnTo>
                <a:lnTo>
                  <a:pt x="893901" y="24500"/>
                </a:lnTo>
                <a:lnTo>
                  <a:pt x="902102" y="26545"/>
                </a:lnTo>
                <a:lnTo>
                  <a:pt x="910303" y="28632"/>
                </a:lnTo>
                <a:lnTo>
                  <a:pt x="918504" y="30757"/>
                </a:lnTo>
                <a:lnTo>
                  <a:pt x="926705" y="32915"/>
                </a:lnTo>
                <a:lnTo>
                  <a:pt x="934906" y="35103"/>
                </a:lnTo>
                <a:lnTo>
                  <a:pt x="943107" y="37316"/>
                </a:lnTo>
                <a:lnTo>
                  <a:pt x="951308" y="39549"/>
                </a:lnTo>
                <a:lnTo>
                  <a:pt x="959509" y="41798"/>
                </a:lnTo>
                <a:lnTo>
                  <a:pt x="967710" y="44060"/>
                </a:lnTo>
                <a:lnTo>
                  <a:pt x="975911" y="46331"/>
                </a:lnTo>
                <a:lnTo>
                  <a:pt x="984112" y="48607"/>
                </a:lnTo>
                <a:lnTo>
                  <a:pt x="992313" y="50883"/>
                </a:lnTo>
                <a:lnTo>
                  <a:pt x="1000513" y="53158"/>
                </a:lnTo>
                <a:lnTo>
                  <a:pt x="1008714" y="55428"/>
                </a:lnTo>
                <a:lnTo>
                  <a:pt x="1016915" y="57689"/>
                </a:lnTo>
                <a:lnTo>
                  <a:pt x="1025116" y="59938"/>
                </a:lnTo>
                <a:lnTo>
                  <a:pt x="1033317" y="62174"/>
                </a:lnTo>
                <a:lnTo>
                  <a:pt x="1041518" y="64393"/>
                </a:lnTo>
                <a:lnTo>
                  <a:pt x="1049719" y="66593"/>
                </a:lnTo>
                <a:lnTo>
                  <a:pt x="1057920" y="68772"/>
                </a:lnTo>
                <a:lnTo>
                  <a:pt x="1066121" y="70927"/>
                </a:lnTo>
                <a:lnTo>
                  <a:pt x="1074322" y="73058"/>
                </a:lnTo>
                <a:lnTo>
                  <a:pt x="1082523" y="75162"/>
                </a:lnTo>
                <a:lnTo>
                  <a:pt x="1090724" y="77238"/>
                </a:lnTo>
                <a:lnTo>
                  <a:pt x="1098925" y="79285"/>
                </a:lnTo>
                <a:lnTo>
                  <a:pt x="1107126" y="81301"/>
                </a:lnTo>
                <a:lnTo>
                  <a:pt x="1115326" y="83286"/>
                </a:lnTo>
                <a:lnTo>
                  <a:pt x="1123527" y="85239"/>
                </a:lnTo>
                <a:lnTo>
                  <a:pt x="1131728" y="87160"/>
                </a:lnTo>
                <a:lnTo>
                  <a:pt x="1139929" y="89048"/>
                </a:lnTo>
                <a:lnTo>
                  <a:pt x="1148130" y="90903"/>
                </a:lnTo>
                <a:lnTo>
                  <a:pt x="1156331" y="92725"/>
                </a:lnTo>
                <a:lnTo>
                  <a:pt x="1164532" y="94513"/>
                </a:lnTo>
                <a:lnTo>
                  <a:pt x="1172733" y="96269"/>
                </a:lnTo>
                <a:lnTo>
                  <a:pt x="1180934" y="97992"/>
                </a:lnTo>
                <a:lnTo>
                  <a:pt x="1189135" y="99683"/>
                </a:lnTo>
                <a:lnTo>
                  <a:pt x="1197336" y="101343"/>
                </a:lnTo>
                <a:lnTo>
                  <a:pt x="1205537" y="102972"/>
                </a:lnTo>
                <a:lnTo>
                  <a:pt x="1213738" y="104570"/>
                </a:lnTo>
                <a:lnTo>
                  <a:pt x="1221939" y="106140"/>
                </a:lnTo>
                <a:lnTo>
                  <a:pt x="1230139" y="107681"/>
                </a:lnTo>
                <a:lnTo>
                  <a:pt x="1238340" y="109195"/>
                </a:lnTo>
                <a:lnTo>
                  <a:pt x="1246541" y="110682"/>
                </a:lnTo>
                <a:lnTo>
                  <a:pt x="1254742" y="112144"/>
                </a:lnTo>
                <a:lnTo>
                  <a:pt x="1262943" y="113582"/>
                </a:lnTo>
                <a:lnTo>
                  <a:pt x="1271144" y="114997"/>
                </a:lnTo>
                <a:lnTo>
                  <a:pt x="1279345" y="116390"/>
                </a:lnTo>
                <a:lnTo>
                  <a:pt x="1287546" y="117762"/>
                </a:lnTo>
                <a:lnTo>
                  <a:pt x="1295747" y="119115"/>
                </a:lnTo>
                <a:lnTo>
                  <a:pt x="1303948" y="120449"/>
                </a:lnTo>
                <a:lnTo>
                  <a:pt x="1312149" y="121765"/>
                </a:lnTo>
                <a:lnTo>
                  <a:pt x="1320350" y="123066"/>
                </a:lnTo>
                <a:lnTo>
                  <a:pt x="1328551" y="124351"/>
                </a:lnTo>
                <a:lnTo>
                  <a:pt x="1336752" y="125621"/>
                </a:lnTo>
                <a:lnTo>
                  <a:pt x="1344952" y="126878"/>
                </a:lnTo>
                <a:lnTo>
                  <a:pt x="1353153" y="128123"/>
                </a:lnTo>
                <a:lnTo>
                  <a:pt x="1361354" y="129357"/>
                </a:lnTo>
                <a:lnTo>
                  <a:pt x="1369555" y="130579"/>
                </a:lnTo>
                <a:lnTo>
                  <a:pt x="1377756" y="131792"/>
                </a:lnTo>
                <a:lnTo>
                  <a:pt x="1385957" y="132995"/>
                </a:lnTo>
                <a:lnTo>
                  <a:pt x="1394158" y="134190"/>
                </a:lnTo>
                <a:lnTo>
                  <a:pt x="1402359" y="135376"/>
                </a:lnTo>
                <a:lnTo>
                  <a:pt x="1410560" y="136555"/>
                </a:lnTo>
                <a:lnTo>
                  <a:pt x="1418761" y="137727"/>
                </a:lnTo>
                <a:lnTo>
                  <a:pt x="1426962" y="138892"/>
                </a:lnTo>
                <a:lnTo>
                  <a:pt x="1435163" y="140051"/>
                </a:lnTo>
                <a:lnTo>
                  <a:pt x="1443364" y="141203"/>
                </a:lnTo>
                <a:lnTo>
                  <a:pt x="1451565" y="142350"/>
                </a:lnTo>
                <a:lnTo>
                  <a:pt x="1459766" y="143490"/>
                </a:lnTo>
                <a:lnTo>
                  <a:pt x="1467966" y="144624"/>
                </a:lnTo>
                <a:lnTo>
                  <a:pt x="1476167" y="145753"/>
                </a:lnTo>
                <a:lnTo>
                  <a:pt x="1484368" y="146875"/>
                </a:lnTo>
                <a:lnTo>
                  <a:pt x="1492569" y="147991"/>
                </a:lnTo>
                <a:lnTo>
                  <a:pt x="1500770" y="149102"/>
                </a:lnTo>
                <a:lnTo>
                  <a:pt x="1508971" y="150205"/>
                </a:lnTo>
                <a:lnTo>
                  <a:pt x="1517172" y="151302"/>
                </a:lnTo>
                <a:lnTo>
                  <a:pt x="1525373" y="152393"/>
                </a:lnTo>
                <a:lnTo>
                  <a:pt x="1533574" y="153476"/>
                </a:lnTo>
                <a:lnTo>
                  <a:pt x="1541775" y="154551"/>
                </a:lnTo>
                <a:lnTo>
                  <a:pt x="1549976" y="155619"/>
                </a:lnTo>
                <a:lnTo>
                  <a:pt x="1558177" y="156679"/>
                </a:lnTo>
                <a:lnTo>
                  <a:pt x="1566378" y="157730"/>
                </a:lnTo>
                <a:lnTo>
                  <a:pt x="1574579" y="158773"/>
                </a:lnTo>
                <a:lnTo>
                  <a:pt x="1582779" y="159806"/>
                </a:lnTo>
                <a:lnTo>
                  <a:pt x="1590980" y="160830"/>
                </a:lnTo>
                <a:lnTo>
                  <a:pt x="1599181" y="161844"/>
                </a:lnTo>
                <a:lnTo>
                  <a:pt x="1607382" y="162848"/>
                </a:lnTo>
                <a:lnTo>
                  <a:pt x="1615583" y="163842"/>
                </a:lnTo>
                <a:lnTo>
                  <a:pt x="1623784" y="164826"/>
                </a:lnTo>
                <a:lnTo>
                  <a:pt x="1631985" y="165799"/>
                </a:lnTo>
                <a:lnTo>
                  <a:pt x="1640186" y="166761"/>
                </a:lnTo>
                <a:lnTo>
                  <a:pt x="1648387" y="167713"/>
                </a:lnTo>
                <a:lnTo>
                  <a:pt x="1656588" y="168654"/>
                </a:lnTo>
                <a:lnTo>
                  <a:pt x="1664789" y="169584"/>
                </a:lnTo>
                <a:lnTo>
                  <a:pt x="1672990" y="170504"/>
                </a:lnTo>
                <a:lnTo>
                  <a:pt x="1681191" y="171414"/>
                </a:lnTo>
                <a:lnTo>
                  <a:pt x="1689392" y="172313"/>
                </a:lnTo>
                <a:lnTo>
                  <a:pt x="1697592" y="173204"/>
                </a:lnTo>
                <a:lnTo>
                  <a:pt x="1705793" y="174085"/>
                </a:lnTo>
                <a:lnTo>
                  <a:pt x="1713994" y="174957"/>
                </a:lnTo>
                <a:lnTo>
                  <a:pt x="1722195" y="175822"/>
                </a:lnTo>
                <a:lnTo>
                  <a:pt x="1730396" y="176679"/>
                </a:lnTo>
                <a:lnTo>
                  <a:pt x="1738597" y="177531"/>
                </a:lnTo>
                <a:lnTo>
                  <a:pt x="1746798" y="178377"/>
                </a:lnTo>
                <a:lnTo>
                  <a:pt x="1754999" y="179218"/>
                </a:lnTo>
                <a:lnTo>
                  <a:pt x="1763200" y="180057"/>
                </a:lnTo>
                <a:lnTo>
                  <a:pt x="1771401" y="180894"/>
                </a:lnTo>
                <a:lnTo>
                  <a:pt x="1779602" y="181730"/>
                </a:lnTo>
                <a:lnTo>
                  <a:pt x="1787803" y="182568"/>
                </a:lnTo>
                <a:lnTo>
                  <a:pt x="1796004" y="183408"/>
                </a:lnTo>
                <a:lnTo>
                  <a:pt x="1804205" y="184252"/>
                </a:lnTo>
                <a:lnTo>
                  <a:pt x="1812405" y="185103"/>
                </a:lnTo>
                <a:lnTo>
                  <a:pt x="1820606" y="185961"/>
                </a:lnTo>
                <a:lnTo>
                  <a:pt x="1828807" y="186829"/>
                </a:lnTo>
                <a:lnTo>
                  <a:pt x="1837008" y="187708"/>
                </a:lnTo>
                <a:lnTo>
                  <a:pt x="1845209" y="188602"/>
                </a:lnTo>
                <a:lnTo>
                  <a:pt x="1853410" y="189511"/>
                </a:lnTo>
                <a:lnTo>
                  <a:pt x="1861611" y="190439"/>
                </a:lnTo>
                <a:lnTo>
                  <a:pt x="1869812" y="191386"/>
                </a:lnTo>
                <a:lnTo>
                  <a:pt x="1878013" y="192357"/>
                </a:lnTo>
                <a:lnTo>
                  <a:pt x="1886214" y="193352"/>
                </a:lnTo>
                <a:lnTo>
                  <a:pt x="1894415" y="194375"/>
                </a:lnTo>
                <a:lnTo>
                  <a:pt x="1902616" y="195428"/>
                </a:lnTo>
                <a:lnTo>
                  <a:pt x="1910817" y="196512"/>
                </a:lnTo>
                <a:lnTo>
                  <a:pt x="1919018" y="197631"/>
                </a:lnTo>
                <a:lnTo>
                  <a:pt x="1927219" y="198787"/>
                </a:lnTo>
                <a:lnTo>
                  <a:pt x="1935419" y="199982"/>
                </a:lnTo>
                <a:lnTo>
                  <a:pt x="1943620" y="201218"/>
                </a:lnTo>
                <a:lnTo>
                  <a:pt x="1951821" y="202499"/>
                </a:lnTo>
                <a:lnTo>
                  <a:pt x="1960022" y="203825"/>
                </a:lnTo>
                <a:lnTo>
                  <a:pt x="1968223" y="205199"/>
                </a:lnTo>
                <a:lnTo>
                  <a:pt x="1976424" y="206624"/>
                </a:lnTo>
                <a:lnTo>
                  <a:pt x="1984625" y="208100"/>
                </a:lnTo>
                <a:lnTo>
                  <a:pt x="1992826" y="209631"/>
                </a:lnTo>
                <a:lnTo>
                  <a:pt x="2001027" y="211218"/>
                </a:lnTo>
                <a:lnTo>
                  <a:pt x="2009228" y="212863"/>
                </a:lnTo>
                <a:lnTo>
                  <a:pt x="2017429" y="214567"/>
                </a:lnTo>
                <a:lnTo>
                  <a:pt x="2025630" y="216332"/>
                </a:lnTo>
                <a:lnTo>
                  <a:pt x="2033831" y="218159"/>
                </a:lnTo>
                <a:lnTo>
                  <a:pt x="2042032" y="220049"/>
                </a:lnTo>
                <a:lnTo>
                  <a:pt x="2050232" y="222005"/>
                </a:lnTo>
                <a:lnTo>
                  <a:pt x="2058433" y="224025"/>
                </a:lnTo>
                <a:lnTo>
                  <a:pt x="2066634" y="226113"/>
                </a:lnTo>
                <a:lnTo>
                  <a:pt x="2074835" y="228267"/>
                </a:lnTo>
                <a:lnTo>
                  <a:pt x="2083036" y="230489"/>
                </a:lnTo>
                <a:lnTo>
                  <a:pt x="2091237" y="232779"/>
                </a:lnTo>
                <a:lnTo>
                  <a:pt x="2099438" y="235138"/>
                </a:lnTo>
                <a:lnTo>
                  <a:pt x="2107639" y="237564"/>
                </a:lnTo>
                <a:lnTo>
                  <a:pt x="2115840" y="240060"/>
                </a:lnTo>
                <a:lnTo>
                  <a:pt x="2124041" y="242623"/>
                </a:lnTo>
                <a:lnTo>
                  <a:pt x="2132242" y="245254"/>
                </a:lnTo>
                <a:lnTo>
                  <a:pt x="2140443" y="247952"/>
                </a:lnTo>
                <a:lnTo>
                  <a:pt x="2148644" y="250716"/>
                </a:lnTo>
                <a:lnTo>
                  <a:pt x="2156845" y="253547"/>
                </a:lnTo>
                <a:lnTo>
                  <a:pt x="2165045" y="256442"/>
                </a:lnTo>
                <a:lnTo>
                  <a:pt x="2173246" y="259401"/>
                </a:lnTo>
                <a:lnTo>
                  <a:pt x="2181447" y="262422"/>
                </a:lnTo>
                <a:lnTo>
                  <a:pt x="2189648" y="265505"/>
                </a:lnTo>
                <a:lnTo>
                  <a:pt x="2197849" y="268647"/>
                </a:lnTo>
                <a:lnTo>
                  <a:pt x="2206050" y="271848"/>
                </a:lnTo>
                <a:lnTo>
                  <a:pt x="2214251" y="275105"/>
                </a:lnTo>
                <a:lnTo>
                  <a:pt x="2222452" y="278417"/>
                </a:lnTo>
                <a:lnTo>
                  <a:pt x="2230653" y="281782"/>
                </a:lnTo>
                <a:lnTo>
                  <a:pt x="2238854" y="285198"/>
                </a:lnTo>
                <a:lnTo>
                  <a:pt x="2247055" y="288663"/>
                </a:lnTo>
                <a:lnTo>
                  <a:pt x="2255256" y="292175"/>
                </a:lnTo>
                <a:lnTo>
                  <a:pt x="2263457" y="295732"/>
                </a:lnTo>
                <a:lnTo>
                  <a:pt x="2271658" y="299331"/>
                </a:lnTo>
                <a:lnTo>
                  <a:pt x="2279859" y="302971"/>
                </a:lnTo>
                <a:lnTo>
                  <a:pt x="2288059" y="306648"/>
                </a:lnTo>
                <a:lnTo>
                  <a:pt x="2296260" y="310361"/>
                </a:lnTo>
                <a:lnTo>
                  <a:pt x="2304461" y="314108"/>
                </a:lnTo>
                <a:lnTo>
                  <a:pt x="2312662" y="317885"/>
                </a:lnTo>
                <a:lnTo>
                  <a:pt x="2320863" y="321690"/>
                </a:lnTo>
                <a:lnTo>
                  <a:pt x="2329064" y="325521"/>
                </a:lnTo>
                <a:lnTo>
                  <a:pt x="2337265" y="329375"/>
                </a:lnTo>
                <a:lnTo>
                  <a:pt x="2345466" y="333250"/>
                </a:lnTo>
                <a:lnTo>
                  <a:pt x="2353667" y="337143"/>
                </a:lnTo>
                <a:lnTo>
                  <a:pt x="2361868" y="341052"/>
                </a:lnTo>
                <a:lnTo>
                  <a:pt x="2370069" y="344974"/>
                </a:lnTo>
                <a:lnTo>
                  <a:pt x="2378270" y="348907"/>
                </a:lnTo>
                <a:lnTo>
                  <a:pt x="2386471" y="352848"/>
                </a:lnTo>
                <a:lnTo>
                  <a:pt x="2394672" y="356795"/>
                </a:lnTo>
                <a:lnTo>
                  <a:pt x="2402872" y="360744"/>
                </a:lnTo>
                <a:lnTo>
                  <a:pt x="2411073" y="364695"/>
                </a:lnTo>
                <a:lnTo>
                  <a:pt x="2419274" y="368643"/>
                </a:lnTo>
                <a:lnTo>
                  <a:pt x="2427475" y="372588"/>
                </a:lnTo>
                <a:lnTo>
                  <a:pt x="2435676" y="376525"/>
                </a:lnTo>
                <a:lnTo>
                  <a:pt x="2443877" y="380454"/>
                </a:lnTo>
                <a:lnTo>
                  <a:pt x="2452078" y="384372"/>
                </a:lnTo>
                <a:lnTo>
                  <a:pt x="2460279" y="388276"/>
                </a:lnTo>
                <a:lnTo>
                  <a:pt x="2468480" y="392165"/>
                </a:lnTo>
                <a:lnTo>
                  <a:pt x="2476681" y="396035"/>
                </a:lnTo>
                <a:lnTo>
                  <a:pt x="2484882" y="399885"/>
                </a:lnTo>
                <a:lnTo>
                  <a:pt x="2493083" y="403713"/>
                </a:lnTo>
                <a:lnTo>
                  <a:pt x="2501284" y="407516"/>
                </a:lnTo>
                <a:lnTo>
                  <a:pt x="2509485" y="411293"/>
                </a:lnTo>
                <a:lnTo>
                  <a:pt x="2517685" y="415042"/>
                </a:lnTo>
                <a:lnTo>
                  <a:pt x="2525886" y="418761"/>
                </a:lnTo>
                <a:lnTo>
                  <a:pt x="2534087" y="422447"/>
                </a:lnTo>
                <a:lnTo>
                  <a:pt x="2542288" y="426099"/>
                </a:lnTo>
                <a:lnTo>
                  <a:pt x="2550489" y="429716"/>
                </a:lnTo>
                <a:lnTo>
                  <a:pt x="2558690" y="433295"/>
                </a:lnTo>
                <a:lnTo>
                  <a:pt x="2566891" y="436836"/>
                </a:lnTo>
                <a:lnTo>
                  <a:pt x="2575092" y="440335"/>
                </a:lnTo>
                <a:lnTo>
                  <a:pt x="2583293" y="443793"/>
                </a:lnTo>
                <a:lnTo>
                  <a:pt x="2591494" y="447208"/>
                </a:lnTo>
                <a:lnTo>
                  <a:pt x="2599695" y="450578"/>
                </a:lnTo>
                <a:lnTo>
                  <a:pt x="2607896" y="453902"/>
                </a:lnTo>
                <a:lnTo>
                  <a:pt x="2616097" y="457179"/>
                </a:lnTo>
                <a:lnTo>
                  <a:pt x="2624298" y="460409"/>
                </a:lnTo>
                <a:lnTo>
                  <a:pt x="2632498" y="463589"/>
                </a:lnTo>
                <a:lnTo>
                  <a:pt x="2640699" y="466719"/>
                </a:lnTo>
                <a:lnTo>
                  <a:pt x="2648900" y="469799"/>
                </a:lnTo>
                <a:lnTo>
                  <a:pt x="2657101" y="472827"/>
                </a:lnTo>
                <a:lnTo>
                  <a:pt x="2665302" y="475803"/>
                </a:lnTo>
                <a:lnTo>
                  <a:pt x="2673503" y="478726"/>
                </a:lnTo>
                <a:lnTo>
                  <a:pt x="2681704" y="481597"/>
                </a:lnTo>
                <a:lnTo>
                  <a:pt x="2689905" y="484414"/>
                </a:lnTo>
                <a:lnTo>
                  <a:pt x="2698106" y="487178"/>
                </a:lnTo>
                <a:lnTo>
                  <a:pt x="2706307" y="489889"/>
                </a:lnTo>
                <a:lnTo>
                  <a:pt x="2714508" y="492545"/>
                </a:lnTo>
                <a:lnTo>
                  <a:pt x="2722709" y="495148"/>
                </a:lnTo>
                <a:lnTo>
                  <a:pt x="2730910" y="497698"/>
                </a:lnTo>
                <a:lnTo>
                  <a:pt x="2739111" y="500195"/>
                </a:lnTo>
                <a:lnTo>
                  <a:pt x="2747312" y="502639"/>
                </a:lnTo>
                <a:lnTo>
                  <a:pt x="2755512" y="505030"/>
                </a:lnTo>
                <a:lnTo>
                  <a:pt x="2763713" y="507370"/>
                </a:lnTo>
                <a:lnTo>
                  <a:pt x="2771914" y="509659"/>
                </a:lnTo>
                <a:lnTo>
                  <a:pt x="2780115" y="511898"/>
                </a:lnTo>
                <a:lnTo>
                  <a:pt x="2788316" y="514087"/>
                </a:lnTo>
                <a:lnTo>
                  <a:pt x="2796517" y="516228"/>
                </a:lnTo>
                <a:lnTo>
                  <a:pt x="2804718" y="518321"/>
                </a:lnTo>
                <a:lnTo>
                  <a:pt x="2812919" y="520368"/>
                </a:lnTo>
                <a:lnTo>
                  <a:pt x="2821120" y="522371"/>
                </a:lnTo>
                <a:lnTo>
                  <a:pt x="2829321" y="524329"/>
                </a:lnTo>
                <a:lnTo>
                  <a:pt x="2837522" y="526245"/>
                </a:lnTo>
                <a:lnTo>
                  <a:pt x="2845723" y="528120"/>
                </a:lnTo>
                <a:lnTo>
                  <a:pt x="2853924" y="529955"/>
                </a:lnTo>
                <a:lnTo>
                  <a:pt x="2862125" y="531753"/>
                </a:lnTo>
                <a:lnTo>
                  <a:pt x="2870325" y="533514"/>
                </a:lnTo>
                <a:lnTo>
                  <a:pt x="2878526" y="535241"/>
                </a:lnTo>
                <a:lnTo>
                  <a:pt x="2886727" y="536935"/>
                </a:lnTo>
                <a:lnTo>
                  <a:pt x="2894928" y="538598"/>
                </a:lnTo>
                <a:lnTo>
                  <a:pt x="2903129" y="540232"/>
                </a:lnTo>
                <a:lnTo>
                  <a:pt x="2911330" y="541838"/>
                </a:lnTo>
                <a:lnTo>
                  <a:pt x="2919531" y="543419"/>
                </a:lnTo>
                <a:lnTo>
                  <a:pt x="2927732" y="544976"/>
                </a:lnTo>
                <a:lnTo>
                  <a:pt x="2935933" y="546511"/>
                </a:lnTo>
                <a:lnTo>
                  <a:pt x="2944134" y="548027"/>
                </a:lnTo>
                <a:lnTo>
                  <a:pt x="2952335" y="549525"/>
                </a:lnTo>
                <a:lnTo>
                  <a:pt x="2960536" y="551007"/>
                </a:lnTo>
                <a:lnTo>
                  <a:pt x="2968737" y="552475"/>
                </a:lnTo>
                <a:lnTo>
                  <a:pt x="2976938" y="553930"/>
                </a:lnTo>
                <a:lnTo>
                  <a:pt x="2985138" y="555376"/>
                </a:lnTo>
                <a:lnTo>
                  <a:pt x="2993339" y="556812"/>
                </a:lnTo>
                <a:lnTo>
                  <a:pt x="3001540" y="558242"/>
                </a:lnTo>
                <a:lnTo>
                  <a:pt x="3009741" y="559667"/>
                </a:lnTo>
                <a:lnTo>
                  <a:pt x="3017942" y="561089"/>
                </a:lnTo>
                <a:lnTo>
                  <a:pt x="3026143" y="562509"/>
                </a:lnTo>
                <a:lnTo>
                  <a:pt x="3034344" y="563928"/>
                </a:lnTo>
                <a:lnTo>
                  <a:pt x="3042545" y="565349"/>
                </a:lnTo>
                <a:lnTo>
                  <a:pt x="3050746" y="566772"/>
                </a:lnTo>
                <a:lnTo>
                  <a:pt x="3058947" y="568199"/>
                </a:lnTo>
                <a:lnTo>
                  <a:pt x="3067148" y="569632"/>
                </a:lnTo>
                <a:lnTo>
                  <a:pt x="3075349" y="571070"/>
                </a:lnTo>
                <a:lnTo>
                  <a:pt x="3083550" y="572516"/>
                </a:lnTo>
                <a:lnTo>
                  <a:pt x="3091751" y="573969"/>
                </a:lnTo>
                <a:lnTo>
                  <a:pt x="3099951" y="575432"/>
                </a:lnTo>
                <a:lnTo>
                  <a:pt x="3108152" y="576904"/>
                </a:lnTo>
                <a:lnTo>
                  <a:pt x="3116353" y="578387"/>
                </a:lnTo>
                <a:lnTo>
                  <a:pt x="3124554" y="579880"/>
                </a:lnTo>
                <a:lnTo>
                  <a:pt x="3132755" y="581384"/>
                </a:lnTo>
                <a:lnTo>
                  <a:pt x="3140956" y="582899"/>
                </a:lnTo>
                <a:lnTo>
                  <a:pt x="3149157" y="584426"/>
                </a:lnTo>
                <a:lnTo>
                  <a:pt x="3157358" y="585964"/>
                </a:lnTo>
                <a:lnTo>
                  <a:pt x="3165559" y="587514"/>
                </a:lnTo>
                <a:lnTo>
                  <a:pt x="3173760" y="589074"/>
                </a:lnTo>
                <a:lnTo>
                  <a:pt x="3181961" y="590646"/>
                </a:lnTo>
                <a:lnTo>
                  <a:pt x="3190162" y="592228"/>
                </a:lnTo>
                <a:lnTo>
                  <a:pt x="3198363" y="593820"/>
                </a:lnTo>
                <a:lnTo>
                  <a:pt x="3206564" y="595421"/>
                </a:lnTo>
                <a:lnTo>
                  <a:pt x="3214765" y="597030"/>
                </a:lnTo>
                <a:lnTo>
                  <a:pt x="3222965" y="598648"/>
                </a:lnTo>
                <a:lnTo>
                  <a:pt x="3231166" y="600272"/>
                </a:lnTo>
                <a:lnTo>
                  <a:pt x="3239367" y="601903"/>
                </a:lnTo>
                <a:lnTo>
                  <a:pt x="3247568" y="603538"/>
                </a:lnTo>
                <a:lnTo>
                  <a:pt x="3255769" y="605177"/>
                </a:lnTo>
                <a:lnTo>
                  <a:pt x="3263970" y="606820"/>
                </a:lnTo>
                <a:lnTo>
                  <a:pt x="3272171" y="608463"/>
                </a:lnTo>
                <a:lnTo>
                  <a:pt x="3280372" y="610108"/>
                </a:lnTo>
                <a:lnTo>
                  <a:pt x="3288573" y="611751"/>
                </a:lnTo>
                <a:lnTo>
                  <a:pt x="3296774" y="613392"/>
                </a:lnTo>
                <a:lnTo>
                  <a:pt x="3304975" y="615030"/>
                </a:lnTo>
                <a:lnTo>
                  <a:pt x="3313176" y="616664"/>
                </a:lnTo>
                <a:lnTo>
                  <a:pt x="3321377" y="618291"/>
                </a:lnTo>
                <a:lnTo>
                  <a:pt x="3329578" y="619911"/>
                </a:lnTo>
                <a:lnTo>
                  <a:pt x="3337778" y="621523"/>
                </a:lnTo>
                <a:lnTo>
                  <a:pt x="3345979" y="623125"/>
                </a:lnTo>
                <a:lnTo>
                  <a:pt x="3354180" y="624715"/>
                </a:lnTo>
                <a:lnTo>
                  <a:pt x="3362381" y="626294"/>
                </a:lnTo>
                <a:lnTo>
                  <a:pt x="3370582" y="627859"/>
                </a:lnTo>
                <a:lnTo>
                  <a:pt x="3378783" y="629410"/>
                </a:lnTo>
                <a:lnTo>
                  <a:pt x="3386984" y="630946"/>
                </a:lnTo>
                <a:lnTo>
                  <a:pt x="3395185" y="632465"/>
                </a:lnTo>
                <a:lnTo>
                  <a:pt x="3403386" y="633967"/>
                </a:lnTo>
                <a:lnTo>
                  <a:pt x="3411587" y="635450"/>
                </a:lnTo>
                <a:lnTo>
                  <a:pt x="3419788" y="636915"/>
                </a:lnTo>
                <a:lnTo>
                  <a:pt x="3427989" y="638360"/>
                </a:lnTo>
                <a:lnTo>
                  <a:pt x="3436190" y="639785"/>
                </a:lnTo>
                <a:lnTo>
                  <a:pt x="3444391" y="641189"/>
                </a:lnTo>
                <a:lnTo>
                  <a:pt x="3452591" y="642572"/>
                </a:lnTo>
                <a:lnTo>
                  <a:pt x="3460792" y="643934"/>
                </a:lnTo>
                <a:lnTo>
                  <a:pt x="3468993" y="645273"/>
                </a:lnTo>
                <a:lnTo>
                  <a:pt x="3477194" y="646591"/>
                </a:lnTo>
                <a:lnTo>
                  <a:pt x="3485395" y="647887"/>
                </a:lnTo>
                <a:lnTo>
                  <a:pt x="3493596" y="649161"/>
                </a:lnTo>
                <a:lnTo>
                  <a:pt x="3501797" y="650413"/>
                </a:lnTo>
                <a:lnTo>
                  <a:pt x="3509998" y="651643"/>
                </a:lnTo>
                <a:lnTo>
                  <a:pt x="3518199" y="652852"/>
                </a:lnTo>
                <a:lnTo>
                  <a:pt x="3526400" y="654040"/>
                </a:lnTo>
                <a:lnTo>
                  <a:pt x="3534601" y="655207"/>
                </a:lnTo>
                <a:lnTo>
                  <a:pt x="3542802" y="656354"/>
                </a:lnTo>
                <a:lnTo>
                  <a:pt x="3551003" y="657482"/>
                </a:lnTo>
                <a:lnTo>
                  <a:pt x="3559204" y="658591"/>
                </a:lnTo>
                <a:lnTo>
                  <a:pt x="3567404" y="659682"/>
                </a:lnTo>
                <a:lnTo>
                  <a:pt x="3575605" y="660756"/>
                </a:lnTo>
                <a:lnTo>
                  <a:pt x="3583806" y="661813"/>
                </a:lnTo>
                <a:lnTo>
                  <a:pt x="3592007" y="662855"/>
                </a:lnTo>
                <a:lnTo>
                  <a:pt x="3600208" y="663883"/>
                </a:lnTo>
                <a:lnTo>
                  <a:pt x="3608409" y="664897"/>
                </a:lnTo>
                <a:lnTo>
                  <a:pt x="3616610" y="665898"/>
                </a:lnTo>
                <a:lnTo>
                  <a:pt x="3624811" y="666888"/>
                </a:lnTo>
                <a:lnTo>
                  <a:pt x="3633012" y="667868"/>
                </a:lnTo>
                <a:lnTo>
                  <a:pt x="3641213" y="668839"/>
                </a:lnTo>
                <a:lnTo>
                  <a:pt x="3649414" y="669801"/>
                </a:lnTo>
                <a:lnTo>
                  <a:pt x="3657615" y="670757"/>
                </a:lnTo>
                <a:lnTo>
                  <a:pt x="3665816" y="671707"/>
                </a:lnTo>
                <a:lnTo>
                  <a:pt x="3674017" y="672652"/>
                </a:lnTo>
                <a:lnTo>
                  <a:pt x="3682218" y="673594"/>
                </a:lnTo>
                <a:lnTo>
                  <a:pt x="3690418" y="674533"/>
                </a:lnTo>
                <a:lnTo>
                  <a:pt x="3698619" y="675472"/>
                </a:lnTo>
                <a:lnTo>
                  <a:pt x="3706820" y="676410"/>
                </a:lnTo>
                <a:lnTo>
                  <a:pt x="3715021" y="677349"/>
                </a:lnTo>
                <a:lnTo>
                  <a:pt x="3723222" y="678290"/>
                </a:lnTo>
                <a:lnTo>
                  <a:pt x="3731423" y="679235"/>
                </a:lnTo>
                <a:lnTo>
                  <a:pt x="3739624" y="680183"/>
                </a:lnTo>
                <a:lnTo>
                  <a:pt x="3747825" y="681136"/>
                </a:lnTo>
                <a:lnTo>
                  <a:pt x="3756026" y="682095"/>
                </a:lnTo>
                <a:lnTo>
                  <a:pt x="3764227" y="683061"/>
                </a:lnTo>
                <a:lnTo>
                  <a:pt x="3772428" y="684034"/>
                </a:lnTo>
                <a:lnTo>
                  <a:pt x="3780629" y="685016"/>
                </a:lnTo>
                <a:lnTo>
                  <a:pt x="3788830" y="686007"/>
                </a:lnTo>
                <a:lnTo>
                  <a:pt x="3797031" y="687007"/>
                </a:lnTo>
                <a:lnTo>
                  <a:pt x="3805231" y="688018"/>
                </a:lnTo>
                <a:lnTo>
                  <a:pt x="3813432" y="689040"/>
                </a:lnTo>
                <a:lnTo>
                  <a:pt x="3821633" y="690073"/>
                </a:lnTo>
                <a:lnTo>
                  <a:pt x="3829834" y="691118"/>
                </a:lnTo>
                <a:lnTo>
                  <a:pt x="3838035" y="692175"/>
                </a:lnTo>
                <a:lnTo>
                  <a:pt x="3846236" y="693244"/>
                </a:lnTo>
                <a:lnTo>
                  <a:pt x="3854437" y="694327"/>
                </a:lnTo>
                <a:lnTo>
                  <a:pt x="3862638" y="695422"/>
                </a:lnTo>
                <a:lnTo>
                  <a:pt x="3870839" y="696531"/>
                </a:lnTo>
                <a:lnTo>
                  <a:pt x="3879040" y="697653"/>
                </a:lnTo>
                <a:lnTo>
                  <a:pt x="3887241" y="698788"/>
                </a:lnTo>
                <a:lnTo>
                  <a:pt x="3895442" y="699937"/>
                </a:lnTo>
                <a:lnTo>
                  <a:pt x="3903643" y="701098"/>
                </a:lnTo>
                <a:lnTo>
                  <a:pt x="3911844" y="702274"/>
                </a:lnTo>
                <a:lnTo>
                  <a:pt x="3920044" y="703462"/>
                </a:lnTo>
                <a:lnTo>
                  <a:pt x="3928245" y="704663"/>
                </a:lnTo>
                <a:lnTo>
                  <a:pt x="3936446" y="705876"/>
                </a:lnTo>
                <a:lnTo>
                  <a:pt x="3944647" y="707102"/>
                </a:lnTo>
                <a:lnTo>
                  <a:pt x="3952848" y="708340"/>
                </a:lnTo>
                <a:lnTo>
                  <a:pt x="3961049" y="709589"/>
                </a:lnTo>
                <a:lnTo>
                  <a:pt x="3969250" y="710850"/>
                </a:lnTo>
                <a:lnTo>
                  <a:pt x="3977451" y="712121"/>
                </a:lnTo>
                <a:lnTo>
                  <a:pt x="3985652" y="713402"/>
                </a:lnTo>
                <a:lnTo>
                  <a:pt x="3993853" y="714693"/>
                </a:lnTo>
                <a:lnTo>
                  <a:pt x="4002054" y="715993"/>
                </a:lnTo>
                <a:lnTo>
                  <a:pt x="4010255" y="717301"/>
                </a:lnTo>
                <a:lnTo>
                  <a:pt x="4018456" y="718618"/>
                </a:lnTo>
                <a:lnTo>
                  <a:pt x="4026657" y="719941"/>
                </a:lnTo>
                <a:lnTo>
                  <a:pt x="4034857" y="721271"/>
                </a:lnTo>
                <a:lnTo>
                  <a:pt x="4043058" y="722606"/>
                </a:lnTo>
                <a:lnTo>
                  <a:pt x="4051259" y="723946"/>
                </a:lnTo>
                <a:lnTo>
                  <a:pt x="4059460" y="725291"/>
                </a:lnTo>
                <a:lnTo>
                  <a:pt x="4067661" y="726639"/>
                </a:lnTo>
                <a:lnTo>
                  <a:pt x="4075862" y="727990"/>
                </a:lnTo>
                <a:lnTo>
                  <a:pt x="4084063" y="729342"/>
                </a:lnTo>
                <a:lnTo>
                  <a:pt x="4092264" y="730695"/>
                </a:lnTo>
              </a:path>
            </a:pathLst>
          </a:custGeom>
          <a:noFill/>
          <a:ln w="15875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ABCD-path-0043">
            <a:extLst>
              <a:ext uri="{FF2B5EF4-FFF2-40B4-BE49-F238E27FC236}">
                <a16:creationId xmlns:a16="http://schemas.microsoft.com/office/drawing/2014/main" id="{D2E3D3F8-01C0-4DD3-A3AE-5FF2D33A2972}"/>
              </a:ext>
            </a:extLst>
          </p:cNvPr>
          <p:cNvSpPr>
            <a:spLocks noGrp="1"/>
          </p:cNvSpPr>
          <p:nvPr/>
        </p:nvSpPr>
        <p:spPr>
          <a:xfrm>
            <a:off x="462456" y="621370"/>
            <a:ext cx="4092264" cy="843746"/>
          </a:xfrm>
          <a:custGeom>
            <a:avLst/>
            <a:gdLst/>
            <a:ahLst/>
            <a:cxnLst/>
            <a:rect l="0" t="0" r="0" b="0"/>
            <a:pathLst>
              <a:path w="4092264" h="843746">
                <a:moveTo>
                  <a:pt x="0" y="843746"/>
                </a:moveTo>
                <a:lnTo>
                  <a:pt x="8201" y="840211"/>
                </a:lnTo>
                <a:lnTo>
                  <a:pt x="16402" y="836535"/>
                </a:lnTo>
                <a:lnTo>
                  <a:pt x="24603" y="832717"/>
                </a:lnTo>
                <a:lnTo>
                  <a:pt x="32804" y="828753"/>
                </a:lnTo>
                <a:lnTo>
                  <a:pt x="41005" y="824642"/>
                </a:lnTo>
                <a:lnTo>
                  <a:pt x="49206" y="820383"/>
                </a:lnTo>
                <a:lnTo>
                  <a:pt x="57407" y="815973"/>
                </a:lnTo>
                <a:lnTo>
                  <a:pt x="65607" y="811411"/>
                </a:lnTo>
                <a:lnTo>
                  <a:pt x="73808" y="806696"/>
                </a:lnTo>
                <a:lnTo>
                  <a:pt x="82009" y="801827"/>
                </a:lnTo>
                <a:lnTo>
                  <a:pt x="90210" y="796804"/>
                </a:lnTo>
                <a:lnTo>
                  <a:pt x="98411" y="791625"/>
                </a:lnTo>
                <a:lnTo>
                  <a:pt x="106612" y="786290"/>
                </a:lnTo>
                <a:lnTo>
                  <a:pt x="114813" y="780800"/>
                </a:lnTo>
                <a:lnTo>
                  <a:pt x="123014" y="775154"/>
                </a:lnTo>
                <a:lnTo>
                  <a:pt x="131215" y="769353"/>
                </a:lnTo>
                <a:lnTo>
                  <a:pt x="139416" y="763397"/>
                </a:lnTo>
                <a:lnTo>
                  <a:pt x="147617" y="757288"/>
                </a:lnTo>
                <a:lnTo>
                  <a:pt x="155818" y="751027"/>
                </a:lnTo>
                <a:lnTo>
                  <a:pt x="164019" y="744614"/>
                </a:lnTo>
                <a:lnTo>
                  <a:pt x="172220" y="738053"/>
                </a:lnTo>
                <a:lnTo>
                  <a:pt x="180420" y="731344"/>
                </a:lnTo>
                <a:lnTo>
                  <a:pt x="188621" y="724490"/>
                </a:lnTo>
                <a:lnTo>
                  <a:pt x="196822" y="717494"/>
                </a:lnTo>
                <a:lnTo>
                  <a:pt x="205023" y="710358"/>
                </a:lnTo>
                <a:lnTo>
                  <a:pt x="213224" y="703086"/>
                </a:lnTo>
                <a:lnTo>
                  <a:pt x="221425" y="695680"/>
                </a:lnTo>
                <a:lnTo>
                  <a:pt x="229626" y="688144"/>
                </a:lnTo>
                <a:lnTo>
                  <a:pt x="237827" y="680482"/>
                </a:lnTo>
                <a:lnTo>
                  <a:pt x="246028" y="672699"/>
                </a:lnTo>
                <a:lnTo>
                  <a:pt x="254229" y="664798"/>
                </a:lnTo>
                <a:lnTo>
                  <a:pt x="262430" y="656783"/>
                </a:lnTo>
                <a:lnTo>
                  <a:pt x="270631" y="648660"/>
                </a:lnTo>
                <a:lnTo>
                  <a:pt x="278832" y="640434"/>
                </a:lnTo>
                <a:lnTo>
                  <a:pt x="287033" y="632109"/>
                </a:lnTo>
                <a:lnTo>
                  <a:pt x="295233" y="623692"/>
                </a:lnTo>
                <a:lnTo>
                  <a:pt x="303434" y="615187"/>
                </a:lnTo>
                <a:lnTo>
                  <a:pt x="311635" y="606600"/>
                </a:lnTo>
                <a:lnTo>
                  <a:pt x="319836" y="597937"/>
                </a:lnTo>
                <a:lnTo>
                  <a:pt x="328037" y="589204"/>
                </a:lnTo>
                <a:lnTo>
                  <a:pt x="336238" y="580408"/>
                </a:lnTo>
                <a:lnTo>
                  <a:pt x="344439" y="571555"/>
                </a:lnTo>
                <a:lnTo>
                  <a:pt x="352640" y="562650"/>
                </a:lnTo>
                <a:lnTo>
                  <a:pt x="360841" y="553701"/>
                </a:lnTo>
                <a:lnTo>
                  <a:pt x="369042" y="544714"/>
                </a:lnTo>
                <a:lnTo>
                  <a:pt x="377243" y="535696"/>
                </a:lnTo>
                <a:lnTo>
                  <a:pt x="385444" y="526654"/>
                </a:lnTo>
                <a:lnTo>
                  <a:pt x="393645" y="517594"/>
                </a:lnTo>
                <a:lnTo>
                  <a:pt x="401846" y="508524"/>
                </a:lnTo>
                <a:lnTo>
                  <a:pt x="410046" y="499449"/>
                </a:lnTo>
                <a:lnTo>
                  <a:pt x="418247" y="490377"/>
                </a:lnTo>
                <a:lnTo>
                  <a:pt x="426448" y="481316"/>
                </a:lnTo>
                <a:lnTo>
                  <a:pt x="434649" y="472270"/>
                </a:lnTo>
                <a:lnTo>
                  <a:pt x="442850" y="463249"/>
                </a:lnTo>
                <a:lnTo>
                  <a:pt x="451051" y="454257"/>
                </a:lnTo>
                <a:lnTo>
                  <a:pt x="459252" y="445302"/>
                </a:lnTo>
                <a:lnTo>
                  <a:pt x="467453" y="436390"/>
                </a:lnTo>
                <a:lnTo>
                  <a:pt x="475654" y="427528"/>
                </a:lnTo>
                <a:lnTo>
                  <a:pt x="483855" y="418722"/>
                </a:lnTo>
                <a:lnTo>
                  <a:pt x="492056" y="409978"/>
                </a:lnTo>
                <a:lnTo>
                  <a:pt x="500257" y="401303"/>
                </a:lnTo>
                <a:lnTo>
                  <a:pt x="508458" y="392701"/>
                </a:lnTo>
                <a:lnTo>
                  <a:pt x="516659" y="384180"/>
                </a:lnTo>
                <a:lnTo>
                  <a:pt x="524860" y="375744"/>
                </a:lnTo>
                <a:lnTo>
                  <a:pt x="533060" y="367398"/>
                </a:lnTo>
                <a:lnTo>
                  <a:pt x="541261" y="359149"/>
                </a:lnTo>
                <a:lnTo>
                  <a:pt x="549462" y="351000"/>
                </a:lnTo>
                <a:lnTo>
                  <a:pt x="557663" y="342956"/>
                </a:lnTo>
                <a:lnTo>
                  <a:pt x="565864" y="335022"/>
                </a:lnTo>
                <a:lnTo>
                  <a:pt x="574065" y="327202"/>
                </a:lnTo>
                <a:lnTo>
                  <a:pt x="582266" y="319499"/>
                </a:lnTo>
                <a:lnTo>
                  <a:pt x="590467" y="311917"/>
                </a:lnTo>
                <a:lnTo>
                  <a:pt x="598668" y="304459"/>
                </a:lnTo>
                <a:lnTo>
                  <a:pt x="606869" y="297129"/>
                </a:lnTo>
                <a:lnTo>
                  <a:pt x="615070" y="289928"/>
                </a:lnTo>
                <a:lnTo>
                  <a:pt x="623271" y="282859"/>
                </a:lnTo>
                <a:lnTo>
                  <a:pt x="631472" y="275925"/>
                </a:lnTo>
                <a:lnTo>
                  <a:pt x="639673" y="269125"/>
                </a:lnTo>
                <a:lnTo>
                  <a:pt x="647873" y="262463"/>
                </a:lnTo>
                <a:lnTo>
                  <a:pt x="656074" y="255938"/>
                </a:lnTo>
                <a:lnTo>
                  <a:pt x="664275" y="249551"/>
                </a:lnTo>
                <a:lnTo>
                  <a:pt x="672476" y="243303"/>
                </a:lnTo>
                <a:lnTo>
                  <a:pt x="680677" y="237194"/>
                </a:lnTo>
                <a:lnTo>
                  <a:pt x="688878" y="231222"/>
                </a:lnTo>
                <a:lnTo>
                  <a:pt x="697079" y="225387"/>
                </a:lnTo>
                <a:lnTo>
                  <a:pt x="705280" y="219689"/>
                </a:lnTo>
                <a:lnTo>
                  <a:pt x="713481" y="214125"/>
                </a:lnTo>
                <a:lnTo>
                  <a:pt x="721682" y="208693"/>
                </a:lnTo>
                <a:lnTo>
                  <a:pt x="729883" y="203393"/>
                </a:lnTo>
                <a:lnTo>
                  <a:pt x="738084" y="198220"/>
                </a:lnTo>
                <a:lnTo>
                  <a:pt x="746285" y="193173"/>
                </a:lnTo>
                <a:lnTo>
                  <a:pt x="754486" y="188249"/>
                </a:lnTo>
                <a:lnTo>
                  <a:pt x="762686" y="183443"/>
                </a:lnTo>
                <a:lnTo>
                  <a:pt x="770887" y="178754"/>
                </a:lnTo>
                <a:lnTo>
                  <a:pt x="779088" y="174176"/>
                </a:lnTo>
                <a:lnTo>
                  <a:pt x="787289" y="169707"/>
                </a:lnTo>
                <a:lnTo>
                  <a:pt x="795490" y="165341"/>
                </a:lnTo>
                <a:lnTo>
                  <a:pt x="803691" y="161076"/>
                </a:lnTo>
                <a:lnTo>
                  <a:pt x="811892" y="156905"/>
                </a:lnTo>
                <a:lnTo>
                  <a:pt x="820093" y="152825"/>
                </a:lnTo>
                <a:lnTo>
                  <a:pt x="828294" y="148831"/>
                </a:lnTo>
                <a:lnTo>
                  <a:pt x="836495" y="144918"/>
                </a:lnTo>
                <a:lnTo>
                  <a:pt x="844696" y="141081"/>
                </a:lnTo>
                <a:lnTo>
                  <a:pt x="852897" y="137316"/>
                </a:lnTo>
                <a:lnTo>
                  <a:pt x="861098" y="133618"/>
                </a:lnTo>
                <a:lnTo>
                  <a:pt x="869299" y="129981"/>
                </a:lnTo>
                <a:lnTo>
                  <a:pt x="877499" y="126402"/>
                </a:lnTo>
                <a:lnTo>
                  <a:pt x="885700" y="122875"/>
                </a:lnTo>
                <a:lnTo>
                  <a:pt x="893901" y="119397"/>
                </a:lnTo>
                <a:lnTo>
                  <a:pt x="902102" y="115962"/>
                </a:lnTo>
                <a:lnTo>
                  <a:pt x="910303" y="112566"/>
                </a:lnTo>
                <a:lnTo>
                  <a:pt x="918504" y="109207"/>
                </a:lnTo>
                <a:lnTo>
                  <a:pt x="926705" y="105878"/>
                </a:lnTo>
                <a:lnTo>
                  <a:pt x="934906" y="102579"/>
                </a:lnTo>
                <a:lnTo>
                  <a:pt x="943107" y="99304"/>
                </a:lnTo>
                <a:lnTo>
                  <a:pt x="951308" y="96051"/>
                </a:lnTo>
                <a:lnTo>
                  <a:pt x="959509" y="92819"/>
                </a:lnTo>
                <a:lnTo>
                  <a:pt x="967710" y="89604"/>
                </a:lnTo>
                <a:lnTo>
                  <a:pt x="975911" y="86404"/>
                </a:lnTo>
                <a:lnTo>
                  <a:pt x="984112" y="83219"/>
                </a:lnTo>
                <a:lnTo>
                  <a:pt x="992313" y="80047"/>
                </a:lnTo>
                <a:lnTo>
                  <a:pt x="1000513" y="76887"/>
                </a:lnTo>
                <a:lnTo>
                  <a:pt x="1008714" y="73741"/>
                </a:lnTo>
                <a:lnTo>
                  <a:pt x="1016915" y="70607"/>
                </a:lnTo>
                <a:lnTo>
                  <a:pt x="1025116" y="67486"/>
                </a:lnTo>
                <a:lnTo>
                  <a:pt x="1033317" y="64381"/>
                </a:lnTo>
                <a:lnTo>
                  <a:pt x="1041518" y="61292"/>
                </a:lnTo>
                <a:lnTo>
                  <a:pt x="1049719" y="58222"/>
                </a:lnTo>
                <a:lnTo>
                  <a:pt x="1057920" y="55173"/>
                </a:lnTo>
                <a:lnTo>
                  <a:pt x="1066121" y="52148"/>
                </a:lnTo>
                <a:lnTo>
                  <a:pt x="1074322" y="49151"/>
                </a:lnTo>
                <a:lnTo>
                  <a:pt x="1082523" y="46186"/>
                </a:lnTo>
                <a:lnTo>
                  <a:pt x="1090724" y="43257"/>
                </a:lnTo>
                <a:lnTo>
                  <a:pt x="1098925" y="40369"/>
                </a:lnTo>
                <a:lnTo>
                  <a:pt x="1107126" y="37527"/>
                </a:lnTo>
                <a:lnTo>
                  <a:pt x="1115326" y="34737"/>
                </a:lnTo>
                <a:lnTo>
                  <a:pt x="1123527" y="32004"/>
                </a:lnTo>
                <a:lnTo>
                  <a:pt x="1131728" y="29335"/>
                </a:lnTo>
                <a:lnTo>
                  <a:pt x="1139929" y="26736"/>
                </a:lnTo>
                <a:lnTo>
                  <a:pt x="1148130" y="24213"/>
                </a:lnTo>
                <a:lnTo>
                  <a:pt x="1156331" y="21774"/>
                </a:lnTo>
                <a:lnTo>
                  <a:pt x="1164532" y="19426"/>
                </a:lnTo>
                <a:lnTo>
                  <a:pt x="1172733" y="17176"/>
                </a:lnTo>
                <a:lnTo>
                  <a:pt x="1180934" y="15031"/>
                </a:lnTo>
                <a:lnTo>
                  <a:pt x="1189135" y="12998"/>
                </a:lnTo>
                <a:lnTo>
                  <a:pt x="1197336" y="11086"/>
                </a:lnTo>
                <a:lnTo>
                  <a:pt x="1205537" y="9301"/>
                </a:lnTo>
                <a:lnTo>
                  <a:pt x="1213738" y="7651"/>
                </a:lnTo>
                <a:lnTo>
                  <a:pt x="1221939" y="6144"/>
                </a:lnTo>
                <a:lnTo>
                  <a:pt x="1230139" y="4785"/>
                </a:lnTo>
                <a:lnTo>
                  <a:pt x="1238340" y="3582"/>
                </a:lnTo>
                <a:lnTo>
                  <a:pt x="1246541" y="2543"/>
                </a:lnTo>
                <a:lnTo>
                  <a:pt x="1254742" y="1672"/>
                </a:lnTo>
                <a:lnTo>
                  <a:pt x="1262943" y="977"/>
                </a:lnTo>
                <a:lnTo>
                  <a:pt x="1271144" y="463"/>
                </a:lnTo>
                <a:lnTo>
                  <a:pt x="1279345" y="136"/>
                </a:lnTo>
                <a:lnTo>
                  <a:pt x="1287546" y="0"/>
                </a:lnTo>
                <a:lnTo>
                  <a:pt x="1295747" y="60"/>
                </a:lnTo>
                <a:lnTo>
                  <a:pt x="1303948" y="321"/>
                </a:lnTo>
                <a:lnTo>
                  <a:pt x="1312149" y="785"/>
                </a:lnTo>
                <a:lnTo>
                  <a:pt x="1320350" y="1456"/>
                </a:lnTo>
                <a:lnTo>
                  <a:pt x="1328551" y="2337"/>
                </a:lnTo>
                <a:lnTo>
                  <a:pt x="1336752" y="3428"/>
                </a:lnTo>
                <a:lnTo>
                  <a:pt x="1344952" y="4732"/>
                </a:lnTo>
                <a:lnTo>
                  <a:pt x="1353153" y="6250"/>
                </a:lnTo>
                <a:lnTo>
                  <a:pt x="1361354" y="7980"/>
                </a:lnTo>
                <a:lnTo>
                  <a:pt x="1369555" y="9923"/>
                </a:lnTo>
                <a:lnTo>
                  <a:pt x="1377756" y="12078"/>
                </a:lnTo>
                <a:lnTo>
                  <a:pt x="1385957" y="14442"/>
                </a:lnTo>
                <a:lnTo>
                  <a:pt x="1394158" y="17013"/>
                </a:lnTo>
                <a:lnTo>
                  <a:pt x="1402359" y="19788"/>
                </a:lnTo>
                <a:lnTo>
                  <a:pt x="1410560" y="22764"/>
                </a:lnTo>
                <a:lnTo>
                  <a:pt x="1418761" y="25935"/>
                </a:lnTo>
                <a:lnTo>
                  <a:pt x="1426962" y="29298"/>
                </a:lnTo>
                <a:lnTo>
                  <a:pt x="1435163" y="32845"/>
                </a:lnTo>
                <a:lnTo>
                  <a:pt x="1443364" y="36572"/>
                </a:lnTo>
                <a:lnTo>
                  <a:pt x="1451565" y="40472"/>
                </a:lnTo>
                <a:lnTo>
                  <a:pt x="1459766" y="44537"/>
                </a:lnTo>
                <a:lnTo>
                  <a:pt x="1467966" y="48759"/>
                </a:lnTo>
                <a:lnTo>
                  <a:pt x="1476167" y="53131"/>
                </a:lnTo>
                <a:lnTo>
                  <a:pt x="1484368" y="57644"/>
                </a:lnTo>
                <a:lnTo>
                  <a:pt x="1492569" y="62288"/>
                </a:lnTo>
                <a:lnTo>
                  <a:pt x="1500770" y="67055"/>
                </a:lnTo>
                <a:lnTo>
                  <a:pt x="1508971" y="71935"/>
                </a:lnTo>
                <a:lnTo>
                  <a:pt x="1517172" y="76918"/>
                </a:lnTo>
                <a:lnTo>
                  <a:pt x="1525373" y="81993"/>
                </a:lnTo>
                <a:lnTo>
                  <a:pt x="1533574" y="87151"/>
                </a:lnTo>
                <a:lnTo>
                  <a:pt x="1541775" y="92380"/>
                </a:lnTo>
                <a:lnTo>
                  <a:pt x="1549976" y="97669"/>
                </a:lnTo>
                <a:lnTo>
                  <a:pt x="1558177" y="103009"/>
                </a:lnTo>
                <a:lnTo>
                  <a:pt x="1566378" y="108389"/>
                </a:lnTo>
                <a:lnTo>
                  <a:pt x="1574579" y="113796"/>
                </a:lnTo>
                <a:lnTo>
                  <a:pt x="1582779" y="119222"/>
                </a:lnTo>
                <a:lnTo>
                  <a:pt x="1590980" y="124654"/>
                </a:lnTo>
                <a:lnTo>
                  <a:pt x="1599181" y="130083"/>
                </a:lnTo>
                <a:lnTo>
                  <a:pt x="1607382" y="135499"/>
                </a:lnTo>
                <a:lnTo>
                  <a:pt x="1615583" y="140891"/>
                </a:lnTo>
                <a:lnTo>
                  <a:pt x="1623784" y="146250"/>
                </a:lnTo>
                <a:lnTo>
                  <a:pt x="1631985" y="151566"/>
                </a:lnTo>
                <a:lnTo>
                  <a:pt x="1640186" y="156830"/>
                </a:lnTo>
                <a:lnTo>
                  <a:pt x="1648387" y="162033"/>
                </a:lnTo>
                <a:lnTo>
                  <a:pt x="1656588" y="167168"/>
                </a:lnTo>
                <a:lnTo>
                  <a:pt x="1664789" y="172226"/>
                </a:lnTo>
                <a:lnTo>
                  <a:pt x="1672990" y="177200"/>
                </a:lnTo>
                <a:lnTo>
                  <a:pt x="1681191" y="182084"/>
                </a:lnTo>
                <a:lnTo>
                  <a:pt x="1689392" y="186871"/>
                </a:lnTo>
                <a:lnTo>
                  <a:pt x="1697592" y="191556"/>
                </a:lnTo>
                <a:lnTo>
                  <a:pt x="1705793" y="196134"/>
                </a:lnTo>
                <a:lnTo>
                  <a:pt x="1713994" y="200600"/>
                </a:lnTo>
                <a:lnTo>
                  <a:pt x="1722195" y="204951"/>
                </a:lnTo>
                <a:lnTo>
                  <a:pt x="1730396" y="209183"/>
                </a:lnTo>
                <a:lnTo>
                  <a:pt x="1738597" y="213295"/>
                </a:lnTo>
                <a:lnTo>
                  <a:pt x="1746798" y="217284"/>
                </a:lnTo>
                <a:lnTo>
                  <a:pt x="1754999" y="221150"/>
                </a:lnTo>
                <a:lnTo>
                  <a:pt x="1763200" y="224891"/>
                </a:lnTo>
                <a:lnTo>
                  <a:pt x="1771401" y="228509"/>
                </a:lnTo>
                <a:lnTo>
                  <a:pt x="1779602" y="232004"/>
                </a:lnTo>
                <a:lnTo>
                  <a:pt x="1787803" y="235378"/>
                </a:lnTo>
                <a:lnTo>
                  <a:pt x="1796004" y="238633"/>
                </a:lnTo>
                <a:lnTo>
                  <a:pt x="1804205" y="241772"/>
                </a:lnTo>
                <a:lnTo>
                  <a:pt x="1812405" y="244799"/>
                </a:lnTo>
                <a:lnTo>
                  <a:pt x="1820606" y="247717"/>
                </a:lnTo>
                <a:lnTo>
                  <a:pt x="1828807" y="250531"/>
                </a:lnTo>
                <a:lnTo>
                  <a:pt x="1837008" y="253246"/>
                </a:lnTo>
                <a:lnTo>
                  <a:pt x="1845209" y="255869"/>
                </a:lnTo>
                <a:lnTo>
                  <a:pt x="1853410" y="258404"/>
                </a:lnTo>
                <a:lnTo>
                  <a:pt x="1861611" y="260859"/>
                </a:lnTo>
                <a:lnTo>
                  <a:pt x="1869812" y="263240"/>
                </a:lnTo>
                <a:lnTo>
                  <a:pt x="1878013" y="265555"/>
                </a:lnTo>
                <a:lnTo>
                  <a:pt x="1886214" y="267811"/>
                </a:lnTo>
                <a:lnTo>
                  <a:pt x="1894415" y="270016"/>
                </a:lnTo>
                <a:lnTo>
                  <a:pt x="1902616" y="272178"/>
                </a:lnTo>
                <a:lnTo>
                  <a:pt x="1910817" y="274305"/>
                </a:lnTo>
                <a:lnTo>
                  <a:pt x="1919018" y="276405"/>
                </a:lnTo>
                <a:lnTo>
                  <a:pt x="1927219" y="278488"/>
                </a:lnTo>
                <a:lnTo>
                  <a:pt x="1935419" y="280561"/>
                </a:lnTo>
                <a:lnTo>
                  <a:pt x="1943620" y="282633"/>
                </a:lnTo>
                <a:lnTo>
                  <a:pt x="1951821" y="284711"/>
                </a:lnTo>
                <a:lnTo>
                  <a:pt x="1960022" y="286805"/>
                </a:lnTo>
                <a:lnTo>
                  <a:pt x="1968223" y="288921"/>
                </a:lnTo>
                <a:lnTo>
                  <a:pt x="1976424" y="291069"/>
                </a:lnTo>
                <a:lnTo>
                  <a:pt x="1984625" y="293255"/>
                </a:lnTo>
                <a:lnTo>
                  <a:pt x="1992826" y="295486"/>
                </a:lnTo>
                <a:lnTo>
                  <a:pt x="2001027" y="297770"/>
                </a:lnTo>
                <a:lnTo>
                  <a:pt x="2009228" y="300113"/>
                </a:lnTo>
                <a:lnTo>
                  <a:pt x="2017429" y="302522"/>
                </a:lnTo>
                <a:lnTo>
                  <a:pt x="2025630" y="305001"/>
                </a:lnTo>
                <a:lnTo>
                  <a:pt x="2033831" y="307556"/>
                </a:lnTo>
                <a:lnTo>
                  <a:pt x="2042032" y="310192"/>
                </a:lnTo>
                <a:lnTo>
                  <a:pt x="2050232" y="312913"/>
                </a:lnTo>
                <a:lnTo>
                  <a:pt x="2058433" y="315722"/>
                </a:lnTo>
                <a:lnTo>
                  <a:pt x="2066634" y="318623"/>
                </a:lnTo>
                <a:lnTo>
                  <a:pt x="2074835" y="321618"/>
                </a:lnTo>
                <a:lnTo>
                  <a:pt x="2083036" y="324709"/>
                </a:lnTo>
                <a:lnTo>
                  <a:pt x="2091237" y="327897"/>
                </a:lnTo>
                <a:lnTo>
                  <a:pt x="2099438" y="331184"/>
                </a:lnTo>
                <a:lnTo>
                  <a:pt x="2107639" y="334569"/>
                </a:lnTo>
                <a:lnTo>
                  <a:pt x="2115840" y="338052"/>
                </a:lnTo>
                <a:lnTo>
                  <a:pt x="2124041" y="341631"/>
                </a:lnTo>
                <a:lnTo>
                  <a:pt x="2132242" y="345307"/>
                </a:lnTo>
                <a:lnTo>
                  <a:pt x="2140443" y="349075"/>
                </a:lnTo>
                <a:lnTo>
                  <a:pt x="2148644" y="352935"/>
                </a:lnTo>
                <a:lnTo>
                  <a:pt x="2156845" y="356882"/>
                </a:lnTo>
                <a:lnTo>
                  <a:pt x="2165045" y="360914"/>
                </a:lnTo>
                <a:lnTo>
                  <a:pt x="2173246" y="365025"/>
                </a:lnTo>
                <a:lnTo>
                  <a:pt x="2181447" y="369213"/>
                </a:lnTo>
                <a:lnTo>
                  <a:pt x="2189648" y="373472"/>
                </a:lnTo>
                <a:lnTo>
                  <a:pt x="2197849" y="377796"/>
                </a:lnTo>
                <a:lnTo>
                  <a:pt x="2206050" y="382181"/>
                </a:lnTo>
                <a:lnTo>
                  <a:pt x="2214251" y="386621"/>
                </a:lnTo>
                <a:lnTo>
                  <a:pt x="2222452" y="391109"/>
                </a:lnTo>
                <a:lnTo>
                  <a:pt x="2230653" y="395640"/>
                </a:lnTo>
                <a:lnTo>
                  <a:pt x="2238854" y="400208"/>
                </a:lnTo>
                <a:lnTo>
                  <a:pt x="2247055" y="404805"/>
                </a:lnTo>
                <a:lnTo>
                  <a:pt x="2255256" y="409425"/>
                </a:lnTo>
                <a:lnTo>
                  <a:pt x="2263457" y="414062"/>
                </a:lnTo>
                <a:lnTo>
                  <a:pt x="2271658" y="418708"/>
                </a:lnTo>
                <a:lnTo>
                  <a:pt x="2279859" y="423359"/>
                </a:lnTo>
                <a:lnTo>
                  <a:pt x="2288059" y="428006"/>
                </a:lnTo>
                <a:lnTo>
                  <a:pt x="2296260" y="432644"/>
                </a:lnTo>
                <a:lnTo>
                  <a:pt x="2304461" y="437266"/>
                </a:lnTo>
                <a:lnTo>
                  <a:pt x="2312662" y="441867"/>
                </a:lnTo>
                <a:lnTo>
                  <a:pt x="2320863" y="446440"/>
                </a:lnTo>
                <a:lnTo>
                  <a:pt x="2329064" y="450979"/>
                </a:lnTo>
                <a:lnTo>
                  <a:pt x="2337265" y="455481"/>
                </a:lnTo>
                <a:lnTo>
                  <a:pt x="2345466" y="459938"/>
                </a:lnTo>
                <a:lnTo>
                  <a:pt x="2353667" y="464348"/>
                </a:lnTo>
                <a:lnTo>
                  <a:pt x="2361868" y="468705"/>
                </a:lnTo>
                <a:lnTo>
                  <a:pt x="2370069" y="473005"/>
                </a:lnTo>
                <a:lnTo>
                  <a:pt x="2378270" y="477245"/>
                </a:lnTo>
                <a:lnTo>
                  <a:pt x="2386471" y="481421"/>
                </a:lnTo>
                <a:lnTo>
                  <a:pt x="2394672" y="485531"/>
                </a:lnTo>
                <a:lnTo>
                  <a:pt x="2402872" y="489571"/>
                </a:lnTo>
                <a:lnTo>
                  <a:pt x="2411073" y="493541"/>
                </a:lnTo>
                <a:lnTo>
                  <a:pt x="2419274" y="497438"/>
                </a:lnTo>
                <a:lnTo>
                  <a:pt x="2427475" y="501261"/>
                </a:lnTo>
                <a:lnTo>
                  <a:pt x="2435676" y="505010"/>
                </a:lnTo>
                <a:lnTo>
                  <a:pt x="2443877" y="508683"/>
                </a:lnTo>
                <a:lnTo>
                  <a:pt x="2452078" y="512282"/>
                </a:lnTo>
                <a:lnTo>
                  <a:pt x="2460279" y="515806"/>
                </a:lnTo>
                <a:lnTo>
                  <a:pt x="2468480" y="519256"/>
                </a:lnTo>
                <a:lnTo>
                  <a:pt x="2476681" y="522633"/>
                </a:lnTo>
                <a:lnTo>
                  <a:pt x="2484882" y="525940"/>
                </a:lnTo>
                <a:lnTo>
                  <a:pt x="2493083" y="529178"/>
                </a:lnTo>
                <a:lnTo>
                  <a:pt x="2501284" y="532348"/>
                </a:lnTo>
                <a:lnTo>
                  <a:pt x="2509485" y="535454"/>
                </a:lnTo>
                <a:lnTo>
                  <a:pt x="2517685" y="538499"/>
                </a:lnTo>
                <a:lnTo>
                  <a:pt x="2525886" y="541485"/>
                </a:lnTo>
                <a:lnTo>
                  <a:pt x="2534087" y="544415"/>
                </a:lnTo>
                <a:lnTo>
                  <a:pt x="2542288" y="547294"/>
                </a:lnTo>
                <a:lnTo>
                  <a:pt x="2550489" y="550126"/>
                </a:lnTo>
                <a:lnTo>
                  <a:pt x="2558690" y="552912"/>
                </a:lnTo>
                <a:lnTo>
                  <a:pt x="2566891" y="555659"/>
                </a:lnTo>
                <a:lnTo>
                  <a:pt x="2575092" y="558370"/>
                </a:lnTo>
                <a:lnTo>
                  <a:pt x="2583293" y="561049"/>
                </a:lnTo>
                <a:lnTo>
                  <a:pt x="2591494" y="563700"/>
                </a:lnTo>
                <a:lnTo>
                  <a:pt x="2599695" y="566328"/>
                </a:lnTo>
                <a:lnTo>
                  <a:pt x="2607896" y="568937"/>
                </a:lnTo>
                <a:lnTo>
                  <a:pt x="2616097" y="571531"/>
                </a:lnTo>
                <a:lnTo>
                  <a:pt x="2624298" y="574115"/>
                </a:lnTo>
                <a:lnTo>
                  <a:pt x="2632498" y="576692"/>
                </a:lnTo>
                <a:lnTo>
                  <a:pt x="2640699" y="579266"/>
                </a:lnTo>
                <a:lnTo>
                  <a:pt x="2648900" y="581842"/>
                </a:lnTo>
                <a:lnTo>
                  <a:pt x="2657101" y="584423"/>
                </a:lnTo>
                <a:lnTo>
                  <a:pt x="2665302" y="587013"/>
                </a:lnTo>
                <a:lnTo>
                  <a:pt x="2673503" y="589614"/>
                </a:lnTo>
                <a:lnTo>
                  <a:pt x="2681704" y="592232"/>
                </a:lnTo>
                <a:lnTo>
                  <a:pt x="2689905" y="594867"/>
                </a:lnTo>
                <a:lnTo>
                  <a:pt x="2698106" y="597523"/>
                </a:lnTo>
                <a:lnTo>
                  <a:pt x="2706307" y="600203"/>
                </a:lnTo>
                <a:lnTo>
                  <a:pt x="2714508" y="602908"/>
                </a:lnTo>
                <a:lnTo>
                  <a:pt x="2722709" y="605642"/>
                </a:lnTo>
                <a:lnTo>
                  <a:pt x="2730910" y="608404"/>
                </a:lnTo>
                <a:lnTo>
                  <a:pt x="2739111" y="611197"/>
                </a:lnTo>
                <a:lnTo>
                  <a:pt x="2747312" y="614022"/>
                </a:lnTo>
                <a:lnTo>
                  <a:pt x="2755512" y="616880"/>
                </a:lnTo>
                <a:lnTo>
                  <a:pt x="2763713" y="619771"/>
                </a:lnTo>
                <a:lnTo>
                  <a:pt x="2771914" y="622696"/>
                </a:lnTo>
                <a:lnTo>
                  <a:pt x="2780115" y="625654"/>
                </a:lnTo>
                <a:lnTo>
                  <a:pt x="2788316" y="628645"/>
                </a:lnTo>
                <a:lnTo>
                  <a:pt x="2796517" y="631668"/>
                </a:lnTo>
                <a:lnTo>
                  <a:pt x="2804718" y="634724"/>
                </a:lnTo>
                <a:lnTo>
                  <a:pt x="2812919" y="637809"/>
                </a:lnTo>
                <a:lnTo>
                  <a:pt x="2821120" y="640924"/>
                </a:lnTo>
                <a:lnTo>
                  <a:pt x="2829321" y="644067"/>
                </a:lnTo>
                <a:lnTo>
                  <a:pt x="2837522" y="647236"/>
                </a:lnTo>
                <a:lnTo>
                  <a:pt x="2845723" y="650428"/>
                </a:lnTo>
                <a:lnTo>
                  <a:pt x="2853924" y="653642"/>
                </a:lnTo>
                <a:lnTo>
                  <a:pt x="2862125" y="656875"/>
                </a:lnTo>
                <a:lnTo>
                  <a:pt x="2870325" y="660125"/>
                </a:lnTo>
                <a:lnTo>
                  <a:pt x="2878526" y="663388"/>
                </a:lnTo>
                <a:lnTo>
                  <a:pt x="2886727" y="666663"/>
                </a:lnTo>
                <a:lnTo>
                  <a:pt x="2894928" y="669946"/>
                </a:lnTo>
                <a:lnTo>
                  <a:pt x="2903129" y="673235"/>
                </a:lnTo>
                <a:lnTo>
                  <a:pt x="2911330" y="676525"/>
                </a:lnTo>
                <a:lnTo>
                  <a:pt x="2919531" y="679815"/>
                </a:lnTo>
                <a:lnTo>
                  <a:pt x="2927732" y="683101"/>
                </a:lnTo>
                <a:lnTo>
                  <a:pt x="2935933" y="686380"/>
                </a:lnTo>
                <a:lnTo>
                  <a:pt x="2944134" y="689648"/>
                </a:lnTo>
                <a:lnTo>
                  <a:pt x="2952335" y="692903"/>
                </a:lnTo>
                <a:lnTo>
                  <a:pt x="2960536" y="696142"/>
                </a:lnTo>
                <a:lnTo>
                  <a:pt x="2968737" y="699361"/>
                </a:lnTo>
                <a:lnTo>
                  <a:pt x="2976938" y="702558"/>
                </a:lnTo>
                <a:lnTo>
                  <a:pt x="2985138" y="705730"/>
                </a:lnTo>
                <a:lnTo>
                  <a:pt x="2993339" y="708874"/>
                </a:lnTo>
                <a:lnTo>
                  <a:pt x="3001540" y="711988"/>
                </a:lnTo>
                <a:lnTo>
                  <a:pt x="3009741" y="715068"/>
                </a:lnTo>
                <a:lnTo>
                  <a:pt x="3017942" y="718113"/>
                </a:lnTo>
                <a:lnTo>
                  <a:pt x="3026143" y="721121"/>
                </a:lnTo>
                <a:lnTo>
                  <a:pt x="3034344" y="724089"/>
                </a:lnTo>
                <a:lnTo>
                  <a:pt x="3042545" y="727016"/>
                </a:lnTo>
                <a:lnTo>
                  <a:pt x="3050746" y="729900"/>
                </a:lnTo>
                <a:lnTo>
                  <a:pt x="3058947" y="732739"/>
                </a:lnTo>
                <a:lnTo>
                  <a:pt x="3067148" y="735533"/>
                </a:lnTo>
                <a:lnTo>
                  <a:pt x="3075349" y="738279"/>
                </a:lnTo>
                <a:lnTo>
                  <a:pt x="3083550" y="740977"/>
                </a:lnTo>
                <a:lnTo>
                  <a:pt x="3091751" y="743626"/>
                </a:lnTo>
                <a:lnTo>
                  <a:pt x="3099951" y="746225"/>
                </a:lnTo>
                <a:lnTo>
                  <a:pt x="3108152" y="748774"/>
                </a:lnTo>
                <a:lnTo>
                  <a:pt x="3116353" y="751273"/>
                </a:lnTo>
                <a:lnTo>
                  <a:pt x="3124554" y="753721"/>
                </a:lnTo>
                <a:lnTo>
                  <a:pt x="3132755" y="756118"/>
                </a:lnTo>
                <a:lnTo>
                  <a:pt x="3140956" y="758465"/>
                </a:lnTo>
                <a:lnTo>
                  <a:pt x="3149157" y="760762"/>
                </a:lnTo>
                <a:lnTo>
                  <a:pt x="3157358" y="763009"/>
                </a:lnTo>
                <a:lnTo>
                  <a:pt x="3165559" y="765207"/>
                </a:lnTo>
                <a:lnTo>
                  <a:pt x="3173760" y="767356"/>
                </a:lnTo>
                <a:lnTo>
                  <a:pt x="3181961" y="769457"/>
                </a:lnTo>
                <a:lnTo>
                  <a:pt x="3190162" y="771511"/>
                </a:lnTo>
                <a:lnTo>
                  <a:pt x="3198363" y="773519"/>
                </a:lnTo>
                <a:lnTo>
                  <a:pt x="3206564" y="775482"/>
                </a:lnTo>
                <a:lnTo>
                  <a:pt x="3214765" y="777401"/>
                </a:lnTo>
                <a:lnTo>
                  <a:pt x="3222965" y="779277"/>
                </a:lnTo>
                <a:lnTo>
                  <a:pt x="3231166" y="781110"/>
                </a:lnTo>
                <a:lnTo>
                  <a:pt x="3239367" y="782903"/>
                </a:lnTo>
                <a:lnTo>
                  <a:pt x="3247568" y="784656"/>
                </a:lnTo>
                <a:lnTo>
                  <a:pt x="3255769" y="786371"/>
                </a:lnTo>
                <a:lnTo>
                  <a:pt x="3263970" y="788048"/>
                </a:lnTo>
                <a:lnTo>
                  <a:pt x="3272171" y="789688"/>
                </a:lnTo>
                <a:lnTo>
                  <a:pt x="3280372" y="791293"/>
                </a:lnTo>
                <a:lnTo>
                  <a:pt x="3288573" y="792864"/>
                </a:lnTo>
                <a:lnTo>
                  <a:pt x="3296774" y="794401"/>
                </a:lnTo>
                <a:lnTo>
                  <a:pt x="3304975" y="795905"/>
                </a:lnTo>
                <a:lnTo>
                  <a:pt x="3313176" y="797377"/>
                </a:lnTo>
                <a:lnTo>
                  <a:pt x="3321377" y="798818"/>
                </a:lnTo>
                <a:lnTo>
                  <a:pt x="3329578" y="800227"/>
                </a:lnTo>
                <a:lnTo>
                  <a:pt x="3337778" y="801607"/>
                </a:lnTo>
                <a:lnTo>
                  <a:pt x="3345979" y="802956"/>
                </a:lnTo>
                <a:lnTo>
                  <a:pt x="3354180" y="804276"/>
                </a:lnTo>
                <a:lnTo>
                  <a:pt x="3362381" y="805565"/>
                </a:lnTo>
                <a:lnTo>
                  <a:pt x="3370582" y="806825"/>
                </a:lnTo>
                <a:lnTo>
                  <a:pt x="3378783" y="808055"/>
                </a:lnTo>
                <a:lnTo>
                  <a:pt x="3386984" y="809255"/>
                </a:lnTo>
                <a:lnTo>
                  <a:pt x="3395185" y="810424"/>
                </a:lnTo>
                <a:lnTo>
                  <a:pt x="3403386" y="811562"/>
                </a:lnTo>
                <a:lnTo>
                  <a:pt x="3411587" y="812668"/>
                </a:lnTo>
                <a:lnTo>
                  <a:pt x="3419788" y="813741"/>
                </a:lnTo>
                <a:lnTo>
                  <a:pt x="3427989" y="814781"/>
                </a:lnTo>
                <a:lnTo>
                  <a:pt x="3436190" y="815786"/>
                </a:lnTo>
                <a:lnTo>
                  <a:pt x="3444391" y="816754"/>
                </a:lnTo>
                <a:lnTo>
                  <a:pt x="3452591" y="817685"/>
                </a:lnTo>
                <a:lnTo>
                  <a:pt x="3460792" y="818578"/>
                </a:lnTo>
                <a:lnTo>
                  <a:pt x="3468993" y="819430"/>
                </a:lnTo>
                <a:lnTo>
                  <a:pt x="3477194" y="820240"/>
                </a:lnTo>
                <a:lnTo>
                  <a:pt x="3485395" y="821006"/>
                </a:lnTo>
                <a:lnTo>
                  <a:pt x="3493596" y="821727"/>
                </a:lnTo>
                <a:lnTo>
                  <a:pt x="3501797" y="822400"/>
                </a:lnTo>
                <a:lnTo>
                  <a:pt x="3509998" y="823023"/>
                </a:lnTo>
                <a:lnTo>
                  <a:pt x="3518199" y="823595"/>
                </a:lnTo>
                <a:lnTo>
                  <a:pt x="3526400" y="824113"/>
                </a:lnTo>
                <a:lnTo>
                  <a:pt x="3534601" y="824576"/>
                </a:lnTo>
                <a:lnTo>
                  <a:pt x="3542802" y="824981"/>
                </a:lnTo>
                <a:lnTo>
                  <a:pt x="3551003" y="825326"/>
                </a:lnTo>
                <a:lnTo>
                  <a:pt x="3559204" y="825609"/>
                </a:lnTo>
                <a:lnTo>
                  <a:pt x="3567404" y="825828"/>
                </a:lnTo>
                <a:lnTo>
                  <a:pt x="3575605" y="825980"/>
                </a:lnTo>
                <a:lnTo>
                  <a:pt x="3583806" y="826065"/>
                </a:lnTo>
                <a:lnTo>
                  <a:pt x="3592007" y="826079"/>
                </a:lnTo>
                <a:lnTo>
                  <a:pt x="3600208" y="826022"/>
                </a:lnTo>
                <a:lnTo>
                  <a:pt x="3608409" y="825892"/>
                </a:lnTo>
                <a:lnTo>
                  <a:pt x="3616610" y="825686"/>
                </a:lnTo>
                <a:lnTo>
                  <a:pt x="3624811" y="825404"/>
                </a:lnTo>
                <a:lnTo>
                  <a:pt x="3633012" y="825044"/>
                </a:lnTo>
                <a:lnTo>
                  <a:pt x="3641213" y="824606"/>
                </a:lnTo>
                <a:lnTo>
                  <a:pt x="3649414" y="824087"/>
                </a:lnTo>
                <a:lnTo>
                  <a:pt x="3657615" y="823488"/>
                </a:lnTo>
                <a:lnTo>
                  <a:pt x="3665816" y="822808"/>
                </a:lnTo>
                <a:lnTo>
                  <a:pt x="3674017" y="822047"/>
                </a:lnTo>
                <a:lnTo>
                  <a:pt x="3682218" y="821205"/>
                </a:lnTo>
                <a:lnTo>
                  <a:pt x="3690418" y="820281"/>
                </a:lnTo>
                <a:lnTo>
                  <a:pt x="3698619" y="819277"/>
                </a:lnTo>
                <a:lnTo>
                  <a:pt x="3706820" y="818193"/>
                </a:lnTo>
                <a:lnTo>
                  <a:pt x="3715021" y="817031"/>
                </a:lnTo>
                <a:lnTo>
                  <a:pt x="3723222" y="815791"/>
                </a:lnTo>
                <a:lnTo>
                  <a:pt x="3731423" y="814475"/>
                </a:lnTo>
                <a:lnTo>
                  <a:pt x="3739624" y="813086"/>
                </a:lnTo>
                <a:lnTo>
                  <a:pt x="3747825" y="811625"/>
                </a:lnTo>
                <a:lnTo>
                  <a:pt x="3756026" y="810095"/>
                </a:lnTo>
                <a:lnTo>
                  <a:pt x="3764227" y="808500"/>
                </a:lnTo>
                <a:lnTo>
                  <a:pt x="3772428" y="806841"/>
                </a:lnTo>
                <a:lnTo>
                  <a:pt x="3780629" y="805123"/>
                </a:lnTo>
                <a:lnTo>
                  <a:pt x="3788830" y="803350"/>
                </a:lnTo>
                <a:lnTo>
                  <a:pt x="3797031" y="801526"/>
                </a:lnTo>
                <a:lnTo>
                  <a:pt x="3805231" y="799655"/>
                </a:lnTo>
                <a:lnTo>
                  <a:pt x="3813432" y="797741"/>
                </a:lnTo>
                <a:lnTo>
                  <a:pt x="3821633" y="795791"/>
                </a:lnTo>
                <a:lnTo>
                  <a:pt x="3829834" y="793809"/>
                </a:lnTo>
                <a:lnTo>
                  <a:pt x="3838035" y="791801"/>
                </a:lnTo>
                <a:lnTo>
                  <a:pt x="3846236" y="789772"/>
                </a:lnTo>
                <a:lnTo>
                  <a:pt x="3854437" y="787728"/>
                </a:lnTo>
                <a:lnTo>
                  <a:pt x="3862638" y="785677"/>
                </a:lnTo>
                <a:lnTo>
                  <a:pt x="3870839" y="783623"/>
                </a:lnTo>
                <a:lnTo>
                  <a:pt x="3879040" y="781573"/>
                </a:lnTo>
                <a:lnTo>
                  <a:pt x="3887241" y="779534"/>
                </a:lnTo>
                <a:lnTo>
                  <a:pt x="3895442" y="777514"/>
                </a:lnTo>
                <a:lnTo>
                  <a:pt x="3903643" y="775517"/>
                </a:lnTo>
                <a:lnTo>
                  <a:pt x="3911844" y="773552"/>
                </a:lnTo>
                <a:lnTo>
                  <a:pt x="3920044" y="771625"/>
                </a:lnTo>
                <a:lnTo>
                  <a:pt x="3928245" y="769743"/>
                </a:lnTo>
                <a:lnTo>
                  <a:pt x="3936446" y="767913"/>
                </a:lnTo>
                <a:lnTo>
                  <a:pt x="3944647" y="766142"/>
                </a:lnTo>
                <a:lnTo>
                  <a:pt x="3952848" y="764435"/>
                </a:lnTo>
                <a:lnTo>
                  <a:pt x="3961049" y="762801"/>
                </a:lnTo>
                <a:lnTo>
                  <a:pt x="3969250" y="761244"/>
                </a:lnTo>
                <a:lnTo>
                  <a:pt x="3977451" y="759772"/>
                </a:lnTo>
                <a:lnTo>
                  <a:pt x="3985652" y="758390"/>
                </a:lnTo>
                <a:lnTo>
                  <a:pt x="3993853" y="757104"/>
                </a:lnTo>
                <a:lnTo>
                  <a:pt x="4002054" y="755920"/>
                </a:lnTo>
                <a:lnTo>
                  <a:pt x="4010255" y="754842"/>
                </a:lnTo>
                <a:lnTo>
                  <a:pt x="4018456" y="753876"/>
                </a:lnTo>
                <a:lnTo>
                  <a:pt x="4026657" y="753025"/>
                </a:lnTo>
                <a:lnTo>
                  <a:pt x="4034857" y="752295"/>
                </a:lnTo>
                <a:lnTo>
                  <a:pt x="4043058" y="751689"/>
                </a:lnTo>
                <a:lnTo>
                  <a:pt x="4051259" y="751210"/>
                </a:lnTo>
                <a:lnTo>
                  <a:pt x="4059460" y="750862"/>
                </a:lnTo>
                <a:lnTo>
                  <a:pt x="4067661" y="750647"/>
                </a:lnTo>
                <a:lnTo>
                  <a:pt x="4075862" y="750566"/>
                </a:lnTo>
                <a:lnTo>
                  <a:pt x="4084063" y="750623"/>
                </a:lnTo>
                <a:lnTo>
                  <a:pt x="4092264" y="750817"/>
                </a:lnTo>
              </a:path>
            </a:pathLst>
          </a:custGeom>
          <a:noFill/>
          <a:ln w="15875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ABCD-path-0044">
            <a:extLst>
              <a:ext uri="{FF2B5EF4-FFF2-40B4-BE49-F238E27FC236}">
                <a16:creationId xmlns:a16="http://schemas.microsoft.com/office/drawing/2014/main" id="{B55F86A1-8FD0-4CDB-AFF7-08B105214D99}"/>
              </a:ext>
            </a:extLst>
          </p:cNvPr>
          <p:cNvSpPr>
            <a:spLocks noGrp="1"/>
          </p:cNvSpPr>
          <p:nvPr/>
        </p:nvSpPr>
        <p:spPr>
          <a:xfrm>
            <a:off x="462456" y="641159"/>
            <a:ext cx="4092264" cy="838555"/>
          </a:xfrm>
          <a:custGeom>
            <a:avLst/>
            <a:gdLst/>
            <a:ahLst/>
            <a:cxnLst/>
            <a:rect l="0" t="0" r="0" b="0"/>
            <a:pathLst>
              <a:path w="4092264" h="838555">
                <a:moveTo>
                  <a:pt x="0" y="838555"/>
                </a:moveTo>
                <a:lnTo>
                  <a:pt x="8201" y="835106"/>
                </a:lnTo>
                <a:lnTo>
                  <a:pt x="16402" y="831475"/>
                </a:lnTo>
                <a:lnTo>
                  <a:pt x="24603" y="827658"/>
                </a:lnTo>
                <a:lnTo>
                  <a:pt x="32804" y="823650"/>
                </a:lnTo>
                <a:lnTo>
                  <a:pt x="41005" y="819445"/>
                </a:lnTo>
                <a:lnTo>
                  <a:pt x="49206" y="815041"/>
                </a:lnTo>
                <a:lnTo>
                  <a:pt x="57407" y="810432"/>
                </a:lnTo>
                <a:lnTo>
                  <a:pt x="65607" y="805616"/>
                </a:lnTo>
                <a:lnTo>
                  <a:pt x="73808" y="800589"/>
                </a:lnTo>
                <a:lnTo>
                  <a:pt x="82009" y="795347"/>
                </a:lnTo>
                <a:lnTo>
                  <a:pt x="90210" y="789890"/>
                </a:lnTo>
                <a:lnTo>
                  <a:pt x="98411" y="784214"/>
                </a:lnTo>
                <a:lnTo>
                  <a:pt x="106612" y="778318"/>
                </a:lnTo>
                <a:lnTo>
                  <a:pt x="114813" y="772200"/>
                </a:lnTo>
                <a:lnTo>
                  <a:pt x="123014" y="765861"/>
                </a:lnTo>
                <a:lnTo>
                  <a:pt x="131215" y="759300"/>
                </a:lnTo>
                <a:lnTo>
                  <a:pt x="139416" y="752518"/>
                </a:lnTo>
                <a:lnTo>
                  <a:pt x="147617" y="745515"/>
                </a:lnTo>
                <a:lnTo>
                  <a:pt x="155818" y="738294"/>
                </a:lnTo>
                <a:lnTo>
                  <a:pt x="164019" y="730856"/>
                </a:lnTo>
                <a:lnTo>
                  <a:pt x="172220" y="723204"/>
                </a:lnTo>
                <a:lnTo>
                  <a:pt x="180420" y="715341"/>
                </a:lnTo>
                <a:lnTo>
                  <a:pt x="188621" y="707272"/>
                </a:lnTo>
                <a:lnTo>
                  <a:pt x="196822" y="699002"/>
                </a:lnTo>
                <a:lnTo>
                  <a:pt x="205023" y="690534"/>
                </a:lnTo>
                <a:lnTo>
                  <a:pt x="213224" y="681876"/>
                </a:lnTo>
                <a:lnTo>
                  <a:pt x="221425" y="673034"/>
                </a:lnTo>
                <a:lnTo>
                  <a:pt x="229626" y="664014"/>
                </a:lnTo>
                <a:lnTo>
                  <a:pt x="237827" y="654824"/>
                </a:lnTo>
                <a:lnTo>
                  <a:pt x="246028" y="645472"/>
                </a:lnTo>
                <a:lnTo>
                  <a:pt x="254229" y="635968"/>
                </a:lnTo>
                <a:lnTo>
                  <a:pt x="262430" y="626319"/>
                </a:lnTo>
                <a:lnTo>
                  <a:pt x="270631" y="616536"/>
                </a:lnTo>
                <a:lnTo>
                  <a:pt x="278832" y="606628"/>
                </a:lnTo>
                <a:lnTo>
                  <a:pt x="287033" y="596606"/>
                </a:lnTo>
                <a:lnTo>
                  <a:pt x="295233" y="586482"/>
                </a:lnTo>
                <a:lnTo>
                  <a:pt x="303434" y="576265"/>
                </a:lnTo>
                <a:lnTo>
                  <a:pt x="311635" y="565967"/>
                </a:lnTo>
                <a:lnTo>
                  <a:pt x="319836" y="555601"/>
                </a:lnTo>
                <a:lnTo>
                  <a:pt x="328037" y="545178"/>
                </a:lnTo>
                <a:lnTo>
                  <a:pt x="336238" y="534710"/>
                </a:lnTo>
                <a:lnTo>
                  <a:pt x="344439" y="524209"/>
                </a:lnTo>
                <a:lnTo>
                  <a:pt x="352640" y="513688"/>
                </a:lnTo>
                <a:lnTo>
                  <a:pt x="360841" y="503158"/>
                </a:lnTo>
                <a:lnTo>
                  <a:pt x="369042" y="492633"/>
                </a:lnTo>
                <a:lnTo>
                  <a:pt x="377243" y="482124"/>
                </a:lnTo>
                <a:lnTo>
                  <a:pt x="385444" y="471643"/>
                </a:lnTo>
                <a:lnTo>
                  <a:pt x="393645" y="461203"/>
                </a:lnTo>
                <a:lnTo>
                  <a:pt x="401846" y="450814"/>
                </a:lnTo>
                <a:lnTo>
                  <a:pt x="410046" y="440490"/>
                </a:lnTo>
                <a:lnTo>
                  <a:pt x="418247" y="430240"/>
                </a:lnTo>
                <a:lnTo>
                  <a:pt x="426448" y="420075"/>
                </a:lnTo>
                <a:lnTo>
                  <a:pt x="434649" y="410007"/>
                </a:lnTo>
                <a:lnTo>
                  <a:pt x="442850" y="400045"/>
                </a:lnTo>
                <a:lnTo>
                  <a:pt x="451051" y="390200"/>
                </a:lnTo>
                <a:lnTo>
                  <a:pt x="459252" y="380479"/>
                </a:lnTo>
                <a:lnTo>
                  <a:pt x="467453" y="370892"/>
                </a:lnTo>
                <a:lnTo>
                  <a:pt x="475654" y="361448"/>
                </a:lnTo>
                <a:lnTo>
                  <a:pt x="483855" y="352154"/>
                </a:lnTo>
                <a:lnTo>
                  <a:pt x="492056" y="343016"/>
                </a:lnTo>
                <a:lnTo>
                  <a:pt x="500257" y="334043"/>
                </a:lnTo>
                <a:lnTo>
                  <a:pt x="508458" y="325239"/>
                </a:lnTo>
                <a:lnTo>
                  <a:pt x="516659" y="316611"/>
                </a:lnTo>
                <a:lnTo>
                  <a:pt x="524860" y="308163"/>
                </a:lnTo>
                <a:lnTo>
                  <a:pt x="533060" y="299900"/>
                </a:lnTo>
                <a:lnTo>
                  <a:pt x="541261" y="291825"/>
                </a:lnTo>
                <a:lnTo>
                  <a:pt x="549462" y="283941"/>
                </a:lnTo>
                <a:lnTo>
                  <a:pt x="557663" y="276251"/>
                </a:lnTo>
                <a:lnTo>
                  <a:pt x="565864" y="268758"/>
                </a:lnTo>
                <a:lnTo>
                  <a:pt x="574065" y="261462"/>
                </a:lnTo>
                <a:lnTo>
                  <a:pt x="582266" y="254364"/>
                </a:lnTo>
                <a:lnTo>
                  <a:pt x="590467" y="247465"/>
                </a:lnTo>
                <a:lnTo>
                  <a:pt x="598668" y="240765"/>
                </a:lnTo>
                <a:lnTo>
                  <a:pt x="606869" y="234264"/>
                </a:lnTo>
                <a:lnTo>
                  <a:pt x="615070" y="227959"/>
                </a:lnTo>
                <a:lnTo>
                  <a:pt x="623271" y="221850"/>
                </a:lnTo>
                <a:lnTo>
                  <a:pt x="631472" y="215934"/>
                </a:lnTo>
                <a:lnTo>
                  <a:pt x="639673" y="210210"/>
                </a:lnTo>
                <a:lnTo>
                  <a:pt x="647873" y="204674"/>
                </a:lnTo>
                <a:lnTo>
                  <a:pt x="656074" y="199324"/>
                </a:lnTo>
                <a:lnTo>
                  <a:pt x="664275" y="194156"/>
                </a:lnTo>
                <a:lnTo>
                  <a:pt x="672476" y="189166"/>
                </a:lnTo>
                <a:lnTo>
                  <a:pt x="680677" y="184350"/>
                </a:lnTo>
                <a:lnTo>
                  <a:pt x="688878" y="179704"/>
                </a:lnTo>
                <a:lnTo>
                  <a:pt x="697079" y="175223"/>
                </a:lnTo>
                <a:lnTo>
                  <a:pt x="705280" y="170903"/>
                </a:lnTo>
                <a:lnTo>
                  <a:pt x="713481" y="166739"/>
                </a:lnTo>
                <a:lnTo>
                  <a:pt x="721682" y="162724"/>
                </a:lnTo>
                <a:lnTo>
                  <a:pt x="729883" y="158855"/>
                </a:lnTo>
                <a:lnTo>
                  <a:pt x="738084" y="155125"/>
                </a:lnTo>
                <a:lnTo>
                  <a:pt x="746285" y="151529"/>
                </a:lnTo>
                <a:lnTo>
                  <a:pt x="754486" y="148061"/>
                </a:lnTo>
                <a:lnTo>
                  <a:pt x="762686" y="144715"/>
                </a:lnTo>
                <a:lnTo>
                  <a:pt x="770887" y="141485"/>
                </a:lnTo>
                <a:lnTo>
                  <a:pt x="779088" y="138365"/>
                </a:lnTo>
                <a:lnTo>
                  <a:pt x="787289" y="135350"/>
                </a:lnTo>
                <a:lnTo>
                  <a:pt x="795490" y="132433"/>
                </a:lnTo>
                <a:lnTo>
                  <a:pt x="803691" y="129608"/>
                </a:lnTo>
                <a:lnTo>
                  <a:pt x="811892" y="126869"/>
                </a:lnTo>
                <a:lnTo>
                  <a:pt x="820093" y="124209"/>
                </a:lnTo>
                <a:lnTo>
                  <a:pt x="828294" y="121624"/>
                </a:lnTo>
                <a:lnTo>
                  <a:pt x="836495" y="119107"/>
                </a:lnTo>
                <a:lnTo>
                  <a:pt x="844696" y="116652"/>
                </a:lnTo>
                <a:lnTo>
                  <a:pt x="852897" y="114253"/>
                </a:lnTo>
                <a:lnTo>
                  <a:pt x="861098" y="111904"/>
                </a:lnTo>
                <a:lnTo>
                  <a:pt x="869299" y="109601"/>
                </a:lnTo>
                <a:lnTo>
                  <a:pt x="877499" y="107337"/>
                </a:lnTo>
                <a:lnTo>
                  <a:pt x="885700" y="105107"/>
                </a:lnTo>
                <a:lnTo>
                  <a:pt x="893901" y="102906"/>
                </a:lnTo>
                <a:lnTo>
                  <a:pt x="902102" y="100729"/>
                </a:lnTo>
                <a:lnTo>
                  <a:pt x="910303" y="98571"/>
                </a:lnTo>
                <a:lnTo>
                  <a:pt x="918504" y="96427"/>
                </a:lnTo>
                <a:lnTo>
                  <a:pt x="926705" y="94294"/>
                </a:lnTo>
                <a:lnTo>
                  <a:pt x="934906" y="92167"/>
                </a:lnTo>
                <a:lnTo>
                  <a:pt x="943107" y="90043"/>
                </a:lnTo>
                <a:lnTo>
                  <a:pt x="951308" y="87917"/>
                </a:lnTo>
                <a:lnTo>
                  <a:pt x="959509" y="85787"/>
                </a:lnTo>
                <a:lnTo>
                  <a:pt x="967710" y="83650"/>
                </a:lnTo>
                <a:lnTo>
                  <a:pt x="975911" y="81503"/>
                </a:lnTo>
                <a:lnTo>
                  <a:pt x="984112" y="79344"/>
                </a:lnTo>
                <a:lnTo>
                  <a:pt x="992313" y="77171"/>
                </a:lnTo>
                <a:lnTo>
                  <a:pt x="1000513" y="74983"/>
                </a:lnTo>
                <a:lnTo>
                  <a:pt x="1008714" y="72778"/>
                </a:lnTo>
                <a:lnTo>
                  <a:pt x="1016915" y="70556"/>
                </a:lnTo>
                <a:lnTo>
                  <a:pt x="1025116" y="68317"/>
                </a:lnTo>
                <a:lnTo>
                  <a:pt x="1033317" y="66061"/>
                </a:lnTo>
                <a:lnTo>
                  <a:pt x="1041518" y="63788"/>
                </a:lnTo>
                <a:lnTo>
                  <a:pt x="1049719" y="61499"/>
                </a:lnTo>
                <a:lnTo>
                  <a:pt x="1057920" y="59195"/>
                </a:lnTo>
                <a:lnTo>
                  <a:pt x="1066121" y="56879"/>
                </a:lnTo>
                <a:lnTo>
                  <a:pt x="1074322" y="54552"/>
                </a:lnTo>
                <a:lnTo>
                  <a:pt x="1082523" y="52217"/>
                </a:lnTo>
                <a:lnTo>
                  <a:pt x="1090724" y="49876"/>
                </a:lnTo>
                <a:lnTo>
                  <a:pt x="1098925" y="47534"/>
                </a:lnTo>
                <a:lnTo>
                  <a:pt x="1107126" y="45192"/>
                </a:lnTo>
                <a:lnTo>
                  <a:pt x="1115326" y="42857"/>
                </a:lnTo>
                <a:lnTo>
                  <a:pt x="1123527" y="40531"/>
                </a:lnTo>
                <a:lnTo>
                  <a:pt x="1131728" y="38219"/>
                </a:lnTo>
                <a:lnTo>
                  <a:pt x="1139929" y="35925"/>
                </a:lnTo>
                <a:lnTo>
                  <a:pt x="1148130" y="33656"/>
                </a:lnTo>
                <a:lnTo>
                  <a:pt x="1156331" y="31415"/>
                </a:lnTo>
                <a:lnTo>
                  <a:pt x="1164532" y="29208"/>
                </a:lnTo>
                <a:lnTo>
                  <a:pt x="1172733" y="27041"/>
                </a:lnTo>
                <a:lnTo>
                  <a:pt x="1180934" y="24920"/>
                </a:lnTo>
                <a:lnTo>
                  <a:pt x="1189135" y="22849"/>
                </a:lnTo>
                <a:lnTo>
                  <a:pt x="1197336" y="20834"/>
                </a:lnTo>
                <a:lnTo>
                  <a:pt x="1205537" y="18882"/>
                </a:lnTo>
                <a:lnTo>
                  <a:pt x="1213738" y="16997"/>
                </a:lnTo>
                <a:lnTo>
                  <a:pt x="1221939" y="15186"/>
                </a:lnTo>
                <a:lnTo>
                  <a:pt x="1230139" y="13453"/>
                </a:lnTo>
                <a:lnTo>
                  <a:pt x="1238340" y="11804"/>
                </a:lnTo>
                <a:lnTo>
                  <a:pt x="1246541" y="10244"/>
                </a:lnTo>
                <a:lnTo>
                  <a:pt x="1254742" y="8779"/>
                </a:lnTo>
                <a:lnTo>
                  <a:pt x="1262943" y="7412"/>
                </a:lnTo>
                <a:lnTo>
                  <a:pt x="1271144" y="6149"/>
                </a:lnTo>
                <a:lnTo>
                  <a:pt x="1279345" y="4994"/>
                </a:lnTo>
                <a:lnTo>
                  <a:pt x="1287546" y="3951"/>
                </a:lnTo>
                <a:lnTo>
                  <a:pt x="1295747" y="3022"/>
                </a:lnTo>
                <a:lnTo>
                  <a:pt x="1303948" y="2213"/>
                </a:lnTo>
                <a:lnTo>
                  <a:pt x="1312149" y="1525"/>
                </a:lnTo>
                <a:lnTo>
                  <a:pt x="1320350" y="963"/>
                </a:lnTo>
                <a:lnTo>
                  <a:pt x="1328551" y="527"/>
                </a:lnTo>
                <a:lnTo>
                  <a:pt x="1336752" y="220"/>
                </a:lnTo>
                <a:lnTo>
                  <a:pt x="1344952" y="44"/>
                </a:lnTo>
                <a:lnTo>
                  <a:pt x="1353153" y="0"/>
                </a:lnTo>
                <a:lnTo>
                  <a:pt x="1361354" y="89"/>
                </a:lnTo>
                <a:lnTo>
                  <a:pt x="1369555" y="313"/>
                </a:lnTo>
                <a:lnTo>
                  <a:pt x="1377756" y="671"/>
                </a:lnTo>
                <a:lnTo>
                  <a:pt x="1385957" y="1163"/>
                </a:lnTo>
                <a:lnTo>
                  <a:pt x="1394158" y="1790"/>
                </a:lnTo>
                <a:lnTo>
                  <a:pt x="1402359" y="2551"/>
                </a:lnTo>
                <a:lnTo>
                  <a:pt x="1410560" y="3446"/>
                </a:lnTo>
                <a:lnTo>
                  <a:pt x="1418761" y="4473"/>
                </a:lnTo>
                <a:lnTo>
                  <a:pt x="1426962" y="5632"/>
                </a:lnTo>
                <a:lnTo>
                  <a:pt x="1435163" y="6921"/>
                </a:lnTo>
                <a:lnTo>
                  <a:pt x="1443364" y="8339"/>
                </a:lnTo>
                <a:lnTo>
                  <a:pt x="1451565" y="9884"/>
                </a:lnTo>
                <a:lnTo>
                  <a:pt x="1459766" y="11555"/>
                </a:lnTo>
                <a:lnTo>
                  <a:pt x="1467966" y="13350"/>
                </a:lnTo>
                <a:lnTo>
                  <a:pt x="1476167" y="15267"/>
                </a:lnTo>
                <a:lnTo>
                  <a:pt x="1484368" y="17304"/>
                </a:lnTo>
                <a:lnTo>
                  <a:pt x="1492569" y="19459"/>
                </a:lnTo>
                <a:lnTo>
                  <a:pt x="1500770" y="21731"/>
                </a:lnTo>
                <a:lnTo>
                  <a:pt x="1508971" y="24117"/>
                </a:lnTo>
                <a:lnTo>
                  <a:pt x="1517172" y="26616"/>
                </a:lnTo>
                <a:lnTo>
                  <a:pt x="1525373" y="29225"/>
                </a:lnTo>
                <a:lnTo>
                  <a:pt x="1533574" y="31943"/>
                </a:lnTo>
                <a:lnTo>
                  <a:pt x="1541775" y="34768"/>
                </a:lnTo>
                <a:lnTo>
                  <a:pt x="1549976" y="37697"/>
                </a:lnTo>
                <a:lnTo>
                  <a:pt x="1558177" y="40730"/>
                </a:lnTo>
                <a:lnTo>
                  <a:pt x="1566378" y="43864"/>
                </a:lnTo>
                <a:lnTo>
                  <a:pt x="1574579" y="47098"/>
                </a:lnTo>
                <a:lnTo>
                  <a:pt x="1582779" y="50430"/>
                </a:lnTo>
                <a:lnTo>
                  <a:pt x="1590980" y="53859"/>
                </a:lnTo>
                <a:lnTo>
                  <a:pt x="1599181" y="57382"/>
                </a:lnTo>
                <a:lnTo>
                  <a:pt x="1607382" y="61000"/>
                </a:lnTo>
                <a:lnTo>
                  <a:pt x="1615583" y="64709"/>
                </a:lnTo>
                <a:lnTo>
                  <a:pt x="1623784" y="68508"/>
                </a:lnTo>
                <a:lnTo>
                  <a:pt x="1631985" y="72397"/>
                </a:lnTo>
                <a:lnTo>
                  <a:pt x="1640186" y="76373"/>
                </a:lnTo>
                <a:lnTo>
                  <a:pt x="1648387" y="80436"/>
                </a:lnTo>
                <a:lnTo>
                  <a:pt x="1656588" y="84582"/>
                </a:lnTo>
                <a:lnTo>
                  <a:pt x="1664789" y="88812"/>
                </a:lnTo>
                <a:lnTo>
                  <a:pt x="1672990" y="93122"/>
                </a:lnTo>
                <a:lnTo>
                  <a:pt x="1681191" y="97512"/>
                </a:lnTo>
                <a:lnTo>
                  <a:pt x="1689392" y="101980"/>
                </a:lnTo>
                <a:lnTo>
                  <a:pt x="1697592" y="106523"/>
                </a:lnTo>
                <a:lnTo>
                  <a:pt x="1705793" y="111141"/>
                </a:lnTo>
                <a:lnTo>
                  <a:pt x="1713994" y="115830"/>
                </a:lnTo>
                <a:lnTo>
                  <a:pt x="1722195" y="120588"/>
                </a:lnTo>
                <a:lnTo>
                  <a:pt x="1730396" y="125414"/>
                </a:lnTo>
                <a:lnTo>
                  <a:pt x="1738597" y="130304"/>
                </a:lnTo>
                <a:lnTo>
                  <a:pt x="1746798" y="135257"/>
                </a:lnTo>
                <a:lnTo>
                  <a:pt x="1754999" y="140269"/>
                </a:lnTo>
                <a:lnTo>
                  <a:pt x="1763200" y="145338"/>
                </a:lnTo>
                <a:lnTo>
                  <a:pt x="1771401" y="150460"/>
                </a:lnTo>
                <a:lnTo>
                  <a:pt x="1779602" y="155634"/>
                </a:lnTo>
                <a:lnTo>
                  <a:pt x="1787803" y="160856"/>
                </a:lnTo>
                <a:lnTo>
                  <a:pt x="1796004" y="166122"/>
                </a:lnTo>
                <a:lnTo>
                  <a:pt x="1804205" y="171430"/>
                </a:lnTo>
                <a:lnTo>
                  <a:pt x="1812405" y="176775"/>
                </a:lnTo>
                <a:lnTo>
                  <a:pt x="1820606" y="182155"/>
                </a:lnTo>
                <a:lnTo>
                  <a:pt x="1828807" y="187567"/>
                </a:lnTo>
                <a:lnTo>
                  <a:pt x="1837008" y="193005"/>
                </a:lnTo>
                <a:lnTo>
                  <a:pt x="1845209" y="198468"/>
                </a:lnTo>
                <a:lnTo>
                  <a:pt x="1853410" y="203951"/>
                </a:lnTo>
                <a:lnTo>
                  <a:pt x="1861611" y="209451"/>
                </a:lnTo>
                <a:lnTo>
                  <a:pt x="1869812" y="214965"/>
                </a:lnTo>
                <a:lnTo>
                  <a:pt x="1878013" y="220488"/>
                </a:lnTo>
                <a:lnTo>
                  <a:pt x="1886214" y="226017"/>
                </a:lnTo>
                <a:lnTo>
                  <a:pt x="1894415" y="231549"/>
                </a:lnTo>
                <a:lnTo>
                  <a:pt x="1902616" y="237080"/>
                </a:lnTo>
                <a:lnTo>
                  <a:pt x="1910817" y="242607"/>
                </a:lnTo>
                <a:lnTo>
                  <a:pt x="1919018" y="248127"/>
                </a:lnTo>
                <a:lnTo>
                  <a:pt x="1927219" y="253636"/>
                </a:lnTo>
                <a:lnTo>
                  <a:pt x="1935419" y="259131"/>
                </a:lnTo>
                <a:lnTo>
                  <a:pt x="1943620" y="264609"/>
                </a:lnTo>
                <a:lnTo>
                  <a:pt x="1951821" y="270067"/>
                </a:lnTo>
                <a:lnTo>
                  <a:pt x="1960022" y="275503"/>
                </a:lnTo>
                <a:lnTo>
                  <a:pt x="1968223" y="280914"/>
                </a:lnTo>
                <a:lnTo>
                  <a:pt x="1976424" y="286296"/>
                </a:lnTo>
                <a:lnTo>
                  <a:pt x="1984625" y="291648"/>
                </a:lnTo>
                <a:lnTo>
                  <a:pt x="1992826" y="296967"/>
                </a:lnTo>
                <a:lnTo>
                  <a:pt x="2001027" y="302251"/>
                </a:lnTo>
                <a:lnTo>
                  <a:pt x="2009228" y="307497"/>
                </a:lnTo>
                <a:lnTo>
                  <a:pt x="2017429" y="312704"/>
                </a:lnTo>
                <a:lnTo>
                  <a:pt x="2025630" y="317869"/>
                </a:lnTo>
                <a:lnTo>
                  <a:pt x="2033831" y="322991"/>
                </a:lnTo>
                <a:lnTo>
                  <a:pt x="2042032" y="328067"/>
                </a:lnTo>
                <a:lnTo>
                  <a:pt x="2050232" y="333096"/>
                </a:lnTo>
                <a:lnTo>
                  <a:pt x="2058433" y="338077"/>
                </a:lnTo>
                <a:lnTo>
                  <a:pt x="2066634" y="343007"/>
                </a:lnTo>
                <a:lnTo>
                  <a:pt x="2074835" y="347885"/>
                </a:lnTo>
                <a:lnTo>
                  <a:pt x="2083036" y="352709"/>
                </a:lnTo>
                <a:lnTo>
                  <a:pt x="2091237" y="357478"/>
                </a:lnTo>
                <a:lnTo>
                  <a:pt x="2099438" y="362192"/>
                </a:lnTo>
                <a:lnTo>
                  <a:pt x="2107639" y="366847"/>
                </a:lnTo>
                <a:lnTo>
                  <a:pt x="2115840" y="371443"/>
                </a:lnTo>
                <a:lnTo>
                  <a:pt x="2124041" y="375979"/>
                </a:lnTo>
                <a:lnTo>
                  <a:pt x="2132242" y="380454"/>
                </a:lnTo>
                <a:lnTo>
                  <a:pt x="2140443" y="384865"/>
                </a:lnTo>
                <a:lnTo>
                  <a:pt x="2148644" y="389213"/>
                </a:lnTo>
                <a:lnTo>
                  <a:pt x="2156845" y="393495"/>
                </a:lnTo>
                <a:lnTo>
                  <a:pt x="2165045" y="397710"/>
                </a:lnTo>
                <a:lnTo>
                  <a:pt x="2173246" y="401858"/>
                </a:lnTo>
                <a:lnTo>
                  <a:pt x="2181447" y="405938"/>
                </a:lnTo>
                <a:lnTo>
                  <a:pt x="2189648" y="409947"/>
                </a:lnTo>
                <a:lnTo>
                  <a:pt x="2197849" y="413886"/>
                </a:lnTo>
                <a:lnTo>
                  <a:pt x="2206050" y="417753"/>
                </a:lnTo>
                <a:lnTo>
                  <a:pt x="2214251" y="421547"/>
                </a:lnTo>
                <a:lnTo>
                  <a:pt x="2222452" y="425267"/>
                </a:lnTo>
                <a:lnTo>
                  <a:pt x="2230653" y="428912"/>
                </a:lnTo>
                <a:lnTo>
                  <a:pt x="2238854" y="432481"/>
                </a:lnTo>
                <a:lnTo>
                  <a:pt x="2247055" y="435974"/>
                </a:lnTo>
                <a:lnTo>
                  <a:pt x="2255256" y="439390"/>
                </a:lnTo>
                <a:lnTo>
                  <a:pt x="2263457" y="442728"/>
                </a:lnTo>
                <a:lnTo>
                  <a:pt x="2271658" y="445987"/>
                </a:lnTo>
                <a:lnTo>
                  <a:pt x="2279859" y="449168"/>
                </a:lnTo>
                <a:lnTo>
                  <a:pt x="2288059" y="452269"/>
                </a:lnTo>
                <a:lnTo>
                  <a:pt x="2296260" y="455290"/>
                </a:lnTo>
                <a:lnTo>
                  <a:pt x="2304461" y="458231"/>
                </a:lnTo>
                <a:lnTo>
                  <a:pt x="2312662" y="461092"/>
                </a:lnTo>
                <a:lnTo>
                  <a:pt x="2320863" y="463873"/>
                </a:lnTo>
                <a:lnTo>
                  <a:pt x="2329064" y="466574"/>
                </a:lnTo>
                <a:lnTo>
                  <a:pt x="2337265" y="469195"/>
                </a:lnTo>
                <a:lnTo>
                  <a:pt x="2345466" y="471737"/>
                </a:lnTo>
                <a:lnTo>
                  <a:pt x="2353667" y="474199"/>
                </a:lnTo>
                <a:lnTo>
                  <a:pt x="2361868" y="476584"/>
                </a:lnTo>
                <a:lnTo>
                  <a:pt x="2370069" y="478891"/>
                </a:lnTo>
                <a:lnTo>
                  <a:pt x="2378270" y="481121"/>
                </a:lnTo>
                <a:lnTo>
                  <a:pt x="2386471" y="483276"/>
                </a:lnTo>
                <a:lnTo>
                  <a:pt x="2394672" y="485356"/>
                </a:lnTo>
                <a:lnTo>
                  <a:pt x="2402872" y="487364"/>
                </a:lnTo>
                <a:lnTo>
                  <a:pt x="2411073" y="489300"/>
                </a:lnTo>
                <a:lnTo>
                  <a:pt x="2419274" y="491167"/>
                </a:lnTo>
                <a:lnTo>
                  <a:pt x="2427475" y="492965"/>
                </a:lnTo>
                <a:lnTo>
                  <a:pt x="2435676" y="494698"/>
                </a:lnTo>
                <a:lnTo>
                  <a:pt x="2443877" y="496367"/>
                </a:lnTo>
                <a:lnTo>
                  <a:pt x="2452078" y="497975"/>
                </a:lnTo>
                <a:lnTo>
                  <a:pt x="2460279" y="499523"/>
                </a:lnTo>
                <a:lnTo>
                  <a:pt x="2468480" y="501016"/>
                </a:lnTo>
                <a:lnTo>
                  <a:pt x="2476681" y="502454"/>
                </a:lnTo>
                <a:lnTo>
                  <a:pt x="2484882" y="503842"/>
                </a:lnTo>
                <a:lnTo>
                  <a:pt x="2493083" y="505182"/>
                </a:lnTo>
                <a:lnTo>
                  <a:pt x="2501284" y="506477"/>
                </a:lnTo>
                <a:lnTo>
                  <a:pt x="2509485" y="507730"/>
                </a:lnTo>
                <a:lnTo>
                  <a:pt x="2517685" y="508945"/>
                </a:lnTo>
                <a:lnTo>
                  <a:pt x="2525886" y="510125"/>
                </a:lnTo>
                <a:lnTo>
                  <a:pt x="2534087" y="511274"/>
                </a:lnTo>
                <a:lnTo>
                  <a:pt x="2542288" y="512395"/>
                </a:lnTo>
                <a:lnTo>
                  <a:pt x="2550489" y="513491"/>
                </a:lnTo>
                <a:lnTo>
                  <a:pt x="2558690" y="514568"/>
                </a:lnTo>
                <a:lnTo>
                  <a:pt x="2566891" y="515627"/>
                </a:lnTo>
                <a:lnTo>
                  <a:pt x="2575092" y="516674"/>
                </a:lnTo>
                <a:lnTo>
                  <a:pt x="2583293" y="517712"/>
                </a:lnTo>
                <a:lnTo>
                  <a:pt x="2591494" y="518745"/>
                </a:lnTo>
                <a:lnTo>
                  <a:pt x="2599695" y="519776"/>
                </a:lnTo>
                <a:lnTo>
                  <a:pt x="2607896" y="520809"/>
                </a:lnTo>
                <a:lnTo>
                  <a:pt x="2616097" y="521849"/>
                </a:lnTo>
                <a:lnTo>
                  <a:pt x="2624298" y="522899"/>
                </a:lnTo>
                <a:lnTo>
                  <a:pt x="2632498" y="523963"/>
                </a:lnTo>
                <a:lnTo>
                  <a:pt x="2640699" y="525045"/>
                </a:lnTo>
                <a:lnTo>
                  <a:pt x="2648900" y="526147"/>
                </a:lnTo>
                <a:lnTo>
                  <a:pt x="2657101" y="527274"/>
                </a:lnTo>
                <a:lnTo>
                  <a:pt x="2665302" y="528429"/>
                </a:lnTo>
                <a:lnTo>
                  <a:pt x="2673503" y="529616"/>
                </a:lnTo>
                <a:lnTo>
                  <a:pt x="2681704" y="530837"/>
                </a:lnTo>
                <a:lnTo>
                  <a:pt x="2689905" y="532096"/>
                </a:lnTo>
                <a:lnTo>
                  <a:pt x="2698106" y="533395"/>
                </a:lnTo>
                <a:lnTo>
                  <a:pt x="2706307" y="534737"/>
                </a:lnTo>
                <a:lnTo>
                  <a:pt x="2714508" y="536125"/>
                </a:lnTo>
                <a:lnTo>
                  <a:pt x="2722709" y="537561"/>
                </a:lnTo>
                <a:lnTo>
                  <a:pt x="2730910" y="539047"/>
                </a:lnTo>
                <a:lnTo>
                  <a:pt x="2739111" y="540586"/>
                </a:lnTo>
                <a:lnTo>
                  <a:pt x="2747312" y="542178"/>
                </a:lnTo>
                <a:lnTo>
                  <a:pt x="2755512" y="543827"/>
                </a:lnTo>
                <a:lnTo>
                  <a:pt x="2763713" y="545532"/>
                </a:lnTo>
                <a:lnTo>
                  <a:pt x="2771914" y="547296"/>
                </a:lnTo>
                <a:lnTo>
                  <a:pt x="2780115" y="549119"/>
                </a:lnTo>
                <a:lnTo>
                  <a:pt x="2788316" y="551001"/>
                </a:lnTo>
                <a:lnTo>
                  <a:pt x="2796517" y="552944"/>
                </a:lnTo>
                <a:lnTo>
                  <a:pt x="2804718" y="554947"/>
                </a:lnTo>
                <a:lnTo>
                  <a:pt x="2812919" y="557011"/>
                </a:lnTo>
                <a:lnTo>
                  <a:pt x="2821120" y="559135"/>
                </a:lnTo>
                <a:lnTo>
                  <a:pt x="2829321" y="561319"/>
                </a:lnTo>
                <a:lnTo>
                  <a:pt x="2837522" y="563562"/>
                </a:lnTo>
                <a:lnTo>
                  <a:pt x="2845723" y="565864"/>
                </a:lnTo>
                <a:lnTo>
                  <a:pt x="2853924" y="568223"/>
                </a:lnTo>
                <a:lnTo>
                  <a:pt x="2862125" y="570638"/>
                </a:lnTo>
                <a:lnTo>
                  <a:pt x="2870325" y="573107"/>
                </a:lnTo>
                <a:lnTo>
                  <a:pt x="2878526" y="575630"/>
                </a:lnTo>
                <a:lnTo>
                  <a:pt x="2886727" y="578204"/>
                </a:lnTo>
                <a:lnTo>
                  <a:pt x="2894928" y="580827"/>
                </a:lnTo>
                <a:lnTo>
                  <a:pt x="2903129" y="583498"/>
                </a:lnTo>
                <a:lnTo>
                  <a:pt x="2911330" y="586214"/>
                </a:lnTo>
                <a:lnTo>
                  <a:pt x="2919531" y="588973"/>
                </a:lnTo>
                <a:lnTo>
                  <a:pt x="2927732" y="591772"/>
                </a:lnTo>
                <a:lnTo>
                  <a:pt x="2935933" y="594609"/>
                </a:lnTo>
                <a:lnTo>
                  <a:pt x="2944134" y="597482"/>
                </a:lnTo>
                <a:lnTo>
                  <a:pt x="2952335" y="600388"/>
                </a:lnTo>
                <a:lnTo>
                  <a:pt x="2960536" y="603324"/>
                </a:lnTo>
                <a:lnTo>
                  <a:pt x="2968737" y="606287"/>
                </a:lnTo>
                <a:lnTo>
                  <a:pt x="2976938" y="609276"/>
                </a:lnTo>
                <a:lnTo>
                  <a:pt x="2985138" y="612287"/>
                </a:lnTo>
                <a:lnTo>
                  <a:pt x="2993339" y="615318"/>
                </a:lnTo>
                <a:lnTo>
                  <a:pt x="3001540" y="618365"/>
                </a:lnTo>
                <a:lnTo>
                  <a:pt x="3009741" y="621427"/>
                </a:lnTo>
                <a:lnTo>
                  <a:pt x="3017942" y="624502"/>
                </a:lnTo>
                <a:lnTo>
                  <a:pt x="3026143" y="627585"/>
                </a:lnTo>
                <a:lnTo>
                  <a:pt x="3034344" y="630676"/>
                </a:lnTo>
                <a:lnTo>
                  <a:pt x="3042545" y="633771"/>
                </a:lnTo>
                <a:lnTo>
                  <a:pt x="3050746" y="636868"/>
                </a:lnTo>
                <a:lnTo>
                  <a:pt x="3058947" y="639967"/>
                </a:lnTo>
                <a:lnTo>
                  <a:pt x="3067148" y="643063"/>
                </a:lnTo>
                <a:lnTo>
                  <a:pt x="3075349" y="646156"/>
                </a:lnTo>
                <a:lnTo>
                  <a:pt x="3083550" y="649243"/>
                </a:lnTo>
                <a:lnTo>
                  <a:pt x="3091751" y="652323"/>
                </a:lnTo>
                <a:lnTo>
                  <a:pt x="3099951" y="655394"/>
                </a:lnTo>
                <a:lnTo>
                  <a:pt x="3108152" y="658455"/>
                </a:lnTo>
                <a:lnTo>
                  <a:pt x="3116353" y="661504"/>
                </a:lnTo>
                <a:lnTo>
                  <a:pt x="3124554" y="664541"/>
                </a:lnTo>
                <a:lnTo>
                  <a:pt x="3132755" y="667563"/>
                </a:lnTo>
                <a:lnTo>
                  <a:pt x="3140956" y="670570"/>
                </a:lnTo>
                <a:lnTo>
                  <a:pt x="3149157" y="673560"/>
                </a:lnTo>
                <a:lnTo>
                  <a:pt x="3157358" y="676534"/>
                </a:lnTo>
                <a:lnTo>
                  <a:pt x="3165559" y="679490"/>
                </a:lnTo>
                <a:lnTo>
                  <a:pt x="3173760" y="682427"/>
                </a:lnTo>
                <a:lnTo>
                  <a:pt x="3181961" y="685345"/>
                </a:lnTo>
                <a:lnTo>
                  <a:pt x="3190162" y="688244"/>
                </a:lnTo>
                <a:lnTo>
                  <a:pt x="3198363" y="691122"/>
                </a:lnTo>
                <a:lnTo>
                  <a:pt x="3206564" y="693980"/>
                </a:lnTo>
                <a:lnTo>
                  <a:pt x="3214765" y="696817"/>
                </a:lnTo>
                <a:lnTo>
                  <a:pt x="3222965" y="699632"/>
                </a:lnTo>
                <a:lnTo>
                  <a:pt x="3231166" y="702425"/>
                </a:lnTo>
                <a:lnTo>
                  <a:pt x="3239367" y="705197"/>
                </a:lnTo>
                <a:lnTo>
                  <a:pt x="3247568" y="707947"/>
                </a:lnTo>
                <a:lnTo>
                  <a:pt x="3255769" y="710674"/>
                </a:lnTo>
                <a:lnTo>
                  <a:pt x="3263970" y="713378"/>
                </a:lnTo>
                <a:lnTo>
                  <a:pt x="3272171" y="716059"/>
                </a:lnTo>
                <a:lnTo>
                  <a:pt x="3280372" y="718717"/>
                </a:lnTo>
                <a:lnTo>
                  <a:pt x="3288573" y="721352"/>
                </a:lnTo>
                <a:lnTo>
                  <a:pt x="3296774" y="723963"/>
                </a:lnTo>
                <a:lnTo>
                  <a:pt x="3304975" y="726549"/>
                </a:lnTo>
                <a:lnTo>
                  <a:pt x="3313176" y="729112"/>
                </a:lnTo>
                <a:lnTo>
                  <a:pt x="3321377" y="731649"/>
                </a:lnTo>
                <a:lnTo>
                  <a:pt x="3329578" y="734161"/>
                </a:lnTo>
                <a:lnTo>
                  <a:pt x="3337778" y="736648"/>
                </a:lnTo>
                <a:lnTo>
                  <a:pt x="3345979" y="739108"/>
                </a:lnTo>
                <a:lnTo>
                  <a:pt x="3354180" y="741542"/>
                </a:lnTo>
                <a:lnTo>
                  <a:pt x="3362381" y="743949"/>
                </a:lnTo>
                <a:lnTo>
                  <a:pt x="3370582" y="746328"/>
                </a:lnTo>
                <a:lnTo>
                  <a:pt x="3378783" y="748679"/>
                </a:lnTo>
                <a:lnTo>
                  <a:pt x="3386984" y="751001"/>
                </a:lnTo>
                <a:lnTo>
                  <a:pt x="3395185" y="753294"/>
                </a:lnTo>
                <a:lnTo>
                  <a:pt x="3403386" y="755556"/>
                </a:lnTo>
                <a:lnTo>
                  <a:pt x="3411587" y="757788"/>
                </a:lnTo>
                <a:lnTo>
                  <a:pt x="3419788" y="759988"/>
                </a:lnTo>
                <a:lnTo>
                  <a:pt x="3427989" y="762156"/>
                </a:lnTo>
                <a:lnTo>
                  <a:pt x="3436190" y="764291"/>
                </a:lnTo>
                <a:lnTo>
                  <a:pt x="3444391" y="766392"/>
                </a:lnTo>
                <a:lnTo>
                  <a:pt x="3452591" y="768459"/>
                </a:lnTo>
                <a:lnTo>
                  <a:pt x="3460792" y="770491"/>
                </a:lnTo>
                <a:lnTo>
                  <a:pt x="3468993" y="772487"/>
                </a:lnTo>
                <a:lnTo>
                  <a:pt x="3477194" y="774446"/>
                </a:lnTo>
                <a:lnTo>
                  <a:pt x="3485395" y="776368"/>
                </a:lnTo>
                <a:lnTo>
                  <a:pt x="3493596" y="778253"/>
                </a:lnTo>
                <a:lnTo>
                  <a:pt x="3501797" y="780099"/>
                </a:lnTo>
                <a:lnTo>
                  <a:pt x="3509998" y="781905"/>
                </a:lnTo>
                <a:lnTo>
                  <a:pt x="3518199" y="783672"/>
                </a:lnTo>
                <a:lnTo>
                  <a:pt x="3526400" y="785399"/>
                </a:lnTo>
                <a:lnTo>
                  <a:pt x="3534601" y="787085"/>
                </a:lnTo>
                <a:lnTo>
                  <a:pt x="3542802" y="788730"/>
                </a:lnTo>
                <a:lnTo>
                  <a:pt x="3551003" y="790332"/>
                </a:lnTo>
                <a:lnTo>
                  <a:pt x="3559204" y="791893"/>
                </a:lnTo>
                <a:lnTo>
                  <a:pt x="3567404" y="793411"/>
                </a:lnTo>
                <a:lnTo>
                  <a:pt x="3575605" y="794887"/>
                </a:lnTo>
                <a:lnTo>
                  <a:pt x="3583806" y="796319"/>
                </a:lnTo>
                <a:lnTo>
                  <a:pt x="3592007" y="797708"/>
                </a:lnTo>
                <a:lnTo>
                  <a:pt x="3600208" y="799053"/>
                </a:lnTo>
                <a:lnTo>
                  <a:pt x="3608409" y="800355"/>
                </a:lnTo>
                <a:lnTo>
                  <a:pt x="3616610" y="801614"/>
                </a:lnTo>
                <a:lnTo>
                  <a:pt x="3624811" y="802828"/>
                </a:lnTo>
                <a:lnTo>
                  <a:pt x="3633012" y="803999"/>
                </a:lnTo>
                <a:lnTo>
                  <a:pt x="3641213" y="805126"/>
                </a:lnTo>
                <a:lnTo>
                  <a:pt x="3649414" y="806210"/>
                </a:lnTo>
                <a:lnTo>
                  <a:pt x="3657615" y="807251"/>
                </a:lnTo>
                <a:lnTo>
                  <a:pt x="3665816" y="808248"/>
                </a:lnTo>
                <a:lnTo>
                  <a:pt x="3674017" y="809203"/>
                </a:lnTo>
                <a:lnTo>
                  <a:pt x="3682218" y="810116"/>
                </a:lnTo>
                <a:lnTo>
                  <a:pt x="3690418" y="810986"/>
                </a:lnTo>
                <a:lnTo>
                  <a:pt x="3698619" y="811816"/>
                </a:lnTo>
                <a:lnTo>
                  <a:pt x="3706820" y="812604"/>
                </a:lnTo>
                <a:lnTo>
                  <a:pt x="3715021" y="813352"/>
                </a:lnTo>
                <a:lnTo>
                  <a:pt x="3723222" y="814061"/>
                </a:lnTo>
                <a:lnTo>
                  <a:pt x="3731423" y="814731"/>
                </a:lnTo>
                <a:lnTo>
                  <a:pt x="3739624" y="815362"/>
                </a:lnTo>
                <a:lnTo>
                  <a:pt x="3747825" y="815957"/>
                </a:lnTo>
                <a:lnTo>
                  <a:pt x="3756026" y="816515"/>
                </a:lnTo>
                <a:lnTo>
                  <a:pt x="3764227" y="817038"/>
                </a:lnTo>
                <a:lnTo>
                  <a:pt x="3772428" y="817527"/>
                </a:lnTo>
                <a:lnTo>
                  <a:pt x="3780629" y="817983"/>
                </a:lnTo>
                <a:lnTo>
                  <a:pt x="3788830" y="818408"/>
                </a:lnTo>
                <a:lnTo>
                  <a:pt x="3797031" y="818802"/>
                </a:lnTo>
                <a:lnTo>
                  <a:pt x="3805231" y="819167"/>
                </a:lnTo>
                <a:lnTo>
                  <a:pt x="3813432" y="819504"/>
                </a:lnTo>
                <a:lnTo>
                  <a:pt x="3821633" y="819816"/>
                </a:lnTo>
                <a:lnTo>
                  <a:pt x="3829834" y="820103"/>
                </a:lnTo>
                <a:lnTo>
                  <a:pt x="3838035" y="820368"/>
                </a:lnTo>
                <a:lnTo>
                  <a:pt x="3846236" y="820612"/>
                </a:lnTo>
                <a:lnTo>
                  <a:pt x="3854437" y="820837"/>
                </a:lnTo>
                <a:lnTo>
                  <a:pt x="3862638" y="821045"/>
                </a:lnTo>
                <a:lnTo>
                  <a:pt x="3870839" y="821238"/>
                </a:lnTo>
                <a:lnTo>
                  <a:pt x="3879040" y="821418"/>
                </a:lnTo>
                <a:lnTo>
                  <a:pt x="3887241" y="821587"/>
                </a:lnTo>
                <a:lnTo>
                  <a:pt x="3895442" y="821747"/>
                </a:lnTo>
                <a:lnTo>
                  <a:pt x="3903643" y="821900"/>
                </a:lnTo>
                <a:lnTo>
                  <a:pt x="3911844" y="822049"/>
                </a:lnTo>
                <a:lnTo>
                  <a:pt x="3920044" y="822196"/>
                </a:lnTo>
                <a:lnTo>
                  <a:pt x="3928245" y="822343"/>
                </a:lnTo>
                <a:lnTo>
                  <a:pt x="3936446" y="822492"/>
                </a:lnTo>
                <a:lnTo>
                  <a:pt x="3944647" y="822646"/>
                </a:lnTo>
                <a:lnTo>
                  <a:pt x="3952848" y="822806"/>
                </a:lnTo>
                <a:lnTo>
                  <a:pt x="3961049" y="822976"/>
                </a:lnTo>
                <a:lnTo>
                  <a:pt x="3969250" y="823157"/>
                </a:lnTo>
                <a:lnTo>
                  <a:pt x="3977451" y="823352"/>
                </a:lnTo>
                <a:lnTo>
                  <a:pt x="3985652" y="823562"/>
                </a:lnTo>
                <a:lnTo>
                  <a:pt x="3993853" y="823790"/>
                </a:lnTo>
                <a:lnTo>
                  <a:pt x="4002054" y="824037"/>
                </a:lnTo>
                <a:lnTo>
                  <a:pt x="4010255" y="824307"/>
                </a:lnTo>
                <a:lnTo>
                  <a:pt x="4018456" y="824599"/>
                </a:lnTo>
                <a:lnTo>
                  <a:pt x="4026657" y="824917"/>
                </a:lnTo>
                <a:lnTo>
                  <a:pt x="4034857" y="825261"/>
                </a:lnTo>
                <a:lnTo>
                  <a:pt x="4043058" y="825633"/>
                </a:lnTo>
                <a:lnTo>
                  <a:pt x="4051259" y="826035"/>
                </a:lnTo>
                <a:lnTo>
                  <a:pt x="4059460" y="826468"/>
                </a:lnTo>
                <a:lnTo>
                  <a:pt x="4067661" y="826933"/>
                </a:lnTo>
                <a:lnTo>
                  <a:pt x="4075862" y="827430"/>
                </a:lnTo>
                <a:lnTo>
                  <a:pt x="4084063" y="827960"/>
                </a:lnTo>
                <a:lnTo>
                  <a:pt x="4092264" y="828525"/>
                </a:lnTo>
              </a:path>
            </a:pathLst>
          </a:custGeom>
          <a:noFill/>
          <a:ln w="15875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ABCD-path-0045">
            <a:extLst>
              <a:ext uri="{FF2B5EF4-FFF2-40B4-BE49-F238E27FC236}">
                <a16:creationId xmlns:a16="http://schemas.microsoft.com/office/drawing/2014/main" id="{F493AFE5-8EA1-4DB6-AA74-0A696820F927}"/>
              </a:ext>
            </a:extLst>
          </p:cNvPr>
          <p:cNvSpPr>
            <a:spLocks noGrp="1"/>
          </p:cNvSpPr>
          <p:nvPr/>
        </p:nvSpPr>
        <p:spPr>
          <a:xfrm>
            <a:off x="462456" y="929477"/>
            <a:ext cx="4092264" cy="562199"/>
          </a:xfrm>
          <a:custGeom>
            <a:avLst/>
            <a:gdLst/>
            <a:ahLst/>
            <a:cxnLst/>
            <a:rect l="0" t="0" r="0" b="0"/>
            <a:pathLst>
              <a:path w="4092264" h="562199">
                <a:moveTo>
                  <a:pt x="0" y="562199"/>
                </a:moveTo>
                <a:lnTo>
                  <a:pt x="8201" y="560348"/>
                </a:lnTo>
                <a:lnTo>
                  <a:pt x="16402" y="558430"/>
                </a:lnTo>
                <a:lnTo>
                  <a:pt x="24603" y="556444"/>
                </a:lnTo>
                <a:lnTo>
                  <a:pt x="32804" y="554389"/>
                </a:lnTo>
                <a:lnTo>
                  <a:pt x="41005" y="552264"/>
                </a:lnTo>
                <a:lnTo>
                  <a:pt x="49206" y="550067"/>
                </a:lnTo>
                <a:lnTo>
                  <a:pt x="57407" y="547799"/>
                </a:lnTo>
                <a:lnTo>
                  <a:pt x="65607" y="545458"/>
                </a:lnTo>
                <a:lnTo>
                  <a:pt x="73808" y="543044"/>
                </a:lnTo>
                <a:lnTo>
                  <a:pt x="82009" y="540556"/>
                </a:lnTo>
                <a:lnTo>
                  <a:pt x="90210" y="537993"/>
                </a:lnTo>
                <a:lnTo>
                  <a:pt x="98411" y="535354"/>
                </a:lnTo>
                <a:lnTo>
                  <a:pt x="106612" y="532640"/>
                </a:lnTo>
                <a:lnTo>
                  <a:pt x="114813" y="529850"/>
                </a:lnTo>
                <a:lnTo>
                  <a:pt x="123014" y="526984"/>
                </a:lnTo>
                <a:lnTo>
                  <a:pt x="131215" y="524042"/>
                </a:lnTo>
                <a:lnTo>
                  <a:pt x="139416" y="521022"/>
                </a:lnTo>
                <a:lnTo>
                  <a:pt x="147617" y="517927"/>
                </a:lnTo>
                <a:lnTo>
                  <a:pt x="155818" y="514754"/>
                </a:lnTo>
                <a:lnTo>
                  <a:pt x="164019" y="511506"/>
                </a:lnTo>
                <a:lnTo>
                  <a:pt x="172220" y="508181"/>
                </a:lnTo>
                <a:lnTo>
                  <a:pt x="180420" y="504781"/>
                </a:lnTo>
                <a:lnTo>
                  <a:pt x="188621" y="501306"/>
                </a:lnTo>
                <a:lnTo>
                  <a:pt x="196822" y="497756"/>
                </a:lnTo>
                <a:lnTo>
                  <a:pt x="205023" y="494133"/>
                </a:lnTo>
                <a:lnTo>
                  <a:pt x="213224" y="490436"/>
                </a:lnTo>
                <a:lnTo>
                  <a:pt x="221425" y="486667"/>
                </a:lnTo>
                <a:lnTo>
                  <a:pt x="229626" y="482826"/>
                </a:lnTo>
                <a:lnTo>
                  <a:pt x="237827" y="478916"/>
                </a:lnTo>
                <a:lnTo>
                  <a:pt x="246028" y="474936"/>
                </a:lnTo>
                <a:lnTo>
                  <a:pt x="254229" y="470889"/>
                </a:lnTo>
                <a:lnTo>
                  <a:pt x="262430" y="466775"/>
                </a:lnTo>
                <a:lnTo>
                  <a:pt x="270631" y="462596"/>
                </a:lnTo>
                <a:lnTo>
                  <a:pt x="278832" y="458354"/>
                </a:lnTo>
                <a:lnTo>
                  <a:pt x="287033" y="454050"/>
                </a:lnTo>
                <a:lnTo>
                  <a:pt x="295233" y="449685"/>
                </a:lnTo>
                <a:lnTo>
                  <a:pt x="303434" y="445262"/>
                </a:lnTo>
                <a:lnTo>
                  <a:pt x="311635" y="440783"/>
                </a:lnTo>
                <a:lnTo>
                  <a:pt x="319836" y="436249"/>
                </a:lnTo>
                <a:lnTo>
                  <a:pt x="328037" y="431662"/>
                </a:lnTo>
                <a:lnTo>
                  <a:pt x="336238" y="427024"/>
                </a:lnTo>
                <a:lnTo>
                  <a:pt x="344439" y="422338"/>
                </a:lnTo>
                <a:lnTo>
                  <a:pt x="352640" y="417606"/>
                </a:lnTo>
                <a:lnTo>
                  <a:pt x="360841" y="412830"/>
                </a:lnTo>
                <a:lnTo>
                  <a:pt x="369042" y="408012"/>
                </a:lnTo>
                <a:lnTo>
                  <a:pt x="377243" y="403154"/>
                </a:lnTo>
                <a:lnTo>
                  <a:pt x="385444" y="398260"/>
                </a:lnTo>
                <a:lnTo>
                  <a:pt x="393645" y="393330"/>
                </a:lnTo>
                <a:lnTo>
                  <a:pt x="401846" y="388369"/>
                </a:lnTo>
                <a:lnTo>
                  <a:pt x="410046" y="383377"/>
                </a:lnTo>
                <a:lnTo>
                  <a:pt x="418247" y="378358"/>
                </a:lnTo>
                <a:lnTo>
                  <a:pt x="426448" y="373314"/>
                </a:lnTo>
                <a:lnTo>
                  <a:pt x="434649" y="368248"/>
                </a:lnTo>
                <a:lnTo>
                  <a:pt x="442850" y="363161"/>
                </a:lnTo>
                <a:lnTo>
                  <a:pt x="451051" y="358057"/>
                </a:lnTo>
                <a:lnTo>
                  <a:pt x="459252" y="352938"/>
                </a:lnTo>
                <a:lnTo>
                  <a:pt x="467453" y="347806"/>
                </a:lnTo>
                <a:lnTo>
                  <a:pt x="475654" y="342664"/>
                </a:lnTo>
                <a:lnTo>
                  <a:pt x="483855" y="337515"/>
                </a:lnTo>
                <a:lnTo>
                  <a:pt x="492056" y="332359"/>
                </a:lnTo>
                <a:lnTo>
                  <a:pt x="500257" y="327201"/>
                </a:lnTo>
                <a:lnTo>
                  <a:pt x="508458" y="322042"/>
                </a:lnTo>
                <a:lnTo>
                  <a:pt x="516659" y="316884"/>
                </a:lnTo>
                <a:lnTo>
                  <a:pt x="524860" y="311729"/>
                </a:lnTo>
                <a:lnTo>
                  <a:pt x="533060" y="306580"/>
                </a:lnTo>
                <a:lnTo>
                  <a:pt x="541261" y="301439"/>
                </a:lnTo>
                <a:lnTo>
                  <a:pt x="549462" y="296308"/>
                </a:lnTo>
                <a:lnTo>
                  <a:pt x="557663" y="291189"/>
                </a:lnTo>
                <a:lnTo>
                  <a:pt x="565864" y="286083"/>
                </a:lnTo>
                <a:lnTo>
                  <a:pt x="574065" y="280992"/>
                </a:lnTo>
                <a:lnTo>
                  <a:pt x="582266" y="275919"/>
                </a:lnTo>
                <a:lnTo>
                  <a:pt x="590467" y="270864"/>
                </a:lnTo>
                <a:lnTo>
                  <a:pt x="598668" y="265829"/>
                </a:lnTo>
                <a:lnTo>
                  <a:pt x="606869" y="260816"/>
                </a:lnTo>
                <a:lnTo>
                  <a:pt x="615070" y="255827"/>
                </a:lnTo>
                <a:lnTo>
                  <a:pt x="623271" y="250862"/>
                </a:lnTo>
                <a:lnTo>
                  <a:pt x="631472" y="245922"/>
                </a:lnTo>
                <a:lnTo>
                  <a:pt x="639673" y="241010"/>
                </a:lnTo>
                <a:lnTo>
                  <a:pt x="647873" y="236126"/>
                </a:lnTo>
                <a:lnTo>
                  <a:pt x="656074" y="231270"/>
                </a:lnTo>
                <a:lnTo>
                  <a:pt x="664275" y="226445"/>
                </a:lnTo>
                <a:lnTo>
                  <a:pt x="672476" y="221650"/>
                </a:lnTo>
                <a:lnTo>
                  <a:pt x="680677" y="216887"/>
                </a:lnTo>
                <a:lnTo>
                  <a:pt x="688878" y="212156"/>
                </a:lnTo>
                <a:lnTo>
                  <a:pt x="697079" y="207458"/>
                </a:lnTo>
                <a:lnTo>
                  <a:pt x="705280" y="202793"/>
                </a:lnTo>
                <a:lnTo>
                  <a:pt x="713481" y="198163"/>
                </a:lnTo>
                <a:lnTo>
                  <a:pt x="721682" y="193567"/>
                </a:lnTo>
                <a:lnTo>
                  <a:pt x="729883" y="189005"/>
                </a:lnTo>
                <a:lnTo>
                  <a:pt x="738084" y="184479"/>
                </a:lnTo>
                <a:lnTo>
                  <a:pt x="746285" y="179989"/>
                </a:lnTo>
                <a:lnTo>
                  <a:pt x="754486" y="175534"/>
                </a:lnTo>
                <a:lnTo>
                  <a:pt x="762686" y="171115"/>
                </a:lnTo>
                <a:lnTo>
                  <a:pt x="770887" y="166732"/>
                </a:lnTo>
                <a:lnTo>
                  <a:pt x="779088" y="162386"/>
                </a:lnTo>
                <a:lnTo>
                  <a:pt x="787289" y="158077"/>
                </a:lnTo>
                <a:lnTo>
                  <a:pt x="795490" y="153804"/>
                </a:lnTo>
                <a:lnTo>
                  <a:pt x="803691" y="149568"/>
                </a:lnTo>
                <a:lnTo>
                  <a:pt x="811892" y="145369"/>
                </a:lnTo>
                <a:lnTo>
                  <a:pt x="820093" y="141208"/>
                </a:lnTo>
                <a:lnTo>
                  <a:pt x="828294" y="137085"/>
                </a:lnTo>
                <a:lnTo>
                  <a:pt x="836495" y="132999"/>
                </a:lnTo>
                <a:lnTo>
                  <a:pt x="844696" y="128952"/>
                </a:lnTo>
                <a:lnTo>
                  <a:pt x="852897" y="124943"/>
                </a:lnTo>
                <a:lnTo>
                  <a:pt x="861098" y="120973"/>
                </a:lnTo>
                <a:lnTo>
                  <a:pt x="869299" y="117042"/>
                </a:lnTo>
                <a:lnTo>
                  <a:pt x="877499" y="113151"/>
                </a:lnTo>
                <a:lnTo>
                  <a:pt x="885700" y="109300"/>
                </a:lnTo>
                <a:lnTo>
                  <a:pt x="893901" y="105491"/>
                </a:lnTo>
                <a:lnTo>
                  <a:pt x="902102" y="101723"/>
                </a:lnTo>
                <a:lnTo>
                  <a:pt x="910303" y="97998"/>
                </a:lnTo>
                <a:lnTo>
                  <a:pt x="918504" y="94315"/>
                </a:lnTo>
                <a:lnTo>
                  <a:pt x="926705" y="90677"/>
                </a:lnTo>
                <a:lnTo>
                  <a:pt x="934906" y="87085"/>
                </a:lnTo>
                <a:lnTo>
                  <a:pt x="943107" y="83538"/>
                </a:lnTo>
                <a:lnTo>
                  <a:pt x="951308" y="80040"/>
                </a:lnTo>
                <a:lnTo>
                  <a:pt x="959509" y="76590"/>
                </a:lnTo>
                <a:lnTo>
                  <a:pt x="967710" y="73190"/>
                </a:lnTo>
                <a:lnTo>
                  <a:pt x="975911" y="69842"/>
                </a:lnTo>
                <a:lnTo>
                  <a:pt x="984112" y="66547"/>
                </a:lnTo>
                <a:lnTo>
                  <a:pt x="992313" y="63307"/>
                </a:lnTo>
                <a:lnTo>
                  <a:pt x="1000513" y="60124"/>
                </a:lnTo>
                <a:lnTo>
                  <a:pt x="1008714" y="56999"/>
                </a:lnTo>
                <a:lnTo>
                  <a:pt x="1016915" y="53935"/>
                </a:lnTo>
                <a:lnTo>
                  <a:pt x="1025116" y="50933"/>
                </a:lnTo>
                <a:lnTo>
                  <a:pt x="1033317" y="47995"/>
                </a:lnTo>
                <a:lnTo>
                  <a:pt x="1041518" y="45123"/>
                </a:lnTo>
                <a:lnTo>
                  <a:pt x="1049719" y="42320"/>
                </a:lnTo>
                <a:lnTo>
                  <a:pt x="1057920" y="39588"/>
                </a:lnTo>
                <a:lnTo>
                  <a:pt x="1066121" y="36929"/>
                </a:lnTo>
                <a:lnTo>
                  <a:pt x="1074322" y="34345"/>
                </a:lnTo>
                <a:lnTo>
                  <a:pt x="1082523" y="31838"/>
                </a:lnTo>
                <a:lnTo>
                  <a:pt x="1090724" y="29412"/>
                </a:lnTo>
                <a:lnTo>
                  <a:pt x="1098925" y="27067"/>
                </a:lnTo>
                <a:lnTo>
                  <a:pt x="1107126" y="24806"/>
                </a:lnTo>
                <a:lnTo>
                  <a:pt x="1115326" y="22632"/>
                </a:lnTo>
                <a:lnTo>
                  <a:pt x="1123527" y="20547"/>
                </a:lnTo>
                <a:lnTo>
                  <a:pt x="1131728" y="18552"/>
                </a:lnTo>
                <a:lnTo>
                  <a:pt x="1139929" y="16650"/>
                </a:lnTo>
                <a:lnTo>
                  <a:pt x="1148130" y="14844"/>
                </a:lnTo>
                <a:lnTo>
                  <a:pt x="1156331" y="13134"/>
                </a:lnTo>
                <a:lnTo>
                  <a:pt x="1164532" y="11523"/>
                </a:lnTo>
                <a:lnTo>
                  <a:pt x="1172733" y="10012"/>
                </a:lnTo>
                <a:lnTo>
                  <a:pt x="1180934" y="8603"/>
                </a:lnTo>
                <a:lnTo>
                  <a:pt x="1189135" y="7298"/>
                </a:lnTo>
                <a:lnTo>
                  <a:pt x="1197336" y="6098"/>
                </a:lnTo>
                <a:lnTo>
                  <a:pt x="1205537" y="5003"/>
                </a:lnTo>
                <a:lnTo>
                  <a:pt x="1213738" y="4015"/>
                </a:lnTo>
                <a:lnTo>
                  <a:pt x="1221939" y="3135"/>
                </a:lnTo>
                <a:lnTo>
                  <a:pt x="1230139" y="2364"/>
                </a:lnTo>
                <a:lnTo>
                  <a:pt x="1238340" y="1701"/>
                </a:lnTo>
                <a:lnTo>
                  <a:pt x="1246541" y="1147"/>
                </a:lnTo>
                <a:lnTo>
                  <a:pt x="1254742" y="701"/>
                </a:lnTo>
                <a:lnTo>
                  <a:pt x="1262943" y="365"/>
                </a:lnTo>
                <a:lnTo>
                  <a:pt x="1271144" y="136"/>
                </a:lnTo>
                <a:lnTo>
                  <a:pt x="1279345" y="15"/>
                </a:lnTo>
                <a:lnTo>
                  <a:pt x="1287546" y="0"/>
                </a:lnTo>
                <a:lnTo>
                  <a:pt x="1295747" y="90"/>
                </a:lnTo>
                <a:lnTo>
                  <a:pt x="1303948" y="284"/>
                </a:lnTo>
                <a:lnTo>
                  <a:pt x="1312149" y="580"/>
                </a:lnTo>
                <a:lnTo>
                  <a:pt x="1320350" y="976"/>
                </a:lnTo>
                <a:lnTo>
                  <a:pt x="1328551" y="1470"/>
                </a:lnTo>
                <a:lnTo>
                  <a:pt x="1336752" y="2059"/>
                </a:lnTo>
                <a:lnTo>
                  <a:pt x="1344952" y="2740"/>
                </a:lnTo>
                <a:lnTo>
                  <a:pt x="1353153" y="3511"/>
                </a:lnTo>
                <a:lnTo>
                  <a:pt x="1361354" y="4368"/>
                </a:lnTo>
                <a:lnTo>
                  <a:pt x="1369555" y="5308"/>
                </a:lnTo>
                <a:lnTo>
                  <a:pt x="1377756" y="6327"/>
                </a:lnTo>
                <a:lnTo>
                  <a:pt x="1385957" y="7421"/>
                </a:lnTo>
                <a:lnTo>
                  <a:pt x="1394158" y="8587"/>
                </a:lnTo>
                <a:lnTo>
                  <a:pt x="1402359" y="9819"/>
                </a:lnTo>
                <a:lnTo>
                  <a:pt x="1410560" y="11114"/>
                </a:lnTo>
                <a:lnTo>
                  <a:pt x="1418761" y="12466"/>
                </a:lnTo>
                <a:lnTo>
                  <a:pt x="1426962" y="13871"/>
                </a:lnTo>
                <a:lnTo>
                  <a:pt x="1435163" y="15324"/>
                </a:lnTo>
                <a:lnTo>
                  <a:pt x="1443364" y="16821"/>
                </a:lnTo>
                <a:lnTo>
                  <a:pt x="1451565" y="18354"/>
                </a:lnTo>
                <a:lnTo>
                  <a:pt x="1459766" y="19920"/>
                </a:lnTo>
                <a:lnTo>
                  <a:pt x="1467966" y="21513"/>
                </a:lnTo>
                <a:lnTo>
                  <a:pt x="1476167" y="23128"/>
                </a:lnTo>
                <a:lnTo>
                  <a:pt x="1484368" y="24759"/>
                </a:lnTo>
                <a:lnTo>
                  <a:pt x="1492569" y="26400"/>
                </a:lnTo>
                <a:lnTo>
                  <a:pt x="1500770" y="28046"/>
                </a:lnTo>
                <a:lnTo>
                  <a:pt x="1508971" y="29693"/>
                </a:lnTo>
                <a:lnTo>
                  <a:pt x="1517172" y="31333"/>
                </a:lnTo>
                <a:lnTo>
                  <a:pt x="1525373" y="32963"/>
                </a:lnTo>
                <a:lnTo>
                  <a:pt x="1533574" y="34576"/>
                </a:lnTo>
                <a:lnTo>
                  <a:pt x="1541775" y="36168"/>
                </a:lnTo>
                <a:lnTo>
                  <a:pt x="1549976" y="37733"/>
                </a:lnTo>
                <a:lnTo>
                  <a:pt x="1558177" y="39267"/>
                </a:lnTo>
                <a:lnTo>
                  <a:pt x="1566378" y="40764"/>
                </a:lnTo>
                <a:lnTo>
                  <a:pt x="1574579" y="42221"/>
                </a:lnTo>
                <a:lnTo>
                  <a:pt x="1582779" y="43633"/>
                </a:lnTo>
                <a:lnTo>
                  <a:pt x="1590980" y="44995"/>
                </a:lnTo>
                <a:lnTo>
                  <a:pt x="1599181" y="46304"/>
                </a:lnTo>
                <a:lnTo>
                  <a:pt x="1607382" y="47556"/>
                </a:lnTo>
                <a:lnTo>
                  <a:pt x="1615583" y="48748"/>
                </a:lnTo>
                <a:lnTo>
                  <a:pt x="1623784" y="49876"/>
                </a:lnTo>
                <a:lnTo>
                  <a:pt x="1631985" y="50937"/>
                </a:lnTo>
                <a:lnTo>
                  <a:pt x="1640186" y="51929"/>
                </a:lnTo>
                <a:lnTo>
                  <a:pt x="1648387" y="52850"/>
                </a:lnTo>
                <a:lnTo>
                  <a:pt x="1656588" y="53698"/>
                </a:lnTo>
                <a:lnTo>
                  <a:pt x="1664789" y="54470"/>
                </a:lnTo>
                <a:lnTo>
                  <a:pt x="1672990" y="55166"/>
                </a:lnTo>
                <a:lnTo>
                  <a:pt x="1681191" y="55784"/>
                </a:lnTo>
                <a:lnTo>
                  <a:pt x="1689392" y="56324"/>
                </a:lnTo>
                <a:lnTo>
                  <a:pt x="1697592" y="56786"/>
                </a:lnTo>
                <a:lnTo>
                  <a:pt x="1705793" y="57169"/>
                </a:lnTo>
                <a:lnTo>
                  <a:pt x="1713994" y="57473"/>
                </a:lnTo>
                <a:lnTo>
                  <a:pt x="1722195" y="57700"/>
                </a:lnTo>
                <a:lnTo>
                  <a:pt x="1730396" y="57850"/>
                </a:lnTo>
                <a:lnTo>
                  <a:pt x="1738597" y="57925"/>
                </a:lnTo>
                <a:lnTo>
                  <a:pt x="1746798" y="57925"/>
                </a:lnTo>
                <a:lnTo>
                  <a:pt x="1754999" y="57854"/>
                </a:lnTo>
                <a:lnTo>
                  <a:pt x="1763200" y="57713"/>
                </a:lnTo>
                <a:lnTo>
                  <a:pt x="1771401" y="57504"/>
                </a:lnTo>
                <a:lnTo>
                  <a:pt x="1779602" y="57231"/>
                </a:lnTo>
                <a:lnTo>
                  <a:pt x="1787803" y="56896"/>
                </a:lnTo>
                <a:lnTo>
                  <a:pt x="1796004" y="56502"/>
                </a:lnTo>
                <a:lnTo>
                  <a:pt x="1804205" y="56053"/>
                </a:lnTo>
                <a:lnTo>
                  <a:pt x="1812405" y="55553"/>
                </a:lnTo>
                <a:lnTo>
                  <a:pt x="1820606" y="55005"/>
                </a:lnTo>
                <a:lnTo>
                  <a:pt x="1828807" y="54414"/>
                </a:lnTo>
                <a:lnTo>
                  <a:pt x="1837008" y="53783"/>
                </a:lnTo>
                <a:lnTo>
                  <a:pt x="1845209" y="53118"/>
                </a:lnTo>
                <a:lnTo>
                  <a:pt x="1853410" y="52421"/>
                </a:lnTo>
                <a:lnTo>
                  <a:pt x="1861611" y="51699"/>
                </a:lnTo>
                <a:lnTo>
                  <a:pt x="1869812" y="50955"/>
                </a:lnTo>
                <a:lnTo>
                  <a:pt x="1878013" y="50194"/>
                </a:lnTo>
                <a:lnTo>
                  <a:pt x="1886214" y="49421"/>
                </a:lnTo>
                <a:lnTo>
                  <a:pt x="1894415" y="48641"/>
                </a:lnTo>
                <a:lnTo>
                  <a:pt x="1902616" y="47857"/>
                </a:lnTo>
                <a:lnTo>
                  <a:pt x="1910817" y="47076"/>
                </a:lnTo>
                <a:lnTo>
                  <a:pt x="1919018" y="46302"/>
                </a:lnTo>
                <a:lnTo>
                  <a:pt x="1927219" y="45538"/>
                </a:lnTo>
                <a:lnTo>
                  <a:pt x="1935419" y="44790"/>
                </a:lnTo>
                <a:lnTo>
                  <a:pt x="1943620" y="44062"/>
                </a:lnTo>
                <a:lnTo>
                  <a:pt x="1951821" y="43359"/>
                </a:lnTo>
                <a:lnTo>
                  <a:pt x="1960022" y="42684"/>
                </a:lnTo>
                <a:lnTo>
                  <a:pt x="1968223" y="42041"/>
                </a:lnTo>
                <a:lnTo>
                  <a:pt x="1976424" y="41434"/>
                </a:lnTo>
                <a:lnTo>
                  <a:pt x="1984625" y="40867"/>
                </a:lnTo>
                <a:lnTo>
                  <a:pt x="1992826" y="40342"/>
                </a:lnTo>
                <a:lnTo>
                  <a:pt x="2001027" y="39865"/>
                </a:lnTo>
                <a:lnTo>
                  <a:pt x="2009228" y="39436"/>
                </a:lnTo>
                <a:lnTo>
                  <a:pt x="2017429" y="39060"/>
                </a:lnTo>
                <a:lnTo>
                  <a:pt x="2025630" y="38738"/>
                </a:lnTo>
                <a:lnTo>
                  <a:pt x="2033831" y="38473"/>
                </a:lnTo>
                <a:lnTo>
                  <a:pt x="2042032" y="38266"/>
                </a:lnTo>
                <a:lnTo>
                  <a:pt x="2050232" y="38120"/>
                </a:lnTo>
                <a:lnTo>
                  <a:pt x="2058433" y="38036"/>
                </a:lnTo>
                <a:lnTo>
                  <a:pt x="2066634" y="38015"/>
                </a:lnTo>
                <a:lnTo>
                  <a:pt x="2074835" y="38059"/>
                </a:lnTo>
                <a:lnTo>
                  <a:pt x="2083036" y="38167"/>
                </a:lnTo>
                <a:lnTo>
                  <a:pt x="2091237" y="38340"/>
                </a:lnTo>
                <a:lnTo>
                  <a:pt x="2099438" y="38579"/>
                </a:lnTo>
                <a:lnTo>
                  <a:pt x="2107639" y="38883"/>
                </a:lnTo>
                <a:lnTo>
                  <a:pt x="2115840" y="39252"/>
                </a:lnTo>
                <a:lnTo>
                  <a:pt x="2124041" y="39686"/>
                </a:lnTo>
                <a:lnTo>
                  <a:pt x="2132242" y="40183"/>
                </a:lnTo>
                <a:lnTo>
                  <a:pt x="2140443" y="40743"/>
                </a:lnTo>
                <a:lnTo>
                  <a:pt x="2148644" y="41364"/>
                </a:lnTo>
                <a:lnTo>
                  <a:pt x="2156845" y="42044"/>
                </a:lnTo>
                <a:lnTo>
                  <a:pt x="2165045" y="42783"/>
                </a:lnTo>
                <a:lnTo>
                  <a:pt x="2173246" y="43578"/>
                </a:lnTo>
                <a:lnTo>
                  <a:pt x="2181447" y="44428"/>
                </a:lnTo>
                <a:lnTo>
                  <a:pt x="2189648" y="45329"/>
                </a:lnTo>
                <a:lnTo>
                  <a:pt x="2197849" y="46281"/>
                </a:lnTo>
                <a:lnTo>
                  <a:pt x="2206050" y="47279"/>
                </a:lnTo>
                <a:lnTo>
                  <a:pt x="2214251" y="48323"/>
                </a:lnTo>
                <a:lnTo>
                  <a:pt x="2222452" y="49408"/>
                </a:lnTo>
                <a:lnTo>
                  <a:pt x="2230653" y="50533"/>
                </a:lnTo>
                <a:lnTo>
                  <a:pt x="2238854" y="51694"/>
                </a:lnTo>
                <a:lnTo>
                  <a:pt x="2247055" y="52889"/>
                </a:lnTo>
                <a:lnTo>
                  <a:pt x="2255256" y="54114"/>
                </a:lnTo>
                <a:lnTo>
                  <a:pt x="2263457" y="55367"/>
                </a:lnTo>
                <a:lnTo>
                  <a:pt x="2271658" y="56645"/>
                </a:lnTo>
                <a:lnTo>
                  <a:pt x="2279859" y="57944"/>
                </a:lnTo>
                <a:lnTo>
                  <a:pt x="2288059" y="59262"/>
                </a:lnTo>
                <a:lnTo>
                  <a:pt x="2296260" y="60596"/>
                </a:lnTo>
                <a:lnTo>
                  <a:pt x="2304461" y="61943"/>
                </a:lnTo>
                <a:lnTo>
                  <a:pt x="2312662" y="63300"/>
                </a:lnTo>
                <a:lnTo>
                  <a:pt x="2320863" y="64664"/>
                </a:lnTo>
                <a:lnTo>
                  <a:pt x="2329064" y="66032"/>
                </a:lnTo>
                <a:lnTo>
                  <a:pt x="2337265" y="67403"/>
                </a:lnTo>
                <a:lnTo>
                  <a:pt x="2345466" y="68772"/>
                </a:lnTo>
                <a:lnTo>
                  <a:pt x="2353667" y="70139"/>
                </a:lnTo>
                <a:lnTo>
                  <a:pt x="2361868" y="71500"/>
                </a:lnTo>
                <a:lnTo>
                  <a:pt x="2370069" y="72854"/>
                </a:lnTo>
                <a:lnTo>
                  <a:pt x="2378270" y="74198"/>
                </a:lnTo>
                <a:lnTo>
                  <a:pt x="2386471" y="75531"/>
                </a:lnTo>
                <a:lnTo>
                  <a:pt x="2394672" y="76850"/>
                </a:lnTo>
                <a:lnTo>
                  <a:pt x="2402872" y="78155"/>
                </a:lnTo>
                <a:lnTo>
                  <a:pt x="2411073" y="79443"/>
                </a:lnTo>
                <a:lnTo>
                  <a:pt x="2419274" y="80713"/>
                </a:lnTo>
                <a:lnTo>
                  <a:pt x="2427475" y="81964"/>
                </a:lnTo>
                <a:lnTo>
                  <a:pt x="2435676" y="83195"/>
                </a:lnTo>
                <a:lnTo>
                  <a:pt x="2443877" y="84405"/>
                </a:lnTo>
                <a:lnTo>
                  <a:pt x="2452078" y="85593"/>
                </a:lnTo>
                <a:lnTo>
                  <a:pt x="2460279" y="86760"/>
                </a:lnTo>
                <a:lnTo>
                  <a:pt x="2468480" y="87903"/>
                </a:lnTo>
                <a:lnTo>
                  <a:pt x="2476681" y="89024"/>
                </a:lnTo>
                <a:lnTo>
                  <a:pt x="2484882" y="90121"/>
                </a:lnTo>
                <a:lnTo>
                  <a:pt x="2493083" y="91196"/>
                </a:lnTo>
                <a:lnTo>
                  <a:pt x="2501284" y="92247"/>
                </a:lnTo>
                <a:lnTo>
                  <a:pt x="2509485" y="93277"/>
                </a:lnTo>
                <a:lnTo>
                  <a:pt x="2517685" y="94284"/>
                </a:lnTo>
                <a:lnTo>
                  <a:pt x="2525886" y="95269"/>
                </a:lnTo>
                <a:lnTo>
                  <a:pt x="2534087" y="96234"/>
                </a:lnTo>
                <a:lnTo>
                  <a:pt x="2542288" y="97178"/>
                </a:lnTo>
                <a:lnTo>
                  <a:pt x="2550489" y="98104"/>
                </a:lnTo>
                <a:lnTo>
                  <a:pt x="2558690" y="99012"/>
                </a:lnTo>
                <a:lnTo>
                  <a:pt x="2566891" y="99902"/>
                </a:lnTo>
                <a:lnTo>
                  <a:pt x="2575092" y="100777"/>
                </a:lnTo>
                <a:lnTo>
                  <a:pt x="2583293" y="101638"/>
                </a:lnTo>
                <a:lnTo>
                  <a:pt x="2591494" y="102485"/>
                </a:lnTo>
                <a:lnTo>
                  <a:pt x="2599695" y="103321"/>
                </a:lnTo>
                <a:lnTo>
                  <a:pt x="2607896" y="104147"/>
                </a:lnTo>
                <a:lnTo>
                  <a:pt x="2616097" y="104965"/>
                </a:lnTo>
                <a:lnTo>
                  <a:pt x="2624298" y="105776"/>
                </a:lnTo>
                <a:lnTo>
                  <a:pt x="2632498" y="106582"/>
                </a:lnTo>
                <a:lnTo>
                  <a:pt x="2640699" y="107385"/>
                </a:lnTo>
                <a:lnTo>
                  <a:pt x="2648900" y="108187"/>
                </a:lnTo>
                <a:lnTo>
                  <a:pt x="2657101" y="108989"/>
                </a:lnTo>
                <a:lnTo>
                  <a:pt x="2665302" y="109793"/>
                </a:lnTo>
                <a:lnTo>
                  <a:pt x="2673503" y="110602"/>
                </a:lnTo>
                <a:lnTo>
                  <a:pt x="2681704" y="111416"/>
                </a:lnTo>
                <a:lnTo>
                  <a:pt x="2689905" y="112238"/>
                </a:lnTo>
                <a:lnTo>
                  <a:pt x="2698106" y="113070"/>
                </a:lnTo>
                <a:lnTo>
                  <a:pt x="2706307" y="113914"/>
                </a:lnTo>
                <a:lnTo>
                  <a:pt x="2714508" y="114771"/>
                </a:lnTo>
                <a:lnTo>
                  <a:pt x="2722709" y="115643"/>
                </a:lnTo>
                <a:lnTo>
                  <a:pt x="2730910" y="116533"/>
                </a:lnTo>
                <a:lnTo>
                  <a:pt x="2739111" y="117441"/>
                </a:lnTo>
                <a:lnTo>
                  <a:pt x="2747312" y="118371"/>
                </a:lnTo>
                <a:lnTo>
                  <a:pt x="2755512" y="119322"/>
                </a:lnTo>
                <a:lnTo>
                  <a:pt x="2763713" y="120298"/>
                </a:lnTo>
                <a:lnTo>
                  <a:pt x="2771914" y="121300"/>
                </a:lnTo>
                <a:lnTo>
                  <a:pt x="2780115" y="122330"/>
                </a:lnTo>
                <a:lnTo>
                  <a:pt x="2788316" y="123388"/>
                </a:lnTo>
                <a:lnTo>
                  <a:pt x="2796517" y="124477"/>
                </a:lnTo>
                <a:lnTo>
                  <a:pt x="2804718" y="125599"/>
                </a:lnTo>
                <a:lnTo>
                  <a:pt x="2812919" y="126753"/>
                </a:lnTo>
                <a:lnTo>
                  <a:pt x="2821120" y="127943"/>
                </a:lnTo>
                <a:lnTo>
                  <a:pt x="2829321" y="129169"/>
                </a:lnTo>
                <a:lnTo>
                  <a:pt x="2837522" y="130432"/>
                </a:lnTo>
                <a:lnTo>
                  <a:pt x="2845723" y="131733"/>
                </a:lnTo>
                <a:lnTo>
                  <a:pt x="2853924" y="133074"/>
                </a:lnTo>
                <a:lnTo>
                  <a:pt x="2862125" y="134456"/>
                </a:lnTo>
                <a:lnTo>
                  <a:pt x="2870325" y="135880"/>
                </a:lnTo>
                <a:lnTo>
                  <a:pt x="2878526" y="137346"/>
                </a:lnTo>
                <a:lnTo>
                  <a:pt x="2886727" y="138855"/>
                </a:lnTo>
                <a:lnTo>
                  <a:pt x="2894928" y="140408"/>
                </a:lnTo>
                <a:lnTo>
                  <a:pt x="2903129" y="142005"/>
                </a:lnTo>
                <a:lnTo>
                  <a:pt x="2911330" y="143648"/>
                </a:lnTo>
                <a:lnTo>
                  <a:pt x="2919531" y="145336"/>
                </a:lnTo>
                <a:lnTo>
                  <a:pt x="2927732" y="147071"/>
                </a:lnTo>
                <a:lnTo>
                  <a:pt x="2935933" y="148851"/>
                </a:lnTo>
                <a:lnTo>
                  <a:pt x="2944134" y="150678"/>
                </a:lnTo>
                <a:lnTo>
                  <a:pt x="2952335" y="152552"/>
                </a:lnTo>
                <a:lnTo>
                  <a:pt x="2960536" y="154472"/>
                </a:lnTo>
                <a:lnTo>
                  <a:pt x="2968737" y="156439"/>
                </a:lnTo>
                <a:lnTo>
                  <a:pt x="2976938" y="158452"/>
                </a:lnTo>
                <a:lnTo>
                  <a:pt x="2985138" y="160511"/>
                </a:lnTo>
                <a:lnTo>
                  <a:pt x="2993339" y="162616"/>
                </a:lnTo>
                <a:lnTo>
                  <a:pt x="3001540" y="164767"/>
                </a:lnTo>
                <a:lnTo>
                  <a:pt x="3009741" y="166962"/>
                </a:lnTo>
                <a:lnTo>
                  <a:pt x="3017942" y="169201"/>
                </a:lnTo>
                <a:lnTo>
                  <a:pt x="3026143" y="171484"/>
                </a:lnTo>
                <a:lnTo>
                  <a:pt x="3034344" y="173809"/>
                </a:lnTo>
                <a:lnTo>
                  <a:pt x="3042545" y="176177"/>
                </a:lnTo>
                <a:lnTo>
                  <a:pt x="3050746" y="178585"/>
                </a:lnTo>
                <a:lnTo>
                  <a:pt x="3058947" y="181032"/>
                </a:lnTo>
                <a:lnTo>
                  <a:pt x="3067148" y="183518"/>
                </a:lnTo>
                <a:lnTo>
                  <a:pt x="3075349" y="186041"/>
                </a:lnTo>
                <a:lnTo>
                  <a:pt x="3083550" y="188600"/>
                </a:lnTo>
                <a:lnTo>
                  <a:pt x="3091751" y="191194"/>
                </a:lnTo>
                <a:lnTo>
                  <a:pt x="3099951" y="193820"/>
                </a:lnTo>
                <a:lnTo>
                  <a:pt x="3108152" y="196477"/>
                </a:lnTo>
                <a:lnTo>
                  <a:pt x="3116353" y="199163"/>
                </a:lnTo>
                <a:lnTo>
                  <a:pt x="3124554" y="201877"/>
                </a:lnTo>
                <a:lnTo>
                  <a:pt x="3132755" y="204616"/>
                </a:lnTo>
                <a:lnTo>
                  <a:pt x="3140956" y="207379"/>
                </a:lnTo>
                <a:lnTo>
                  <a:pt x="3149157" y="210163"/>
                </a:lnTo>
                <a:lnTo>
                  <a:pt x="3157358" y="212967"/>
                </a:lnTo>
                <a:lnTo>
                  <a:pt x="3165559" y="215787"/>
                </a:lnTo>
                <a:lnTo>
                  <a:pt x="3173760" y="218623"/>
                </a:lnTo>
                <a:lnTo>
                  <a:pt x="3181961" y="221470"/>
                </a:lnTo>
                <a:lnTo>
                  <a:pt x="3190162" y="224327"/>
                </a:lnTo>
                <a:lnTo>
                  <a:pt x="3198363" y="227191"/>
                </a:lnTo>
                <a:lnTo>
                  <a:pt x="3206564" y="230060"/>
                </a:lnTo>
                <a:lnTo>
                  <a:pt x="3214765" y="232931"/>
                </a:lnTo>
                <a:lnTo>
                  <a:pt x="3222965" y="235801"/>
                </a:lnTo>
                <a:lnTo>
                  <a:pt x="3231166" y="238667"/>
                </a:lnTo>
                <a:lnTo>
                  <a:pt x="3239367" y="241526"/>
                </a:lnTo>
                <a:lnTo>
                  <a:pt x="3247568" y="244376"/>
                </a:lnTo>
                <a:lnTo>
                  <a:pt x="3255769" y="247214"/>
                </a:lnTo>
                <a:lnTo>
                  <a:pt x="3263970" y="250035"/>
                </a:lnTo>
                <a:lnTo>
                  <a:pt x="3272171" y="252838"/>
                </a:lnTo>
                <a:lnTo>
                  <a:pt x="3280372" y="255620"/>
                </a:lnTo>
                <a:lnTo>
                  <a:pt x="3288573" y="258376"/>
                </a:lnTo>
                <a:lnTo>
                  <a:pt x="3296774" y="261105"/>
                </a:lnTo>
                <a:lnTo>
                  <a:pt x="3304975" y="263802"/>
                </a:lnTo>
                <a:lnTo>
                  <a:pt x="3313176" y="266465"/>
                </a:lnTo>
                <a:lnTo>
                  <a:pt x="3321377" y="269090"/>
                </a:lnTo>
                <a:lnTo>
                  <a:pt x="3329578" y="271674"/>
                </a:lnTo>
                <a:lnTo>
                  <a:pt x="3337778" y="274214"/>
                </a:lnTo>
                <a:lnTo>
                  <a:pt x="3345979" y="276706"/>
                </a:lnTo>
                <a:lnTo>
                  <a:pt x="3354180" y="279148"/>
                </a:lnTo>
                <a:lnTo>
                  <a:pt x="3362381" y="281536"/>
                </a:lnTo>
                <a:lnTo>
                  <a:pt x="3370582" y="283866"/>
                </a:lnTo>
                <a:lnTo>
                  <a:pt x="3378783" y="286137"/>
                </a:lnTo>
                <a:lnTo>
                  <a:pt x="3386984" y="288344"/>
                </a:lnTo>
                <a:lnTo>
                  <a:pt x="3395185" y="290484"/>
                </a:lnTo>
                <a:lnTo>
                  <a:pt x="3403386" y="292555"/>
                </a:lnTo>
                <a:lnTo>
                  <a:pt x="3411587" y="294554"/>
                </a:lnTo>
                <a:lnTo>
                  <a:pt x="3419788" y="296476"/>
                </a:lnTo>
                <a:lnTo>
                  <a:pt x="3427989" y="298321"/>
                </a:lnTo>
                <a:lnTo>
                  <a:pt x="3436190" y="300084"/>
                </a:lnTo>
                <a:lnTo>
                  <a:pt x="3444391" y="301763"/>
                </a:lnTo>
                <a:lnTo>
                  <a:pt x="3452591" y="303355"/>
                </a:lnTo>
                <a:lnTo>
                  <a:pt x="3460792" y="304858"/>
                </a:lnTo>
                <a:lnTo>
                  <a:pt x="3468993" y="306270"/>
                </a:lnTo>
                <a:lnTo>
                  <a:pt x="3477194" y="307587"/>
                </a:lnTo>
                <a:lnTo>
                  <a:pt x="3485395" y="308809"/>
                </a:lnTo>
                <a:lnTo>
                  <a:pt x="3493596" y="309932"/>
                </a:lnTo>
                <a:lnTo>
                  <a:pt x="3501797" y="310954"/>
                </a:lnTo>
                <a:lnTo>
                  <a:pt x="3509998" y="311875"/>
                </a:lnTo>
                <a:lnTo>
                  <a:pt x="3518199" y="312692"/>
                </a:lnTo>
                <a:lnTo>
                  <a:pt x="3526400" y="313404"/>
                </a:lnTo>
                <a:lnTo>
                  <a:pt x="3534601" y="314010"/>
                </a:lnTo>
                <a:lnTo>
                  <a:pt x="3542802" y="314508"/>
                </a:lnTo>
                <a:lnTo>
                  <a:pt x="3551003" y="314897"/>
                </a:lnTo>
                <a:lnTo>
                  <a:pt x="3559204" y="315178"/>
                </a:lnTo>
                <a:lnTo>
                  <a:pt x="3567404" y="315348"/>
                </a:lnTo>
                <a:lnTo>
                  <a:pt x="3575605" y="315408"/>
                </a:lnTo>
                <a:lnTo>
                  <a:pt x="3583806" y="315358"/>
                </a:lnTo>
                <a:lnTo>
                  <a:pt x="3592007" y="315198"/>
                </a:lnTo>
                <a:lnTo>
                  <a:pt x="3600208" y="314928"/>
                </a:lnTo>
                <a:lnTo>
                  <a:pt x="3608409" y="314549"/>
                </a:lnTo>
                <a:lnTo>
                  <a:pt x="3616610" y="314061"/>
                </a:lnTo>
                <a:lnTo>
                  <a:pt x="3624811" y="313466"/>
                </a:lnTo>
                <a:lnTo>
                  <a:pt x="3633012" y="312766"/>
                </a:lnTo>
                <a:lnTo>
                  <a:pt x="3641213" y="311960"/>
                </a:lnTo>
                <a:lnTo>
                  <a:pt x="3649414" y="311053"/>
                </a:lnTo>
                <a:lnTo>
                  <a:pt x="3657615" y="310045"/>
                </a:lnTo>
                <a:lnTo>
                  <a:pt x="3665816" y="308939"/>
                </a:lnTo>
                <a:lnTo>
                  <a:pt x="3674017" y="307738"/>
                </a:lnTo>
                <a:lnTo>
                  <a:pt x="3682218" y="306444"/>
                </a:lnTo>
                <a:lnTo>
                  <a:pt x="3690418" y="305062"/>
                </a:lnTo>
                <a:lnTo>
                  <a:pt x="3698619" y="303594"/>
                </a:lnTo>
                <a:lnTo>
                  <a:pt x="3706820" y="302044"/>
                </a:lnTo>
                <a:lnTo>
                  <a:pt x="3715021" y="300417"/>
                </a:lnTo>
                <a:lnTo>
                  <a:pt x="3723222" y="298716"/>
                </a:lnTo>
                <a:lnTo>
                  <a:pt x="3731423" y="296946"/>
                </a:lnTo>
                <a:lnTo>
                  <a:pt x="3739624" y="295112"/>
                </a:lnTo>
                <a:lnTo>
                  <a:pt x="3747825" y="293220"/>
                </a:lnTo>
                <a:lnTo>
                  <a:pt x="3756026" y="291274"/>
                </a:lnTo>
                <a:lnTo>
                  <a:pt x="3764227" y="289280"/>
                </a:lnTo>
                <a:lnTo>
                  <a:pt x="3772428" y="287244"/>
                </a:lnTo>
                <a:lnTo>
                  <a:pt x="3780629" y="285172"/>
                </a:lnTo>
                <a:lnTo>
                  <a:pt x="3788830" y="283070"/>
                </a:lnTo>
                <a:lnTo>
                  <a:pt x="3797031" y="280945"/>
                </a:lnTo>
                <a:lnTo>
                  <a:pt x="3805231" y="278803"/>
                </a:lnTo>
                <a:lnTo>
                  <a:pt x="3813432" y="276651"/>
                </a:lnTo>
                <a:lnTo>
                  <a:pt x="3821633" y="274496"/>
                </a:lnTo>
                <a:lnTo>
                  <a:pt x="3829834" y="272346"/>
                </a:lnTo>
                <a:lnTo>
                  <a:pt x="3838035" y="270206"/>
                </a:lnTo>
                <a:lnTo>
                  <a:pt x="3846236" y="268085"/>
                </a:lnTo>
                <a:lnTo>
                  <a:pt x="3854437" y="265990"/>
                </a:lnTo>
                <a:lnTo>
                  <a:pt x="3862638" y="263928"/>
                </a:lnTo>
                <a:lnTo>
                  <a:pt x="3870839" y="261907"/>
                </a:lnTo>
                <a:lnTo>
                  <a:pt x="3879040" y="259934"/>
                </a:lnTo>
                <a:lnTo>
                  <a:pt x="3887241" y="258017"/>
                </a:lnTo>
                <a:lnTo>
                  <a:pt x="3895442" y="256164"/>
                </a:lnTo>
                <a:lnTo>
                  <a:pt x="3903643" y="254381"/>
                </a:lnTo>
                <a:lnTo>
                  <a:pt x="3911844" y="252677"/>
                </a:lnTo>
                <a:lnTo>
                  <a:pt x="3920044" y="251057"/>
                </a:lnTo>
                <a:lnTo>
                  <a:pt x="3928245" y="249531"/>
                </a:lnTo>
                <a:lnTo>
                  <a:pt x="3936446" y="248104"/>
                </a:lnTo>
                <a:lnTo>
                  <a:pt x="3944647" y="246783"/>
                </a:lnTo>
                <a:lnTo>
                  <a:pt x="3952848" y="245576"/>
                </a:lnTo>
                <a:lnTo>
                  <a:pt x="3961049" y="244488"/>
                </a:lnTo>
                <a:lnTo>
                  <a:pt x="3969250" y="243527"/>
                </a:lnTo>
                <a:lnTo>
                  <a:pt x="3977451" y="242697"/>
                </a:lnTo>
                <a:lnTo>
                  <a:pt x="3985652" y="242005"/>
                </a:lnTo>
                <a:lnTo>
                  <a:pt x="3993853" y="241457"/>
                </a:lnTo>
                <a:lnTo>
                  <a:pt x="4002054" y="241057"/>
                </a:lnTo>
                <a:lnTo>
                  <a:pt x="4010255" y="240810"/>
                </a:lnTo>
                <a:lnTo>
                  <a:pt x="4018456" y="240721"/>
                </a:lnTo>
                <a:lnTo>
                  <a:pt x="4026657" y="240794"/>
                </a:lnTo>
                <a:lnTo>
                  <a:pt x="4034857" y="241033"/>
                </a:lnTo>
                <a:lnTo>
                  <a:pt x="4043058" y="241442"/>
                </a:lnTo>
                <a:lnTo>
                  <a:pt x="4051259" y="242022"/>
                </a:lnTo>
                <a:lnTo>
                  <a:pt x="4059460" y="242777"/>
                </a:lnTo>
                <a:lnTo>
                  <a:pt x="4067661" y="243710"/>
                </a:lnTo>
                <a:lnTo>
                  <a:pt x="4075862" y="244821"/>
                </a:lnTo>
                <a:lnTo>
                  <a:pt x="4084063" y="246113"/>
                </a:lnTo>
                <a:lnTo>
                  <a:pt x="4092264" y="247585"/>
                </a:lnTo>
              </a:path>
            </a:pathLst>
          </a:custGeom>
          <a:noFill/>
          <a:ln w="15875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ABCD-path-0046">
            <a:extLst>
              <a:ext uri="{FF2B5EF4-FFF2-40B4-BE49-F238E27FC236}">
                <a16:creationId xmlns:a16="http://schemas.microsoft.com/office/drawing/2014/main" id="{19039E2B-960B-4271-9C48-5CC6DF328F16}"/>
              </a:ext>
            </a:extLst>
          </p:cNvPr>
          <p:cNvSpPr>
            <a:spLocks noGrp="1"/>
          </p:cNvSpPr>
          <p:nvPr/>
        </p:nvSpPr>
        <p:spPr>
          <a:xfrm>
            <a:off x="462456" y="825886"/>
            <a:ext cx="4092264" cy="682193"/>
          </a:xfrm>
          <a:custGeom>
            <a:avLst/>
            <a:gdLst/>
            <a:ahLst/>
            <a:cxnLst/>
            <a:rect l="0" t="0" r="0" b="0"/>
            <a:pathLst>
              <a:path w="4092264" h="682193">
                <a:moveTo>
                  <a:pt x="0" y="682193"/>
                </a:moveTo>
                <a:lnTo>
                  <a:pt x="8201" y="680938"/>
                </a:lnTo>
                <a:lnTo>
                  <a:pt x="16402" y="679625"/>
                </a:lnTo>
                <a:lnTo>
                  <a:pt x="24603" y="678250"/>
                </a:lnTo>
                <a:lnTo>
                  <a:pt x="32804" y="676813"/>
                </a:lnTo>
                <a:lnTo>
                  <a:pt x="41005" y="675312"/>
                </a:lnTo>
                <a:lnTo>
                  <a:pt x="49206" y="673744"/>
                </a:lnTo>
                <a:lnTo>
                  <a:pt x="57407" y="672109"/>
                </a:lnTo>
                <a:lnTo>
                  <a:pt x="65607" y="670404"/>
                </a:lnTo>
                <a:lnTo>
                  <a:pt x="73808" y="668627"/>
                </a:lnTo>
                <a:lnTo>
                  <a:pt x="82009" y="666778"/>
                </a:lnTo>
                <a:lnTo>
                  <a:pt x="90210" y="664854"/>
                </a:lnTo>
                <a:lnTo>
                  <a:pt x="98411" y="662853"/>
                </a:lnTo>
                <a:lnTo>
                  <a:pt x="106612" y="660775"/>
                </a:lnTo>
                <a:lnTo>
                  <a:pt x="114813" y="658617"/>
                </a:lnTo>
                <a:lnTo>
                  <a:pt x="123014" y="656377"/>
                </a:lnTo>
                <a:lnTo>
                  <a:pt x="131215" y="654055"/>
                </a:lnTo>
                <a:lnTo>
                  <a:pt x="139416" y="651649"/>
                </a:lnTo>
                <a:lnTo>
                  <a:pt x="147617" y="649158"/>
                </a:lnTo>
                <a:lnTo>
                  <a:pt x="155818" y="646580"/>
                </a:lnTo>
                <a:lnTo>
                  <a:pt x="164019" y="643914"/>
                </a:lnTo>
                <a:lnTo>
                  <a:pt x="172220" y="641159"/>
                </a:lnTo>
                <a:lnTo>
                  <a:pt x="180420" y="638314"/>
                </a:lnTo>
                <a:lnTo>
                  <a:pt x="188621" y="635378"/>
                </a:lnTo>
                <a:lnTo>
                  <a:pt x="196822" y="632349"/>
                </a:lnTo>
                <a:lnTo>
                  <a:pt x="205023" y="629228"/>
                </a:lnTo>
                <a:lnTo>
                  <a:pt x="213224" y="626014"/>
                </a:lnTo>
                <a:lnTo>
                  <a:pt x="221425" y="622705"/>
                </a:lnTo>
                <a:lnTo>
                  <a:pt x="229626" y="619301"/>
                </a:lnTo>
                <a:lnTo>
                  <a:pt x="237827" y="615803"/>
                </a:lnTo>
                <a:lnTo>
                  <a:pt x="246028" y="612209"/>
                </a:lnTo>
                <a:lnTo>
                  <a:pt x="254229" y="608519"/>
                </a:lnTo>
                <a:lnTo>
                  <a:pt x="262430" y="604734"/>
                </a:lnTo>
                <a:lnTo>
                  <a:pt x="270631" y="600853"/>
                </a:lnTo>
                <a:lnTo>
                  <a:pt x="278832" y="596877"/>
                </a:lnTo>
                <a:lnTo>
                  <a:pt x="287033" y="592805"/>
                </a:lnTo>
                <a:lnTo>
                  <a:pt x="295233" y="588639"/>
                </a:lnTo>
                <a:lnTo>
                  <a:pt x="303434" y="584379"/>
                </a:lnTo>
                <a:lnTo>
                  <a:pt x="311635" y="580025"/>
                </a:lnTo>
                <a:lnTo>
                  <a:pt x="319836" y="575579"/>
                </a:lnTo>
                <a:lnTo>
                  <a:pt x="328037" y="571040"/>
                </a:lnTo>
                <a:lnTo>
                  <a:pt x="336238" y="566411"/>
                </a:lnTo>
                <a:lnTo>
                  <a:pt x="344439" y="561693"/>
                </a:lnTo>
                <a:lnTo>
                  <a:pt x="352640" y="556887"/>
                </a:lnTo>
                <a:lnTo>
                  <a:pt x="360841" y="551993"/>
                </a:lnTo>
                <a:lnTo>
                  <a:pt x="369042" y="547015"/>
                </a:lnTo>
                <a:lnTo>
                  <a:pt x="377243" y="541954"/>
                </a:lnTo>
                <a:lnTo>
                  <a:pt x="385444" y="536811"/>
                </a:lnTo>
                <a:lnTo>
                  <a:pt x="393645" y="531588"/>
                </a:lnTo>
                <a:lnTo>
                  <a:pt x="401846" y="526288"/>
                </a:lnTo>
                <a:lnTo>
                  <a:pt x="410046" y="520913"/>
                </a:lnTo>
                <a:lnTo>
                  <a:pt x="418247" y="515466"/>
                </a:lnTo>
                <a:lnTo>
                  <a:pt x="426448" y="509947"/>
                </a:lnTo>
                <a:lnTo>
                  <a:pt x="434649" y="504362"/>
                </a:lnTo>
                <a:lnTo>
                  <a:pt x="442850" y="498711"/>
                </a:lnTo>
                <a:lnTo>
                  <a:pt x="451051" y="492998"/>
                </a:lnTo>
                <a:lnTo>
                  <a:pt x="459252" y="487225"/>
                </a:lnTo>
                <a:lnTo>
                  <a:pt x="467453" y="481397"/>
                </a:lnTo>
                <a:lnTo>
                  <a:pt x="475654" y="475514"/>
                </a:lnTo>
                <a:lnTo>
                  <a:pt x="483855" y="469582"/>
                </a:lnTo>
                <a:lnTo>
                  <a:pt x="492056" y="463603"/>
                </a:lnTo>
                <a:lnTo>
                  <a:pt x="500257" y="457580"/>
                </a:lnTo>
                <a:lnTo>
                  <a:pt x="508458" y="451517"/>
                </a:lnTo>
                <a:lnTo>
                  <a:pt x="516659" y="445417"/>
                </a:lnTo>
                <a:lnTo>
                  <a:pt x="524860" y="439284"/>
                </a:lnTo>
                <a:lnTo>
                  <a:pt x="533060" y="433121"/>
                </a:lnTo>
                <a:lnTo>
                  <a:pt x="541261" y="426931"/>
                </a:lnTo>
                <a:lnTo>
                  <a:pt x="549462" y="420719"/>
                </a:lnTo>
                <a:lnTo>
                  <a:pt x="557663" y="414488"/>
                </a:lnTo>
                <a:lnTo>
                  <a:pt x="565864" y="408241"/>
                </a:lnTo>
                <a:lnTo>
                  <a:pt x="574065" y="401982"/>
                </a:lnTo>
                <a:lnTo>
                  <a:pt x="582266" y="395715"/>
                </a:lnTo>
                <a:lnTo>
                  <a:pt x="590467" y="389443"/>
                </a:lnTo>
                <a:lnTo>
                  <a:pt x="598668" y="383169"/>
                </a:lnTo>
                <a:lnTo>
                  <a:pt x="606869" y="376898"/>
                </a:lnTo>
                <a:lnTo>
                  <a:pt x="615070" y="370633"/>
                </a:lnTo>
                <a:lnTo>
                  <a:pt x="623271" y="364377"/>
                </a:lnTo>
                <a:lnTo>
                  <a:pt x="631472" y="358134"/>
                </a:lnTo>
                <a:lnTo>
                  <a:pt x="639673" y="351907"/>
                </a:lnTo>
                <a:lnTo>
                  <a:pt x="647873" y="345698"/>
                </a:lnTo>
                <a:lnTo>
                  <a:pt x="656074" y="339513"/>
                </a:lnTo>
                <a:lnTo>
                  <a:pt x="664275" y="333353"/>
                </a:lnTo>
                <a:lnTo>
                  <a:pt x="672476" y="327221"/>
                </a:lnTo>
                <a:lnTo>
                  <a:pt x="680677" y="321121"/>
                </a:lnTo>
                <a:lnTo>
                  <a:pt x="688878" y="315055"/>
                </a:lnTo>
                <a:lnTo>
                  <a:pt x="697079" y="309026"/>
                </a:lnTo>
                <a:lnTo>
                  <a:pt x="705280" y="303037"/>
                </a:lnTo>
                <a:lnTo>
                  <a:pt x="713481" y="297090"/>
                </a:lnTo>
                <a:lnTo>
                  <a:pt x="721682" y="291188"/>
                </a:lnTo>
                <a:lnTo>
                  <a:pt x="729883" y="285332"/>
                </a:lnTo>
                <a:lnTo>
                  <a:pt x="738084" y="279525"/>
                </a:lnTo>
                <a:lnTo>
                  <a:pt x="746285" y="273769"/>
                </a:lnTo>
                <a:lnTo>
                  <a:pt x="754486" y="268066"/>
                </a:lnTo>
                <a:lnTo>
                  <a:pt x="762686" y="262418"/>
                </a:lnTo>
                <a:lnTo>
                  <a:pt x="770887" y="256826"/>
                </a:lnTo>
                <a:lnTo>
                  <a:pt x="779088" y="251291"/>
                </a:lnTo>
                <a:lnTo>
                  <a:pt x="787289" y="245816"/>
                </a:lnTo>
                <a:lnTo>
                  <a:pt x="795490" y="240401"/>
                </a:lnTo>
                <a:lnTo>
                  <a:pt x="803691" y="235048"/>
                </a:lnTo>
                <a:lnTo>
                  <a:pt x="811892" y="229758"/>
                </a:lnTo>
                <a:lnTo>
                  <a:pt x="820093" y="224531"/>
                </a:lnTo>
                <a:lnTo>
                  <a:pt x="828294" y="219368"/>
                </a:lnTo>
                <a:lnTo>
                  <a:pt x="836495" y="214270"/>
                </a:lnTo>
                <a:lnTo>
                  <a:pt x="844696" y="209239"/>
                </a:lnTo>
                <a:lnTo>
                  <a:pt x="852897" y="204273"/>
                </a:lnTo>
                <a:lnTo>
                  <a:pt x="861098" y="199374"/>
                </a:lnTo>
                <a:lnTo>
                  <a:pt x="869299" y="194542"/>
                </a:lnTo>
                <a:lnTo>
                  <a:pt x="877499" y="189777"/>
                </a:lnTo>
                <a:lnTo>
                  <a:pt x="885700" y="185080"/>
                </a:lnTo>
                <a:lnTo>
                  <a:pt x="893901" y="180451"/>
                </a:lnTo>
                <a:lnTo>
                  <a:pt x="902102" y="175889"/>
                </a:lnTo>
                <a:lnTo>
                  <a:pt x="910303" y="171396"/>
                </a:lnTo>
                <a:lnTo>
                  <a:pt x="918504" y="166971"/>
                </a:lnTo>
                <a:lnTo>
                  <a:pt x="926705" y="162613"/>
                </a:lnTo>
                <a:lnTo>
                  <a:pt x="934906" y="158324"/>
                </a:lnTo>
                <a:lnTo>
                  <a:pt x="943107" y="154103"/>
                </a:lnTo>
                <a:lnTo>
                  <a:pt x="951308" y="149951"/>
                </a:lnTo>
                <a:lnTo>
                  <a:pt x="959509" y="145866"/>
                </a:lnTo>
                <a:lnTo>
                  <a:pt x="967710" y="141850"/>
                </a:lnTo>
                <a:lnTo>
                  <a:pt x="975911" y="137903"/>
                </a:lnTo>
                <a:lnTo>
                  <a:pt x="984112" y="134024"/>
                </a:lnTo>
                <a:lnTo>
                  <a:pt x="992313" y="130213"/>
                </a:lnTo>
                <a:lnTo>
                  <a:pt x="1000513" y="126472"/>
                </a:lnTo>
                <a:lnTo>
                  <a:pt x="1008714" y="122800"/>
                </a:lnTo>
                <a:lnTo>
                  <a:pt x="1016915" y="119198"/>
                </a:lnTo>
                <a:lnTo>
                  <a:pt x="1025116" y="115666"/>
                </a:lnTo>
                <a:lnTo>
                  <a:pt x="1033317" y="112204"/>
                </a:lnTo>
                <a:lnTo>
                  <a:pt x="1041518" y="108813"/>
                </a:lnTo>
                <a:lnTo>
                  <a:pt x="1049719" y="105494"/>
                </a:lnTo>
                <a:lnTo>
                  <a:pt x="1057920" y="102247"/>
                </a:lnTo>
                <a:lnTo>
                  <a:pt x="1066121" y="99074"/>
                </a:lnTo>
                <a:lnTo>
                  <a:pt x="1074322" y="95974"/>
                </a:lnTo>
                <a:lnTo>
                  <a:pt x="1082523" y="92949"/>
                </a:lnTo>
                <a:lnTo>
                  <a:pt x="1090724" y="90000"/>
                </a:lnTo>
                <a:lnTo>
                  <a:pt x="1098925" y="87128"/>
                </a:lnTo>
                <a:lnTo>
                  <a:pt x="1107126" y="84334"/>
                </a:lnTo>
                <a:lnTo>
                  <a:pt x="1115326" y="81618"/>
                </a:lnTo>
                <a:lnTo>
                  <a:pt x="1123527" y="78983"/>
                </a:lnTo>
                <a:lnTo>
                  <a:pt x="1131728" y="76429"/>
                </a:lnTo>
                <a:lnTo>
                  <a:pt x="1139929" y="73958"/>
                </a:lnTo>
                <a:lnTo>
                  <a:pt x="1148130" y="71571"/>
                </a:lnTo>
                <a:lnTo>
                  <a:pt x="1156331" y="69268"/>
                </a:lnTo>
                <a:lnTo>
                  <a:pt x="1164532" y="67053"/>
                </a:lnTo>
                <a:lnTo>
                  <a:pt x="1172733" y="64925"/>
                </a:lnTo>
                <a:lnTo>
                  <a:pt x="1180934" y="62885"/>
                </a:lnTo>
                <a:lnTo>
                  <a:pt x="1189135" y="60936"/>
                </a:lnTo>
                <a:lnTo>
                  <a:pt x="1197336" y="59079"/>
                </a:lnTo>
                <a:lnTo>
                  <a:pt x="1205537" y="57313"/>
                </a:lnTo>
                <a:lnTo>
                  <a:pt x="1213738" y="55641"/>
                </a:lnTo>
                <a:lnTo>
                  <a:pt x="1221939" y="54063"/>
                </a:lnTo>
                <a:lnTo>
                  <a:pt x="1230139" y="52581"/>
                </a:lnTo>
                <a:lnTo>
                  <a:pt x="1238340" y="51194"/>
                </a:lnTo>
                <a:lnTo>
                  <a:pt x="1246541" y="49904"/>
                </a:lnTo>
                <a:lnTo>
                  <a:pt x="1254742" y="48710"/>
                </a:lnTo>
                <a:lnTo>
                  <a:pt x="1262943" y="47614"/>
                </a:lnTo>
                <a:lnTo>
                  <a:pt x="1271144" y="46615"/>
                </a:lnTo>
                <a:lnTo>
                  <a:pt x="1279345" y="45713"/>
                </a:lnTo>
                <a:lnTo>
                  <a:pt x="1287546" y="44907"/>
                </a:lnTo>
                <a:lnTo>
                  <a:pt x="1295747" y="44199"/>
                </a:lnTo>
                <a:lnTo>
                  <a:pt x="1303948" y="43586"/>
                </a:lnTo>
                <a:lnTo>
                  <a:pt x="1312149" y="43068"/>
                </a:lnTo>
                <a:lnTo>
                  <a:pt x="1320350" y="42643"/>
                </a:lnTo>
                <a:lnTo>
                  <a:pt x="1328551" y="42311"/>
                </a:lnTo>
                <a:lnTo>
                  <a:pt x="1336752" y="42070"/>
                </a:lnTo>
                <a:lnTo>
                  <a:pt x="1344952" y="41918"/>
                </a:lnTo>
                <a:lnTo>
                  <a:pt x="1353153" y="41852"/>
                </a:lnTo>
                <a:lnTo>
                  <a:pt x="1361354" y="41871"/>
                </a:lnTo>
                <a:lnTo>
                  <a:pt x="1369555" y="41972"/>
                </a:lnTo>
                <a:lnTo>
                  <a:pt x="1377756" y="42152"/>
                </a:lnTo>
                <a:lnTo>
                  <a:pt x="1385957" y="42408"/>
                </a:lnTo>
                <a:lnTo>
                  <a:pt x="1394158" y="42736"/>
                </a:lnTo>
                <a:lnTo>
                  <a:pt x="1402359" y="43133"/>
                </a:lnTo>
                <a:lnTo>
                  <a:pt x="1410560" y="43594"/>
                </a:lnTo>
                <a:lnTo>
                  <a:pt x="1418761" y="44117"/>
                </a:lnTo>
                <a:lnTo>
                  <a:pt x="1426962" y="44697"/>
                </a:lnTo>
                <a:lnTo>
                  <a:pt x="1435163" y="45328"/>
                </a:lnTo>
                <a:lnTo>
                  <a:pt x="1443364" y="46007"/>
                </a:lnTo>
                <a:lnTo>
                  <a:pt x="1451565" y="46729"/>
                </a:lnTo>
                <a:lnTo>
                  <a:pt x="1459766" y="47488"/>
                </a:lnTo>
                <a:lnTo>
                  <a:pt x="1467966" y="48279"/>
                </a:lnTo>
                <a:lnTo>
                  <a:pt x="1476167" y="49097"/>
                </a:lnTo>
                <a:lnTo>
                  <a:pt x="1484368" y="49936"/>
                </a:lnTo>
                <a:lnTo>
                  <a:pt x="1492569" y="50791"/>
                </a:lnTo>
                <a:lnTo>
                  <a:pt x="1500770" y="51657"/>
                </a:lnTo>
                <a:lnTo>
                  <a:pt x="1508971" y="52527"/>
                </a:lnTo>
                <a:lnTo>
                  <a:pt x="1517172" y="53395"/>
                </a:lnTo>
                <a:lnTo>
                  <a:pt x="1525373" y="54257"/>
                </a:lnTo>
                <a:lnTo>
                  <a:pt x="1533574" y="55106"/>
                </a:lnTo>
                <a:lnTo>
                  <a:pt x="1541775" y="55937"/>
                </a:lnTo>
                <a:lnTo>
                  <a:pt x="1549976" y="56743"/>
                </a:lnTo>
                <a:lnTo>
                  <a:pt x="1558177" y="57520"/>
                </a:lnTo>
                <a:lnTo>
                  <a:pt x="1566378" y="58261"/>
                </a:lnTo>
                <a:lnTo>
                  <a:pt x="1574579" y="58962"/>
                </a:lnTo>
                <a:lnTo>
                  <a:pt x="1582779" y="59618"/>
                </a:lnTo>
                <a:lnTo>
                  <a:pt x="1590980" y="60223"/>
                </a:lnTo>
                <a:lnTo>
                  <a:pt x="1599181" y="60773"/>
                </a:lnTo>
                <a:lnTo>
                  <a:pt x="1607382" y="61262"/>
                </a:lnTo>
                <a:lnTo>
                  <a:pt x="1615583" y="61687"/>
                </a:lnTo>
                <a:lnTo>
                  <a:pt x="1623784" y="62044"/>
                </a:lnTo>
                <a:lnTo>
                  <a:pt x="1631985" y="62329"/>
                </a:lnTo>
                <a:lnTo>
                  <a:pt x="1640186" y="62538"/>
                </a:lnTo>
                <a:lnTo>
                  <a:pt x="1648387" y="62669"/>
                </a:lnTo>
                <a:lnTo>
                  <a:pt x="1656588" y="62718"/>
                </a:lnTo>
                <a:lnTo>
                  <a:pt x="1664789" y="62683"/>
                </a:lnTo>
                <a:lnTo>
                  <a:pt x="1672990" y="62562"/>
                </a:lnTo>
                <a:lnTo>
                  <a:pt x="1681191" y="62353"/>
                </a:lnTo>
                <a:lnTo>
                  <a:pt x="1689392" y="62055"/>
                </a:lnTo>
                <a:lnTo>
                  <a:pt x="1697592" y="61667"/>
                </a:lnTo>
                <a:lnTo>
                  <a:pt x="1705793" y="61188"/>
                </a:lnTo>
                <a:lnTo>
                  <a:pt x="1713994" y="60618"/>
                </a:lnTo>
                <a:lnTo>
                  <a:pt x="1722195" y="59959"/>
                </a:lnTo>
                <a:lnTo>
                  <a:pt x="1730396" y="59209"/>
                </a:lnTo>
                <a:lnTo>
                  <a:pt x="1738597" y="58371"/>
                </a:lnTo>
                <a:lnTo>
                  <a:pt x="1746798" y="57446"/>
                </a:lnTo>
                <a:lnTo>
                  <a:pt x="1754999" y="56435"/>
                </a:lnTo>
                <a:lnTo>
                  <a:pt x="1763200" y="55342"/>
                </a:lnTo>
                <a:lnTo>
                  <a:pt x="1771401" y="54169"/>
                </a:lnTo>
                <a:lnTo>
                  <a:pt x="1779602" y="52918"/>
                </a:lnTo>
                <a:lnTo>
                  <a:pt x="1787803" y="51594"/>
                </a:lnTo>
                <a:lnTo>
                  <a:pt x="1796004" y="50200"/>
                </a:lnTo>
                <a:lnTo>
                  <a:pt x="1804205" y="48740"/>
                </a:lnTo>
                <a:lnTo>
                  <a:pt x="1812405" y="47219"/>
                </a:lnTo>
                <a:lnTo>
                  <a:pt x="1820606" y="45642"/>
                </a:lnTo>
                <a:lnTo>
                  <a:pt x="1828807" y="44013"/>
                </a:lnTo>
                <a:lnTo>
                  <a:pt x="1837008" y="42338"/>
                </a:lnTo>
                <a:lnTo>
                  <a:pt x="1845209" y="40622"/>
                </a:lnTo>
                <a:lnTo>
                  <a:pt x="1853410" y="38870"/>
                </a:lnTo>
                <a:lnTo>
                  <a:pt x="1861611" y="37090"/>
                </a:lnTo>
                <a:lnTo>
                  <a:pt x="1869812" y="35287"/>
                </a:lnTo>
                <a:lnTo>
                  <a:pt x="1878013" y="33467"/>
                </a:lnTo>
                <a:lnTo>
                  <a:pt x="1886214" y="31636"/>
                </a:lnTo>
                <a:lnTo>
                  <a:pt x="1894415" y="29801"/>
                </a:lnTo>
                <a:lnTo>
                  <a:pt x="1902616" y="27968"/>
                </a:lnTo>
                <a:lnTo>
                  <a:pt x="1910817" y="26144"/>
                </a:lnTo>
                <a:lnTo>
                  <a:pt x="1919018" y="24335"/>
                </a:lnTo>
                <a:lnTo>
                  <a:pt x="1927219" y="22548"/>
                </a:lnTo>
                <a:lnTo>
                  <a:pt x="1935419" y="20789"/>
                </a:lnTo>
                <a:lnTo>
                  <a:pt x="1943620" y="19065"/>
                </a:lnTo>
                <a:lnTo>
                  <a:pt x="1951821" y="17381"/>
                </a:lnTo>
                <a:lnTo>
                  <a:pt x="1960022" y="15743"/>
                </a:lnTo>
                <a:lnTo>
                  <a:pt x="1968223" y="14159"/>
                </a:lnTo>
                <a:lnTo>
                  <a:pt x="1976424" y="12633"/>
                </a:lnTo>
                <a:lnTo>
                  <a:pt x="1984625" y="11171"/>
                </a:lnTo>
                <a:lnTo>
                  <a:pt x="1992826" y="9779"/>
                </a:lnTo>
                <a:lnTo>
                  <a:pt x="2001027" y="8461"/>
                </a:lnTo>
                <a:lnTo>
                  <a:pt x="2009228" y="7223"/>
                </a:lnTo>
                <a:lnTo>
                  <a:pt x="2017429" y="6070"/>
                </a:lnTo>
                <a:lnTo>
                  <a:pt x="2025630" y="5005"/>
                </a:lnTo>
                <a:lnTo>
                  <a:pt x="2033831" y="4033"/>
                </a:lnTo>
                <a:lnTo>
                  <a:pt x="2042032" y="3158"/>
                </a:lnTo>
                <a:lnTo>
                  <a:pt x="2050232" y="2383"/>
                </a:lnTo>
                <a:lnTo>
                  <a:pt x="2058433" y="1711"/>
                </a:lnTo>
                <a:lnTo>
                  <a:pt x="2066634" y="1147"/>
                </a:lnTo>
                <a:lnTo>
                  <a:pt x="2074835" y="691"/>
                </a:lnTo>
                <a:lnTo>
                  <a:pt x="2083036" y="347"/>
                </a:lnTo>
                <a:lnTo>
                  <a:pt x="2091237" y="116"/>
                </a:lnTo>
                <a:lnTo>
                  <a:pt x="2099438" y="0"/>
                </a:lnTo>
                <a:lnTo>
                  <a:pt x="2107639" y="1"/>
                </a:lnTo>
                <a:lnTo>
                  <a:pt x="2115840" y="119"/>
                </a:lnTo>
                <a:lnTo>
                  <a:pt x="2124041" y="356"/>
                </a:lnTo>
                <a:lnTo>
                  <a:pt x="2132242" y="711"/>
                </a:lnTo>
                <a:lnTo>
                  <a:pt x="2140443" y="1186"/>
                </a:lnTo>
                <a:lnTo>
                  <a:pt x="2148644" y="1780"/>
                </a:lnTo>
                <a:lnTo>
                  <a:pt x="2156845" y="2492"/>
                </a:lnTo>
                <a:lnTo>
                  <a:pt x="2165045" y="3323"/>
                </a:lnTo>
                <a:lnTo>
                  <a:pt x="2173246" y="4271"/>
                </a:lnTo>
                <a:lnTo>
                  <a:pt x="2181447" y="5336"/>
                </a:lnTo>
                <a:lnTo>
                  <a:pt x="2189648" y="6516"/>
                </a:lnTo>
                <a:lnTo>
                  <a:pt x="2197849" y="7810"/>
                </a:lnTo>
                <a:lnTo>
                  <a:pt x="2206050" y="9217"/>
                </a:lnTo>
                <a:lnTo>
                  <a:pt x="2214251" y="10734"/>
                </a:lnTo>
                <a:lnTo>
                  <a:pt x="2222452" y="12360"/>
                </a:lnTo>
                <a:lnTo>
                  <a:pt x="2230653" y="14093"/>
                </a:lnTo>
                <a:lnTo>
                  <a:pt x="2238854" y="15931"/>
                </a:lnTo>
                <a:lnTo>
                  <a:pt x="2247055" y="17871"/>
                </a:lnTo>
                <a:lnTo>
                  <a:pt x="2255256" y="19912"/>
                </a:lnTo>
                <a:lnTo>
                  <a:pt x="2263457" y="22052"/>
                </a:lnTo>
                <a:lnTo>
                  <a:pt x="2271658" y="24287"/>
                </a:lnTo>
                <a:lnTo>
                  <a:pt x="2279859" y="26616"/>
                </a:lnTo>
                <a:lnTo>
                  <a:pt x="2288059" y="29036"/>
                </a:lnTo>
                <a:lnTo>
                  <a:pt x="2296260" y="31545"/>
                </a:lnTo>
                <a:lnTo>
                  <a:pt x="2304461" y="34140"/>
                </a:lnTo>
                <a:lnTo>
                  <a:pt x="2312662" y="36820"/>
                </a:lnTo>
                <a:lnTo>
                  <a:pt x="2320863" y="39581"/>
                </a:lnTo>
                <a:lnTo>
                  <a:pt x="2329064" y="42422"/>
                </a:lnTo>
                <a:lnTo>
                  <a:pt x="2337265" y="45340"/>
                </a:lnTo>
                <a:lnTo>
                  <a:pt x="2345466" y="48333"/>
                </a:lnTo>
                <a:lnTo>
                  <a:pt x="2353667" y="51399"/>
                </a:lnTo>
                <a:lnTo>
                  <a:pt x="2361868" y="54536"/>
                </a:lnTo>
                <a:lnTo>
                  <a:pt x="2370069" y="57742"/>
                </a:lnTo>
                <a:lnTo>
                  <a:pt x="2378270" y="61014"/>
                </a:lnTo>
                <a:lnTo>
                  <a:pt x="2386471" y="64352"/>
                </a:lnTo>
                <a:lnTo>
                  <a:pt x="2394672" y="67753"/>
                </a:lnTo>
                <a:lnTo>
                  <a:pt x="2402872" y="71216"/>
                </a:lnTo>
                <a:lnTo>
                  <a:pt x="2411073" y="74738"/>
                </a:lnTo>
                <a:lnTo>
                  <a:pt x="2419274" y="78319"/>
                </a:lnTo>
                <a:lnTo>
                  <a:pt x="2427475" y="81956"/>
                </a:lnTo>
                <a:lnTo>
                  <a:pt x="2435676" y="85649"/>
                </a:lnTo>
                <a:lnTo>
                  <a:pt x="2443877" y="89396"/>
                </a:lnTo>
                <a:lnTo>
                  <a:pt x="2452078" y="93195"/>
                </a:lnTo>
                <a:lnTo>
                  <a:pt x="2460279" y="97046"/>
                </a:lnTo>
                <a:lnTo>
                  <a:pt x="2468480" y="100947"/>
                </a:lnTo>
                <a:lnTo>
                  <a:pt x="2476681" y="104897"/>
                </a:lnTo>
                <a:lnTo>
                  <a:pt x="2484882" y="108895"/>
                </a:lnTo>
                <a:lnTo>
                  <a:pt x="2493083" y="112939"/>
                </a:lnTo>
                <a:lnTo>
                  <a:pt x="2501284" y="117030"/>
                </a:lnTo>
                <a:lnTo>
                  <a:pt x="2509485" y="121164"/>
                </a:lnTo>
                <a:lnTo>
                  <a:pt x="2517685" y="125342"/>
                </a:lnTo>
                <a:lnTo>
                  <a:pt x="2525886" y="129563"/>
                </a:lnTo>
                <a:lnTo>
                  <a:pt x="2534087" y="133825"/>
                </a:lnTo>
                <a:lnTo>
                  <a:pt x="2542288" y="138128"/>
                </a:lnTo>
                <a:lnTo>
                  <a:pt x="2550489" y="142470"/>
                </a:lnTo>
                <a:lnTo>
                  <a:pt x="2558690" y="146850"/>
                </a:lnTo>
                <a:lnTo>
                  <a:pt x="2566891" y="151268"/>
                </a:lnTo>
                <a:lnTo>
                  <a:pt x="2575092" y="155722"/>
                </a:lnTo>
                <a:lnTo>
                  <a:pt x="2583293" y="160210"/>
                </a:lnTo>
                <a:lnTo>
                  <a:pt x="2591494" y="164733"/>
                </a:lnTo>
                <a:lnTo>
                  <a:pt x="2599695" y="169288"/>
                </a:lnTo>
                <a:lnTo>
                  <a:pt x="2607896" y="173875"/>
                </a:lnTo>
                <a:lnTo>
                  <a:pt x="2616097" y="178492"/>
                </a:lnTo>
                <a:lnTo>
                  <a:pt x="2624298" y="183138"/>
                </a:lnTo>
                <a:lnTo>
                  <a:pt x="2632498" y="187812"/>
                </a:lnTo>
                <a:lnTo>
                  <a:pt x="2640699" y="192512"/>
                </a:lnTo>
                <a:lnTo>
                  <a:pt x="2648900" y="197237"/>
                </a:lnTo>
                <a:lnTo>
                  <a:pt x="2657101" y="201985"/>
                </a:lnTo>
                <a:lnTo>
                  <a:pt x="2665302" y="206755"/>
                </a:lnTo>
                <a:lnTo>
                  <a:pt x="2673503" y="211546"/>
                </a:lnTo>
                <a:lnTo>
                  <a:pt x="2681704" y="216356"/>
                </a:lnTo>
                <a:lnTo>
                  <a:pt x="2689905" y="221183"/>
                </a:lnTo>
                <a:lnTo>
                  <a:pt x="2698106" y="226025"/>
                </a:lnTo>
                <a:lnTo>
                  <a:pt x="2706307" y="230882"/>
                </a:lnTo>
                <a:lnTo>
                  <a:pt x="2714508" y="235751"/>
                </a:lnTo>
                <a:lnTo>
                  <a:pt x="2722709" y="240631"/>
                </a:lnTo>
                <a:lnTo>
                  <a:pt x="2730910" y="245521"/>
                </a:lnTo>
                <a:lnTo>
                  <a:pt x="2739111" y="250417"/>
                </a:lnTo>
                <a:lnTo>
                  <a:pt x="2747312" y="255320"/>
                </a:lnTo>
                <a:lnTo>
                  <a:pt x="2755512" y="260226"/>
                </a:lnTo>
                <a:lnTo>
                  <a:pt x="2763713" y="265135"/>
                </a:lnTo>
                <a:lnTo>
                  <a:pt x="2771914" y="270044"/>
                </a:lnTo>
                <a:lnTo>
                  <a:pt x="2780115" y="274953"/>
                </a:lnTo>
                <a:lnTo>
                  <a:pt x="2788316" y="279859"/>
                </a:lnTo>
                <a:lnTo>
                  <a:pt x="2796517" y="284760"/>
                </a:lnTo>
                <a:lnTo>
                  <a:pt x="2804718" y="289656"/>
                </a:lnTo>
                <a:lnTo>
                  <a:pt x="2812919" y="294544"/>
                </a:lnTo>
                <a:lnTo>
                  <a:pt x="2821120" y="299423"/>
                </a:lnTo>
                <a:lnTo>
                  <a:pt x="2829321" y="304292"/>
                </a:lnTo>
                <a:lnTo>
                  <a:pt x="2837522" y="309149"/>
                </a:lnTo>
                <a:lnTo>
                  <a:pt x="2845723" y="313993"/>
                </a:lnTo>
                <a:lnTo>
                  <a:pt x="2853924" y="318821"/>
                </a:lnTo>
                <a:lnTo>
                  <a:pt x="2862125" y="323634"/>
                </a:lnTo>
                <a:lnTo>
                  <a:pt x="2870325" y="328429"/>
                </a:lnTo>
                <a:lnTo>
                  <a:pt x="2878526" y="333206"/>
                </a:lnTo>
                <a:lnTo>
                  <a:pt x="2886727" y="337964"/>
                </a:lnTo>
                <a:lnTo>
                  <a:pt x="2894928" y="342700"/>
                </a:lnTo>
                <a:lnTo>
                  <a:pt x="2903129" y="347414"/>
                </a:lnTo>
                <a:lnTo>
                  <a:pt x="2911330" y="352106"/>
                </a:lnTo>
                <a:lnTo>
                  <a:pt x="2919531" y="356774"/>
                </a:lnTo>
                <a:lnTo>
                  <a:pt x="2927732" y="361417"/>
                </a:lnTo>
                <a:lnTo>
                  <a:pt x="2935933" y="366035"/>
                </a:lnTo>
                <a:lnTo>
                  <a:pt x="2944134" y="370626"/>
                </a:lnTo>
                <a:lnTo>
                  <a:pt x="2952335" y="375190"/>
                </a:lnTo>
                <a:lnTo>
                  <a:pt x="2960536" y="379727"/>
                </a:lnTo>
                <a:lnTo>
                  <a:pt x="2968737" y="384235"/>
                </a:lnTo>
                <a:lnTo>
                  <a:pt x="2976938" y="388714"/>
                </a:lnTo>
                <a:lnTo>
                  <a:pt x="2985138" y="393163"/>
                </a:lnTo>
                <a:lnTo>
                  <a:pt x="2993339" y="397582"/>
                </a:lnTo>
                <a:lnTo>
                  <a:pt x="3001540" y="401971"/>
                </a:lnTo>
                <a:lnTo>
                  <a:pt x="3009741" y="406328"/>
                </a:lnTo>
                <a:lnTo>
                  <a:pt x="3017942" y="410654"/>
                </a:lnTo>
                <a:lnTo>
                  <a:pt x="3026143" y="414948"/>
                </a:lnTo>
                <a:lnTo>
                  <a:pt x="3034344" y="419209"/>
                </a:lnTo>
                <a:lnTo>
                  <a:pt x="3042545" y="423438"/>
                </a:lnTo>
                <a:lnTo>
                  <a:pt x="3050746" y="427633"/>
                </a:lnTo>
                <a:lnTo>
                  <a:pt x="3058947" y="431794"/>
                </a:lnTo>
                <a:lnTo>
                  <a:pt x="3067148" y="435920"/>
                </a:lnTo>
                <a:lnTo>
                  <a:pt x="3075349" y="440012"/>
                </a:lnTo>
                <a:lnTo>
                  <a:pt x="3083550" y="444069"/>
                </a:lnTo>
                <a:lnTo>
                  <a:pt x="3091751" y="448090"/>
                </a:lnTo>
                <a:lnTo>
                  <a:pt x="3099951" y="452075"/>
                </a:lnTo>
                <a:lnTo>
                  <a:pt x="3108152" y="456022"/>
                </a:lnTo>
                <a:lnTo>
                  <a:pt x="3116353" y="459932"/>
                </a:lnTo>
                <a:lnTo>
                  <a:pt x="3124554" y="463803"/>
                </a:lnTo>
                <a:lnTo>
                  <a:pt x="3132755" y="467636"/>
                </a:lnTo>
                <a:lnTo>
                  <a:pt x="3140956" y="471428"/>
                </a:lnTo>
                <a:lnTo>
                  <a:pt x="3149157" y="475179"/>
                </a:lnTo>
                <a:lnTo>
                  <a:pt x="3157358" y="478889"/>
                </a:lnTo>
                <a:lnTo>
                  <a:pt x="3165559" y="482556"/>
                </a:lnTo>
                <a:lnTo>
                  <a:pt x="3173760" y="486178"/>
                </a:lnTo>
                <a:lnTo>
                  <a:pt x="3181961" y="489756"/>
                </a:lnTo>
                <a:lnTo>
                  <a:pt x="3190162" y="493286"/>
                </a:lnTo>
                <a:lnTo>
                  <a:pt x="3198363" y="496769"/>
                </a:lnTo>
                <a:lnTo>
                  <a:pt x="3206564" y="500203"/>
                </a:lnTo>
                <a:lnTo>
                  <a:pt x="3214765" y="503585"/>
                </a:lnTo>
                <a:lnTo>
                  <a:pt x="3222965" y="506915"/>
                </a:lnTo>
                <a:lnTo>
                  <a:pt x="3231166" y="510189"/>
                </a:lnTo>
                <a:lnTo>
                  <a:pt x="3239367" y="513408"/>
                </a:lnTo>
                <a:lnTo>
                  <a:pt x="3247568" y="516568"/>
                </a:lnTo>
                <a:lnTo>
                  <a:pt x="3255769" y="519667"/>
                </a:lnTo>
                <a:lnTo>
                  <a:pt x="3263970" y="522704"/>
                </a:lnTo>
                <a:lnTo>
                  <a:pt x="3272171" y="525675"/>
                </a:lnTo>
                <a:lnTo>
                  <a:pt x="3280372" y="528578"/>
                </a:lnTo>
                <a:lnTo>
                  <a:pt x="3288573" y="531412"/>
                </a:lnTo>
                <a:lnTo>
                  <a:pt x="3296774" y="534172"/>
                </a:lnTo>
                <a:lnTo>
                  <a:pt x="3304975" y="536857"/>
                </a:lnTo>
                <a:lnTo>
                  <a:pt x="3313176" y="539463"/>
                </a:lnTo>
                <a:lnTo>
                  <a:pt x="3321377" y="541988"/>
                </a:lnTo>
                <a:lnTo>
                  <a:pt x="3329578" y="544429"/>
                </a:lnTo>
                <a:lnTo>
                  <a:pt x="3337778" y="546782"/>
                </a:lnTo>
                <a:lnTo>
                  <a:pt x="3345979" y="549044"/>
                </a:lnTo>
                <a:lnTo>
                  <a:pt x="3354180" y="551212"/>
                </a:lnTo>
                <a:lnTo>
                  <a:pt x="3362381" y="553283"/>
                </a:lnTo>
                <a:lnTo>
                  <a:pt x="3370582" y="555253"/>
                </a:lnTo>
                <a:lnTo>
                  <a:pt x="3378783" y="557119"/>
                </a:lnTo>
                <a:lnTo>
                  <a:pt x="3386984" y="558877"/>
                </a:lnTo>
                <a:lnTo>
                  <a:pt x="3395185" y="560524"/>
                </a:lnTo>
                <a:lnTo>
                  <a:pt x="3403386" y="562056"/>
                </a:lnTo>
                <a:lnTo>
                  <a:pt x="3411587" y="563470"/>
                </a:lnTo>
                <a:lnTo>
                  <a:pt x="3419788" y="564762"/>
                </a:lnTo>
                <a:lnTo>
                  <a:pt x="3427989" y="565928"/>
                </a:lnTo>
                <a:lnTo>
                  <a:pt x="3436190" y="566966"/>
                </a:lnTo>
                <a:lnTo>
                  <a:pt x="3444391" y="567871"/>
                </a:lnTo>
                <a:lnTo>
                  <a:pt x="3452591" y="568640"/>
                </a:lnTo>
                <a:lnTo>
                  <a:pt x="3460792" y="569270"/>
                </a:lnTo>
                <a:lnTo>
                  <a:pt x="3468993" y="569758"/>
                </a:lnTo>
                <a:lnTo>
                  <a:pt x="3477194" y="570100"/>
                </a:lnTo>
                <a:lnTo>
                  <a:pt x="3485395" y="570292"/>
                </a:lnTo>
                <a:lnTo>
                  <a:pt x="3493596" y="570333"/>
                </a:lnTo>
                <a:lnTo>
                  <a:pt x="3501797" y="570220"/>
                </a:lnTo>
                <a:lnTo>
                  <a:pt x="3509998" y="569948"/>
                </a:lnTo>
                <a:lnTo>
                  <a:pt x="3518199" y="569517"/>
                </a:lnTo>
                <a:lnTo>
                  <a:pt x="3526400" y="568924"/>
                </a:lnTo>
                <a:lnTo>
                  <a:pt x="3534601" y="568166"/>
                </a:lnTo>
                <a:lnTo>
                  <a:pt x="3542802" y="567242"/>
                </a:lnTo>
                <a:lnTo>
                  <a:pt x="3551003" y="566150"/>
                </a:lnTo>
                <a:lnTo>
                  <a:pt x="3559204" y="564889"/>
                </a:lnTo>
                <a:lnTo>
                  <a:pt x="3567404" y="563457"/>
                </a:lnTo>
                <a:lnTo>
                  <a:pt x="3575605" y="561854"/>
                </a:lnTo>
                <a:lnTo>
                  <a:pt x="3583806" y="560079"/>
                </a:lnTo>
                <a:lnTo>
                  <a:pt x="3592007" y="558131"/>
                </a:lnTo>
                <a:lnTo>
                  <a:pt x="3600208" y="556012"/>
                </a:lnTo>
                <a:lnTo>
                  <a:pt x="3608409" y="553721"/>
                </a:lnTo>
                <a:lnTo>
                  <a:pt x="3616610" y="551259"/>
                </a:lnTo>
                <a:lnTo>
                  <a:pt x="3624811" y="548627"/>
                </a:lnTo>
                <a:lnTo>
                  <a:pt x="3633012" y="545828"/>
                </a:lnTo>
                <a:lnTo>
                  <a:pt x="3641213" y="542862"/>
                </a:lnTo>
                <a:lnTo>
                  <a:pt x="3649414" y="539733"/>
                </a:lnTo>
                <a:lnTo>
                  <a:pt x="3657615" y="536442"/>
                </a:lnTo>
                <a:lnTo>
                  <a:pt x="3665816" y="532994"/>
                </a:lnTo>
                <a:lnTo>
                  <a:pt x="3674017" y="529392"/>
                </a:lnTo>
                <a:lnTo>
                  <a:pt x="3682218" y="525640"/>
                </a:lnTo>
                <a:lnTo>
                  <a:pt x="3690418" y="521742"/>
                </a:lnTo>
                <a:lnTo>
                  <a:pt x="3698619" y="517704"/>
                </a:lnTo>
                <a:lnTo>
                  <a:pt x="3706820" y="513530"/>
                </a:lnTo>
                <a:lnTo>
                  <a:pt x="3715021" y="509228"/>
                </a:lnTo>
                <a:lnTo>
                  <a:pt x="3723222" y="504802"/>
                </a:lnTo>
                <a:lnTo>
                  <a:pt x="3731423" y="500261"/>
                </a:lnTo>
                <a:lnTo>
                  <a:pt x="3739624" y="495610"/>
                </a:lnTo>
                <a:lnTo>
                  <a:pt x="3747825" y="490858"/>
                </a:lnTo>
                <a:lnTo>
                  <a:pt x="3756026" y="486012"/>
                </a:lnTo>
                <a:lnTo>
                  <a:pt x="3764227" y="481082"/>
                </a:lnTo>
                <a:lnTo>
                  <a:pt x="3772428" y="476075"/>
                </a:lnTo>
                <a:lnTo>
                  <a:pt x="3780629" y="471001"/>
                </a:lnTo>
                <a:lnTo>
                  <a:pt x="3788830" y="465869"/>
                </a:lnTo>
                <a:lnTo>
                  <a:pt x="3797031" y="460690"/>
                </a:lnTo>
                <a:lnTo>
                  <a:pt x="3805231" y="455473"/>
                </a:lnTo>
                <a:lnTo>
                  <a:pt x="3813432" y="450229"/>
                </a:lnTo>
                <a:lnTo>
                  <a:pt x="3821633" y="444969"/>
                </a:lnTo>
                <a:lnTo>
                  <a:pt x="3829834" y="439703"/>
                </a:lnTo>
                <a:lnTo>
                  <a:pt x="3838035" y="434443"/>
                </a:lnTo>
                <a:lnTo>
                  <a:pt x="3846236" y="429200"/>
                </a:lnTo>
                <a:lnTo>
                  <a:pt x="3854437" y="423986"/>
                </a:lnTo>
                <a:lnTo>
                  <a:pt x="3862638" y="418812"/>
                </a:lnTo>
                <a:lnTo>
                  <a:pt x="3870839" y="413689"/>
                </a:lnTo>
                <a:lnTo>
                  <a:pt x="3879040" y="408631"/>
                </a:lnTo>
                <a:lnTo>
                  <a:pt x="3887241" y="403648"/>
                </a:lnTo>
                <a:lnTo>
                  <a:pt x="3895442" y="398752"/>
                </a:lnTo>
                <a:lnTo>
                  <a:pt x="3903643" y="393955"/>
                </a:lnTo>
                <a:lnTo>
                  <a:pt x="3911844" y="389269"/>
                </a:lnTo>
                <a:lnTo>
                  <a:pt x="3920044" y="384705"/>
                </a:lnTo>
                <a:lnTo>
                  <a:pt x="3928245" y="380275"/>
                </a:lnTo>
                <a:lnTo>
                  <a:pt x="3936446" y="375989"/>
                </a:lnTo>
                <a:lnTo>
                  <a:pt x="3944647" y="371858"/>
                </a:lnTo>
                <a:lnTo>
                  <a:pt x="3952848" y="367894"/>
                </a:lnTo>
                <a:lnTo>
                  <a:pt x="3961049" y="364106"/>
                </a:lnTo>
                <a:lnTo>
                  <a:pt x="3969250" y="360504"/>
                </a:lnTo>
                <a:lnTo>
                  <a:pt x="3977451" y="357098"/>
                </a:lnTo>
                <a:lnTo>
                  <a:pt x="3985652" y="353898"/>
                </a:lnTo>
                <a:lnTo>
                  <a:pt x="3993853" y="350911"/>
                </a:lnTo>
                <a:lnTo>
                  <a:pt x="4002054" y="348146"/>
                </a:lnTo>
                <a:lnTo>
                  <a:pt x="4010255" y="345612"/>
                </a:lnTo>
                <a:lnTo>
                  <a:pt x="4018456" y="343314"/>
                </a:lnTo>
                <a:lnTo>
                  <a:pt x="4026657" y="341260"/>
                </a:lnTo>
                <a:lnTo>
                  <a:pt x="4034857" y="339455"/>
                </a:lnTo>
                <a:lnTo>
                  <a:pt x="4043058" y="337906"/>
                </a:lnTo>
                <a:lnTo>
                  <a:pt x="4051259" y="336617"/>
                </a:lnTo>
                <a:lnTo>
                  <a:pt x="4059460" y="335592"/>
                </a:lnTo>
                <a:lnTo>
                  <a:pt x="4067661" y="334835"/>
                </a:lnTo>
                <a:lnTo>
                  <a:pt x="4075862" y="334349"/>
                </a:lnTo>
                <a:lnTo>
                  <a:pt x="4084063" y="334136"/>
                </a:lnTo>
                <a:lnTo>
                  <a:pt x="4092264" y="334197"/>
                </a:lnTo>
              </a:path>
            </a:pathLst>
          </a:custGeom>
          <a:noFill/>
          <a:ln w="15875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ABCD-path-0047">
            <a:extLst>
              <a:ext uri="{FF2B5EF4-FFF2-40B4-BE49-F238E27FC236}">
                <a16:creationId xmlns:a16="http://schemas.microsoft.com/office/drawing/2014/main" id="{4DD79932-DF75-432B-8C3A-8DEA70AF64E6}"/>
              </a:ext>
            </a:extLst>
          </p:cNvPr>
          <p:cNvSpPr>
            <a:spLocks noGrp="1"/>
          </p:cNvSpPr>
          <p:nvPr/>
        </p:nvSpPr>
        <p:spPr>
          <a:xfrm>
            <a:off x="3245190" y="565073"/>
            <a:ext cx="1227678" cy="358950"/>
          </a:xfrm>
          <a:custGeom>
            <a:avLst/>
            <a:gdLst/>
            <a:ahLst/>
            <a:cxnLst/>
            <a:rect l="0" t="0" r="0" b="0"/>
            <a:pathLst>
              <a:path w="1227678" h="358950">
                <a:moveTo>
                  <a:pt x="0" y="358950"/>
                </a:moveTo>
                <a:lnTo>
                  <a:pt x="1227678" y="358950"/>
                </a:lnTo>
                <a:lnTo>
                  <a:pt x="122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ABCD-text-0048-BP">
            <a:extLst>
              <a:ext uri="{FF2B5EF4-FFF2-40B4-BE49-F238E27FC236}">
                <a16:creationId xmlns:a16="http://schemas.microsoft.com/office/drawing/2014/main" id="{AE7B6075-709A-4D8C-9331-B09C1BCDBF1A}"/>
              </a:ext>
            </a:extLst>
          </p:cNvPr>
          <p:cNvSpPr>
            <a:spLocks noGrp="1"/>
          </p:cNvSpPr>
          <p:nvPr/>
        </p:nvSpPr>
        <p:spPr>
          <a:xfrm rot="19680000">
            <a:off x="3311980" y="874098"/>
            <a:ext cx="308864" cy="104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BP</a:t>
            </a:r>
          </a:p>
        </p:txBody>
      </p:sp>
      <p:sp>
        <p:nvSpPr>
          <p:cNvPr id="49" name="ABCD-text-0049-MF">
            <a:extLst>
              <a:ext uri="{FF2B5EF4-FFF2-40B4-BE49-F238E27FC236}">
                <a16:creationId xmlns:a16="http://schemas.microsoft.com/office/drawing/2014/main" id="{685510DB-C061-4EB0-94BE-F4B6C8EA21C6}"/>
              </a:ext>
            </a:extLst>
          </p:cNvPr>
          <p:cNvSpPr>
            <a:spLocks noGrp="1"/>
          </p:cNvSpPr>
          <p:nvPr/>
        </p:nvSpPr>
        <p:spPr>
          <a:xfrm rot="19680000">
            <a:off x="3551175" y="876903"/>
            <a:ext cx="308864" cy="104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MF</a:t>
            </a:r>
          </a:p>
        </p:txBody>
      </p:sp>
      <p:sp>
        <p:nvSpPr>
          <p:cNvPr id="50" name="ABCD-text-0050-CC">
            <a:extLst>
              <a:ext uri="{FF2B5EF4-FFF2-40B4-BE49-F238E27FC236}">
                <a16:creationId xmlns:a16="http://schemas.microsoft.com/office/drawing/2014/main" id="{ABF87BEB-DF1F-478B-B5BD-7BF9BC353EA3}"/>
              </a:ext>
            </a:extLst>
          </p:cNvPr>
          <p:cNvSpPr>
            <a:spLocks noGrp="1"/>
          </p:cNvSpPr>
          <p:nvPr/>
        </p:nvSpPr>
        <p:spPr>
          <a:xfrm rot="19680000">
            <a:off x="3794833" y="876919"/>
            <a:ext cx="308864" cy="104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CC</a:t>
            </a:r>
          </a:p>
        </p:txBody>
      </p:sp>
      <p:sp>
        <p:nvSpPr>
          <p:cNvPr id="51" name="ABCD-text-0051-KEGG">
            <a:extLst>
              <a:ext uri="{FF2B5EF4-FFF2-40B4-BE49-F238E27FC236}">
                <a16:creationId xmlns:a16="http://schemas.microsoft.com/office/drawing/2014/main" id="{C7C0D84E-0E71-4DCD-8C24-31CFE97CA7EA}"/>
              </a:ext>
            </a:extLst>
          </p:cNvPr>
          <p:cNvSpPr>
            <a:spLocks noGrp="1"/>
          </p:cNvSpPr>
          <p:nvPr/>
        </p:nvSpPr>
        <p:spPr>
          <a:xfrm rot="19680000">
            <a:off x="3979364" y="913881"/>
            <a:ext cx="308864" cy="104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KEGG</a:t>
            </a:r>
          </a:p>
        </p:txBody>
      </p:sp>
      <p:sp>
        <p:nvSpPr>
          <p:cNvPr id="52" name="ABCD-text-0052-REAC">
            <a:extLst>
              <a:ext uri="{FF2B5EF4-FFF2-40B4-BE49-F238E27FC236}">
                <a16:creationId xmlns:a16="http://schemas.microsoft.com/office/drawing/2014/main" id="{08F6C181-C9A3-48A4-AA44-7CC6B2A132D4}"/>
              </a:ext>
            </a:extLst>
          </p:cNvPr>
          <p:cNvSpPr>
            <a:spLocks noGrp="1"/>
          </p:cNvSpPr>
          <p:nvPr/>
        </p:nvSpPr>
        <p:spPr>
          <a:xfrm rot="19680000">
            <a:off x="4227601" y="911036"/>
            <a:ext cx="308864" cy="104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</a:t>
            </a:r>
          </a:p>
        </p:txBody>
      </p:sp>
      <p:sp>
        <p:nvSpPr>
          <p:cNvPr id="53" name="ABCD-path-0053">
            <a:extLst>
              <a:ext uri="{FF2B5EF4-FFF2-40B4-BE49-F238E27FC236}">
                <a16:creationId xmlns:a16="http://schemas.microsoft.com/office/drawing/2014/main" id="{6B11A138-A8FD-46CD-AD3C-144867AEDA09}"/>
              </a:ext>
            </a:extLst>
          </p:cNvPr>
          <p:cNvSpPr>
            <a:spLocks noGrp="1"/>
          </p:cNvSpPr>
          <p:nvPr/>
        </p:nvSpPr>
        <p:spPr>
          <a:xfrm>
            <a:off x="3245190" y="924028"/>
            <a:ext cx="1227678" cy="95"/>
          </a:xfrm>
          <a:prstGeom prst="line">
            <a:avLst/>
          </a:prstGeom>
          <a:noFill/>
          <a:ln w="4826">
            <a:solidFill>
              <a:srgbClr val="E7E7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ABCD-use-0054">
            <a:extLst>
              <a:ext uri="{FF2B5EF4-FFF2-40B4-BE49-F238E27FC236}">
                <a16:creationId xmlns:a16="http://schemas.microsoft.com/office/drawing/2014/main" id="{08FBF8D2-65ED-4456-94B8-C6C152D29FFE}"/>
              </a:ext>
            </a:extLst>
          </p:cNvPr>
          <p:cNvSpPr>
            <a:spLocks noGrp="1"/>
          </p:cNvSpPr>
          <p:nvPr/>
        </p:nvSpPr>
        <p:spPr>
          <a:xfrm>
            <a:off x="3224870" y="924028"/>
            <a:ext cx="2032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ABCD-text-0055-0">
            <a:extLst>
              <a:ext uri="{FF2B5EF4-FFF2-40B4-BE49-F238E27FC236}">
                <a16:creationId xmlns:a16="http://schemas.microsoft.com/office/drawing/2014/main" id="{1CC6C41A-0667-41DE-BF99-AF28CCB29DE0}"/>
              </a:ext>
            </a:extLst>
          </p:cNvPr>
          <p:cNvSpPr>
            <a:spLocks noGrp="1"/>
          </p:cNvSpPr>
          <p:nvPr/>
        </p:nvSpPr>
        <p:spPr>
          <a:xfrm>
            <a:off x="2970870" y="894005"/>
            <a:ext cx="241300" cy="7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ABCD-path-0056">
            <a:extLst>
              <a:ext uri="{FF2B5EF4-FFF2-40B4-BE49-F238E27FC236}">
                <a16:creationId xmlns:a16="http://schemas.microsoft.com/office/drawing/2014/main" id="{E1294A7C-D1CC-4140-9792-1D45EB1B9540}"/>
              </a:ext>
            </a:extLst>
          </p:cNvPr>
          <p:cNvSpPr>
            <a:spLocks noGrp="1"/>
          </p:cNvSpPr>
          <p:nvPr/>
        </p:nvSpPr>
        <p:spPr>
          <a:xfrm>
            <a:off x="3245190" y="760868"/>
            <a:ext cx="1227678" cy="95"/>
          </a:xfrm>
          <a:prstGeom prst="line">
            <a:avLst/>
          </a:prstGeom>
          <a:noFill/>
          <a:ln w="4826">
            <a:solidFill>
              <a:srgbClr val="E7E7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ABCD-use-0057">
            <a:extLst>
              <a:ext uri="{FF2B5EF4-FFF2-40B4-BE49-F238E27FC236}">
                <a16:creationId xmlns:a16="http://schemas.microsoft.com/office/drawing/2014/main" id="{1DFBAB53-DEC7-40BB-9581-D936EE095D41}"/>
              </a:ext>
            </a:extLst>
          </p:cNvPr>
          <p:cNvSpPr>
            <a:spLocks noGrp="1"/>
          </p:cNvSpPr>
          <p:nvPr/>
        </p:nvSpPr>
        <p:spPr>
          <a:xfrm>
            <a:off x="3224870" y="760868"/>
            <a:ext cx="2032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ABCD-text-0058-25">
            <a:extLst>
              <a:ext uri="{FF2B5EF4-FFF2-40B4-BE49-F238E27FC236}">
                <a16:creationId xmlns:a16="http://schemas.microsoft.com/office/drawing/2014/main" id="{ABC24C3A-4FB7-4AF3-A761-085A43DDA4E3}"/>
              </a:ext>
            </a:extLst>
          </p:cNvPr>
          <p:cNvSpPr>
            <a:spLocks noGrp="1"/>
          </p:cNvSpPr>
          <p:nvPr/>
        </p:nvSpPr>
        <p:spPr>
          <a:xfrm>
            <a:off x="2970870" y="730845"/>
            <a:ext cx="241300" cy="7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9" name="ABCD-path-0059">
            <a:extLst>
              <a:ext uri="{FF2B5EF4-FFF2-40B4-BE49-F238E27FC236}">
                <a16:creationId xmlns:a16="http://schemas.microsoft.com/office/drawing/2014/main" id="{E2162C9C-43EA-4858-A251-0B0734107623}"/>
              </a:ext>
            </a:extLst>
          </p:cNvPr>
          <p:cNvSpPr>
            <a:spLocks noGrp="1"/>
          </p:cNvSpPr>
          <p:nvPr/>
        </p:nvSpPr>
        <p:spPr>
          <a:xfrm>
            <a:off x="3245190" y="597709"/>
            <a:ext cx="1227678" cy="95"/>
          </a:xfrm>
          <a:prstGeom prst="line">
            <a:avLst/>
          </a:prstGeom>
          <a:noFill/>
          <a:ln w="4826">
            <a:solidFill>
              <a:srgbClr val="E7E7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ABCD-use-0060">
            <a:extLst>
              <a:ext uri="{FF2B5EF4-FFF2-40B4-BE49-F238E27FC236}">
                <a16:creationId xmlns:a16="http://schemas.microsoft.com/office/drawing/2014/main" id="{E3E2A8D1-1B6A-47C2-A160-61A5E869AD50}"/>
              </a:ext>
            </a:extLst>
          </p:cNvPr>
          <p:cNvSpPr>
            <a:spLocks noGrp="1"/>
          </p:cNvSpPr>
          <p:nvPr/>
        </p:nvSpPr>
        <p:spPr>
          <a:xfrm>
            <a:off x="3224870" y="597709"/>
            <a:ext cx="20320" cy="95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ABCD-text-0061-50">
            <a:extLst>
              <a:ext uri="{FF2B5EF4-FFF2-40B4-BE49-F238E27FC236}">
                <a16:creationId xmlns:a16="http://schemas.microsoft.com/office/drawing/2014/main" id="{0598B4C7-A66F-4550-8A1B-9C7333F1E6E9}"/>
              </a:ext>
            </a:extLst>
          </p:cNvPr>
          <p:cNvSpPr>
            <a:spLocks noGrp="1"/>
          </p:cNvSpPr>
          <p:nvPr/>
        </p:nvSpPr>
        <p:spPr>
          <a:xfrm>
            <a:off x="2970870" y="567686"/>
            <a:ext cx="241300" cy="7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3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2" name="ABCD-path-0062">
            <a:extLst>
              <a:ext uri="{FF2B5EF4-FFF2-40B4-BE49-F238E27FC236}">
                <a16:creationId xmlns:a16="http://schemas.microsoft.com/office/drawing/2014/main" id="{297DFE26-D226-454A-95D7-1308495CBF8F}"/>
              </a:ext>
            </a:extLst>
          </p:cNvPr>
          <p:cNvSpPr>
            <a:spLocks noGrp="1"/>
          </p:cNvSpPr>
          <p:nvPr/>
        </p:nvSpPr>
        <p:spPr>
          <a:xfrm>
            <a:off x="3245194" y="565073"/>
            <a:ext cx="95" cy="358950"/>
          </a:xfrm>
          <a:prstGeom prst="line">
            <a:avLst/>
          </a:prstGeom>
          <a:noFill/>
          <a:ln w="5334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ABCD-path-0063">
            <a:extLst>
              <a:ext uri="{FF2B5EF4-FFF2-40B4-BE49-F238E27FC236}">
                <a16:creationId xmlns:a16="http://schemas.microsoft.com/office/drawing/2014/main" id="{BFEE76CC-8EF0-4AA8-A316-8934D8F5808F}"/>
              </a:ext>
            </a:extLst>
          </p:cNvPr>
          <p:cNvSpPr>
            <a:spLocks noGrp="1"/>
          </p:cNvSpPr>
          <p:nvPr/>
        </p:nvSpPr>
        <p:spPr>
          <a:xfrm>
            <a:off x="3245190" y="924028"/>
            <a:ext cx="1227678" cy="95"/>
          </a:xfrm>
          <a:prstGeom prst="line">
            <a:avLst/>
          </a:prstGeom>
          <a:noFill/>
          <a:ln w="5334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ABCD-path-0064">
            <a:extLst>
              <a:ext uri="{FF2B5EF4-FFF2-40B4-BE49-F238E27FC236}">
                <a16:creationId xmlns:a16="http://schemas.microsoft.com/office/drawing/2014/main" id="{0B66A379-D6DE-4A12-A5E0-7992FC6CBA9F}"/>
              </a:ext>
            </a:extLst>
          </p:cNvPr>
          <p:cNvSpPr>
            <a:spLocks noGrp="1"/>
          </p:cNvSpPr>
          <p:nvPr/>
        </p:nvSpPr>
        <p:spPr>
          <a:xfrm>
            <a:off x="3300994" y="740245"/>
            <a:ext cx="141336" cy="183783"/>
          </a:xfrm>
          <a:custGeom>
            <a:avLst/>
            <a:gdLst/>
            <a:ahLst/>
            <a:cxnLst/>
            <a:rect l="0" t="0" r="0" b="0"/>
            <a:pathLst>
              <a:path w="141336" h="181482">
                <a:moveTo>
                  <a:pt x="0" y="181482"/>
                </a:moveTo>
                <a:lnTo>
                  <a:pt x="141336" y="181482"/>
                </a:lnTo>
                <a:lnTo>
                  <a:pt x="14133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>
              <a:alpha val="92000"/>
            </a:srgbClr>
          </a:solidFill>
          <a:ln w="5715">
            <a:solidFill>
              <a:srgbClr val="FFFFFF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ABCD-path-0065">
            <a:extLst>
              <a:ext uri="{FF2B5EF4-FFF2-40B4-BE49-F238E27FC236}">
                <a16:creationId xmlns:a16="http://schemas.microsoft.com/office/drawing/2014/main" id="{C2EA4A77-D12C-408B-9460-E34AFCA496BC}"/>
              </a:ext>
            </a:extLst>
          </p:cNvPr>
          <p:cNvSpPr>
            <a:spLocks noGrp="1"/>
          </p:cNvSpPr>
          <p:nvPr/>
        </p:nvSpPr>
        <p:spPr>
          <a:xfrm>
            <a:off x="3544677" y="721384"/>
            <a:ext cx="141336" cy="202644"/>
          </a:xfrm>
          <a:custGeom>
            <a:avLst/>
            <a:gdLst/>
            <a:ahLst/>
            <a:cxnLst/>
            <a:rect l="0" t="0" r="0" b="0"/>
            <a:pathLst>
              <a:path w="141336" h="203484">
                <a:moveTo>
                  <a:pt x="0" y="203484"/>
                </a:moveTo>
                <a:lnTo>
                  <a:pt x="141336" y="203484"/>
                </a:lnTo>
                <a:lnTo>
                  <a:pt x="14133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>
              <a:alpha val="92000"/>
            </a:srgbClr>
          </a:solidFill>
          <a:ln w="5715">
            <a:solidFill>
              <a:srgbClr val="FFFFFF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ABCD-path-0066">
            <a:extLst>
              <a:ext uri="{FF2B5EF4-FFF2-40B4-BE49-F238E27FC236}">
                <a16:creationId xmlns:a16="http://schemas.microsoft.com/office/drawing/2014/main" id="{D2215161-B07B-4046-896F-679AF01F441E}"/>
              </a:ext>
            </a:extLst>
          </p:cNvPr>
          <p:cNvSpPr>
            <a:spLocks noGrp="1"/>
          </p:cNvSpPr>
          <p:nvPr/>
        </p:nvSpPr>
        <p:spPr>
          <a:xfrm>
            <a:off x="3788361" y="770136"/>
            <a:ext cx="141336" cy="153892"/>
          </a:xfrm>
          <a:custGeom>
            <a:avLst/>
            <a:gdLst/>
            <a:ahLst/>
            <a:cxnLst/>
            <a:rect l="0" t="0" r="0" b="0"/>
            <a:pathLst>
              <a:path w="141336" h="151588">
                <a:moveTo>
                  <a:pt x="0" y="151588"/>
                </a:moveTo>
                <a:lnTo>
                  <a:pt x="141336" y="151588"/>
                </a:lnTo>
                <a:lnTo>
                  <a:pt x="14133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>
              <a:alpha val="92000"/>
            </a:srgbClr>
          </a:solidFill>
          <a:ln w="5715">
            <a:solidFill>
              <a:srgbClr val="FFFFFF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ABCD-path-0067">
            <a:extLst>
              <a:ext uri="{FF2B5EF4-FFF2-40B4-BE49-F238E27FC236}">
                <a16:creationId xmlns:a16="http://schemas.microsoft.com/office/drawing/2014/main" id="{BBA0BAD3-269A-49B3-98B1-D8766C34D966}"/>
              </a:ext>
            </a:extLst>
          </p:cNvPr>
          <p:cNvSpPr>
            <a:spLocks noGrp="1"/>
          </p:cNvSpPr>
          <p:nvPr/>
        </p:nvSpPr>
        <p:spPr>
          <a:xfrm>
            <a:off x="4032044" y="645743"/>
            <a:ext cx="141336" cy="278285"/>
          </a:xfrm>
          <a:custGeom>
            <a:avLst/>
            <a:gdLst/>
            <a:ahLst/>
            <a:cxnLst/>
            <a:rect l="0" t="0" r="0" b="0"/>
            <a:pathLst>
              <a:path w="141336" h="276919">
                <a:moveTo>
                  <a:pt x="0" y="276919"/>
                </a:moveTo>
                <a:lnTo>
                  <a:pt x="141336" y="276919"/>
                </a:lnTo>
                <a:lnTo>
                  <a:pt x="1413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>
              <a:alpha val="92000"/>
            </a:srgbClr>
          </a:solidFill>
          <a:ln w="5715">
            <a:solidFill>
              <a:srgbClr val="FFFFFF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ABCD-path-0068">
            <a:extLst>
              <a:ext uri="{FF2B5EF4-FFF2-40B4-BE49-F238E27FC236}">
                <a16:creationId xmlns:a16="http://schemas.microsoft.com/office/drawing/2014/main" id="{924A6BAA-69B6-4162-AD3B-F11B2701D016}"/>
              </a:ext>
            </a:extLst>
          </p:cNvPr>
          <p:cNvSpPr>
            <a:spLocks noGrp="1"/>
          </p:cNvSpPr>
          <p:nvPr/>
        </p:nvSpPr>
        <p:spPr>
          <a:xfrm>
            <a:off x="4275728" y="615004"/>
            <a:ext cx="141336" cy="309024"/>
          </a:xfrm>
          <a:custGeom>
            <a:avLst/>
            <a:gdLst/>
            <a:ahLst/>
            <a:cxnLst/>
            <a:rect l="0" t="0" r="0" b="0"/>
            <a:pathLst>
              <a:path w="141336" h="308998">
                <a:moveTo>
                  <a:pt x="0" y="308998"/>
                </a:moveTo>
                <a:lnTo>
                  <a:pt x="141336" y="308998"/>
                </a:lnTo>
                <a:lnTo>
                  <a:pt x="1413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>
              <a:alpha val="92000"/>
            </a:srgbClr>
          </a:solidFill>
          <a:ln w="5715">
            <a:solidFill>
              <a:srgbClr val="FFFFFF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ABCD-text-0069-Zero pass rate counts">
            <a:extLst>
              <a:ext uri="{FF2B5EF4-FFF2-40B4-BE49-F238E27FC236}">
                <a16:creationId xmlns:a16="http://schemas.microsoft.com/office/drawing/2014/main" id="{AEEBB4A4-CDF0-4F03-AB27-2DDD3000D76B}"/>
              </a:ext>
            </a:extLst>
          </p:cNvPr>
          <p:cNvSpPr>
            <a:spLocks noGrp="1"/>
          </p:cNvSpPr>
          <p:nvPr/>
        </p:nvSpPr>
        <p:spPr>
          <a:xfrm>
            <a:off x="3439760" y="467491"/>
            <a:ext cx="838545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Zero pass rate (%)</a:t>
            </a:r>
          </a:p>
        </p:txBody>
      </p:sp>
      <p:sp>
        <p:nvSpPr>
          <p:cNvPr id="70" name="ABCD-text-0070-28">
            <a:extLst>
              <a:ext uri="{FF2B5EF4-FFF2-40B4-BE49-F238E27FC236}">
                <a16:creationId xmlns:a16="http://schemas.microsoft.com/office/drawing/2014/main" id="{A825A7EC-47A6-43B3-B5C3-904A4C173BBB}"/>
              </a:ext>
            </a:extLst>
          </p:cNvPr>
          <p:cNvSpPr>
            <a:spLocks noGrp="1"/>
          </p:cNvSpPr>
          <p:nvPr/>
        </p:nvSpPr>
        <p:spPr>
          <a:xfrm>
            <a:off x="3244662" y="672533"/>
            <a:ext cx="254000" cy="78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00">
                <a:solidFill>
                  <a:srgbClr val="33333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1" name="ABCD-text-0071-31">
            <a:extLst>
              <a:ext uri="{FF2B5EF4-FFF2-40B4-BE49-F238E27FC236}">
                <a16:creationId xmlns:a16="http://schemas.microsoft.com/office/drawing/2014/main" id="{C39B56F0-9314-4B2C-82A9-F3BCB934FB4D}"/>
              </a:ext>
            </a:extLst>
          </p:cNvPr>
          <p:cNvSpPr>
            <a:spLocks noGrp="1"/>
          </p:cNvSpPr>
          <p:nvPr/>
        </p:nvSpPr>
        <p:spPr>
          <a:xfrm>
            <a:off x="3488346" y="653672"/>
            <a:ext cx="254000" cy="78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00">
                <a:solidFill>
                  <a:srgbClr val="33333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2" name="ABCD-text-0072-23">
            <a:extLst>
              <a:ext uri="{FF2B5EF4-FFF2-40B4-BE49-F238E27FC236}">
                <a16:creationId xmlns:a16="http://schemas.microsoft.com/office/drawing/2014/main" id="{D25478DD-9D34-461D-A0F4-94F3225E115B}"/>
              </a:ext>
            </a:extLst>
          </p:cNvPr>
          <p:cNvSpPr>
            <a:spLocks noGrp="1"/>
          </p:cNvSpPr>
          <p:nvPr/>
        </p:nvSpPr>
        <p:spPr>
          <a:xfrm>
            <a:off x="3732029" y="702424"/>
            <a:ext cx="254000" cy="78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00">
                <a:solidFill>
                  <a:srgbClr val="33333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3" name="ABCD-text-0073-42">
            <a:extLst>
              <a:ext uri="{FF2B5EF4-FFF2-40B4-BE49-F238E27FC236}">
                <a16:creationId xmlns:a16="http://schemas.microsoft.com/office/drawing/2014/main" id="{038F338E-50DD-4E2A-8428-90139B390769}"/>
              </a:ext>
            </a:extLst>
          </p:cNvPr>
          <p:cNvSpPr>
            <a:spLocks noGrp="1"/>
          </p:cNvSpPr>
          <p:nvPr/>
        </p:nvSpPr>
        <p:spPr>
          <a:xfrm>
            <a:off x="3975713" y="578027"/>
            <a:ext cx="254000" cy="78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00">
                <a:solidFill>
                  <a:srgbClr val="333333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4" name="ABCD-text-0074-47">
            <a:extLst>
              <a:ext uri="{FF2B5EF4-FFF2-40B4-BE49-F238E27FC236}">
                <a16:creationId xmlns:a16="http://schemas.microsoft.com/office/drawing/2014/main" id="{32F3F3BC-F890-4337-9744-4B56A608569A}"/>
              </a:ext>
            </a:extLst>
          </p:cNvPr>
          <p:cNvSpPr>
            <a:spLocks noGrp="1"/>
          </p:cNvSpPr>
          <p:nvPr/>
        </p:nvSpPr>
        <p:spPr>
          <a:xfrm>
            <a:off x="4219396" y="547292"/>
            <a:ext cx="254000" cy="78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00">
                <a:solidFill>
                  <a:srgbClr val="333333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75" name="ABCD-path-0075">
            <a:extLst>
              <a:ext uri="{FF2B5EF4-FFF2-40B4-BE49-F238E27FC236}">
                <a16:creationId xmlns:a16="http://schemas.microsoft.com/office/drawing/2014/main" id="{9E224152-4054-494B-B630-9A41FF0514EF}"/>
              </a:ext>
            </a:extLst>
          </p:cNvPr>
          <p:cNvSpPr>
            <a:spLocks noGrp="1"/>
          </p:cNvSpPr>
          <p:nvPr/>
        </p:nvSpPr>
        <p:spPr>
          <a:xfrm>
            <a:off x="5559660" y="457924"/>
            <a:ext cx="4610268" cy="1071494"/>
          </a:xfrm>
          <a:custGeom>
            <a:avLst/>
            <a:gdLst/>
            <a:ahLst/>
            <a:cxnLst/>
            <a:rect l="0" t="0" r="0" b="0"/>
            <a:pathLst>
              <a:path w="4610268" h="1071494">
                <a:moveTo>
                  <a:pt x="0" y="1071494"/>
                </a:moveTo>
                <a:lnTo>
                  <a:pt x="4610268" y="1071494"/>
                </a:lnTo>
                <a:lnTo>
                  <a:pt x="4610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ABCD-path-0076">
            <a:extLst>
              <a:ext uri="{FF2B5EF4-FFF2-40B4-BE49-F238E27FC236}">
                <a16:creationId xmlns:a16="http://schemas.microsoft.com/office/drawing/2014/main" id="{A06EA65C-CDD6-464C-81DE-76976E829632}"/>
              </a:ext>
            </a:extLst>
          </p:cNvPr>
          <p:cNvSpPr>
            <a:spLocks noGrp="1"/>
          </p:cNvSpPr>
          <p:nvPr/>
        </p:nvSpPr>
        <p:spPr>
          <a:xfrm>
            <a:off x="5559660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ABCD-use-0077">
            <a:extLst>
              <a:ext uri="{FF2B5EF4-FFF2-40B4-BE49-F238E27FC236}">
                <a16:creationId xmlns:a16="http://schemas.microsoft.com/office/drawing/2014/main" id="{8FA5BFB5-9259-4059-83F0-A35D447051DF}"/>
              </a:ext>
            </a:extLst>
          </p:cNvPr>
          <p:cNvSpPr>
            <a:spLocks noGrp="1"/>
          </p:cNvSpPr>
          <p:nvPr/>
        </p:nvSpPr>
        <p:spPr>
          <a:xfrm>
            <a:off x="5559660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ABCD-text-0078-0">
            <a:extLst>
              <a:ext uri="{FF2B5EF4-FFF2-40B4-BE49-F238E27FC236}">
                <a16:creationId xmlns:a16="http://schemas.microsoft.com/office/drawing/2014/main" id="{91BE2B33-A4DB-4229-9060-734E21915E92}"/>
              </a:ext>
            </a:extLst>
          </p:cNvPr>
          <p:cNvSpPr>
            <a:spLocks noGrp="1"/>
          </p:cNvSpPr>
          <p:nvPr/>
        </p:nvSpPr>
        <p:spPr>
          <a:xfrm>
            <a:off x="5375510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ABCD-path-0079">
            <a:extLst>
              <a:ext uri="{FF2B5EF4-FFF2-40B4-BE49-F238E27FC236}">
                <a16:creationId xmlns:a16="http://schemas.microsoft.com/office/drawing/2014/main" id="{4F4093BA-F4B6-4C84-B383-2F9EFA5735CD}"/>
              </a:ext>
            </a:extLst>
          </p:cNvPr>
          <p:cNvSpPr>
            <a:spLocks noGrp="1"/>
          </p:cNvSpPr>
          <p:nvPr/>
        </p:nvSpPr>
        <p:spPr>
          <a:xfrm>
            <a:off x="6712227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ABCD-use-0080">
            <a:extLst>
              <a:ext uri="{FF2B5EF4-FFF2-40B4-BE49-F238E27FC236}">
                <a16:creationId xmlns:a16="http://schemas.microsoft.com/office/drawing/2014/main" id="{F1CC4E5B-3C75-41A2-89A1-2F82BF7C64E1}"/>
              </a:ext>
            </a:extLst>
          </p:cNvPr>
          <p:cNvSpPr>
            <a:spLocks noGrp="1"/>
          </p:cNvSpPr>
          <p:nvPr/>
        </p:nvSpPr>
        <p:spPr>
          <a:xfrm>
            <a:off x="6712227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ABCD-text-0081-20">
            <a:extLst>
              <a:ext uri="{FF2B5EF4-FFF2-40B4-BE49-F238E27FC236}">
                <a16:creationId xmlns:a16="http://schemas.microsoft.com/office/drawing/2014/main" id="{E49A7ABC-6025-4D0B-A9E8-434916D54C93}"/>
              </a:ext>
            </a:extLst>
          </p:cNvPr>
          <p:cNvSpPr>
            <a:spLocks noGrp="1"/>
          </p:cNvSpPr>
          <p:nvPr/>
        </p:nvSpPr>
        <p:spPr>
          <a:xfrm>
            <a:off x="6528077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2" name="ABCD-path-0082">
            <a:extLst>
              <a:ext uri="{FF2B5EF4-FFF2-40B4-BE49-F238E27FC236}">
                <a16:creationId xmlns:a16="http://schemas.microsoft.com/office/drawing/2014/main" id="{87FF33B5-F192-4414-9E30-256141530829}"/>
              </a:ext>
            </a:extLst>
          </p:cNvPr>
          <p:cNvSpPr>
            <a:spLocks noGrp="1"/>
          </p:cNvSpPr>
          <p:nvPr/>
        </p:nvSpPr>
        <p:spPr>
          <a:xfrm>
            <a:off x="7864794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ABCD-use-0083">
            <a:extLst>
              <a:ext uri="{FF2B5EF4-FFF2-40B4-BE49-F238E27FC236}">
                <a16:creationId xmlns:a16="http://schemas.microsoft.com/office/drawing/2014/main" id="{DBDFEE07-3BB6-4EFE-BF15-64B2AED7852C}"/>
              </a:ext>
            </a:extLst>
          </p:cNvPr>
          <p:cNvSpPr>
            <a:spLocks noGrp="1"/>
          </p:cNvSpPr>
          <p:nvPr/>
        </p:nvSpPr>
        <p:spPr>
          <a:xfrm>
            <a:off x="7864794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ABCD-text-0084-40">
            <a:extLst>
              <a:ext uri="{FF2B5EF4-FFF2-40B4-BE49-F238E27FC236}">
                <a16:creationId xmlns:a16="http://schemas.microsoft.com/office/drawing/2014/main" id="{556818DB-9E85-4F75-B9A8-03911F892836}"/>
              </a:ext>
            </a:extLst>
          </p:cNvPr>
          <p:cNvSpPr>
            <a:spLocks noGrp="1"/>
          </p:cNvSpPr>
          <p:nvPr/>
        </p:nvSpPr>
        <p:spPr>
          <a:xfrm>
            <a:off x="7680644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85" name="ABCD-text-0085-Pass rate (%)">
            <a:extLst>
              <a:ext uri="{FF2B5EF4-FFF2-40B4-BE49-F238E27FC236}">
                <a16:creationId xmlns:a16="http://schemas.microsoft.com/office/drawing/2014/main" id="{660D43F9-9D13-4C57-BCD4-C23C68BF4878}"/>
              </a:ext>
            </a:extLst>
          </p:cNvPr>
          <p:cNvSpPr>
            <a:spLocks noGrp="1"/>
          </p:cNvSpPr>
          <p:nvPr/>
        </p:nvSpPr>
        <p:spPr>
          <a:xfrm>
            <a:off x="7510391" y="1646771"/>
            <a:ext cx="708782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 rate (%)</a:t>
            </a:r>
          </a:p>
        </p:txBody>
      </p:sp>
      <p:sp>
        <p:nvSpPr>
          <p:cNvPr id="86" name="ABCD-text-0086-GO:BP">
            <a:extLst>
              <a:ext uri="{FF2B5EF4-FFF2-40B4-BE49-F238E27FC236}">
                <a16:creationId xmlns:a16="http://schemas.microsoft.com/office/drawing/2014/main" id="{DE00B426-56B9-422B-BF6A-0F7EAFC461BB}"/>
              </a:ext>
            </a:extLst>
          </p:cNvPr>
          <p:cNvSpPr>
            <a:spLocks noGrp="1"/>
          </p:cNvSpPr>
          <p:nvPr/>
        </p:nvSpPr>
        <p:spPr>
          <a:xfrm>
            <a:off x="5064348" y="511348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GO:BP</a:t>
            </a:r>
          </a:p>
        </p:txBody>
      </p:sp>
      <p:sp>
        <p:nvSpPr>
          <p:cNvPr id="87" name="ABCD-text-0087-GO:MF">
            <a:extLst>
              <a:ext uri="{FF2B5EF4-FFF2-40B4-BE49-F238E27FC236}">
                <a16:creationId xmlns:a16="http://schemas.microsoft.com/office/drawing/2014/main" id="{616AFC9C-4F66-457A-80CA-6068B2613B1F}"/>
              </a:ext>
            </a:extLst>
          </p:cNvPr>
          <p:cNvSpPr>
            <a:spLocks noGrp="1"/>
          </p:cNvSpPr>
          <p:nvPr/>
        </p:nvSpPr>
        <p:spPr>
          <a:xfrm>
            <a:off x="5064348" y="725647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GO:MF</a:t>
            </a:r>
          </a:p>
        </p:txBody>
      </p:sp>
      <p:sp>
        <p:nvSpPr>
          <p:cNvPr id="88" name="ABCD-text-0088-GO:CC">
            <a:extLst>
              <a:ext uri="{FF2B5EF4-FFF2-40B4-BE49-F238E27FC236}">
                <a16:creationId xmlns:a16="http://schemas.microsoft.com/office/drawing/2014/main" id="{270A11D2-0533-4CE4-87D7-1F4D6615512F}"/>
              </a:ext>
            </a:extLst>
          </p:cNvPr>
          <p:cNvSpPr>
            <a:spLocks noGrp="1"/>
          </p:cNvSpPr>
          <p:nvPr/>
        </p:nvSpPr>
        <p:spPr>
          <a:xfrm>
            <a:off x="5064348" y="939946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GO:CC</a:t>
            </a:r>
          </a:p>
        </p:txBody>
      </p:sp>
      <p:sp>
        <p:nvSpPr>
          <p:cNvPr id="89" name="ABCD-text-0089-KEGG">
            <a:extLst>
              <a:ext uri="{FF2B5EF4-FFF2-40B4-BE49-F238E27FC236}">
                <a16:creationId xmlns:a16="http://schemas.microsoft.com/office/drawing/2014/main" id="{16B289E2-FE69-49F9-A681-66B0CA3BA0A8}"/>
              </a:ext>
            </a:extLst>
          </p:cNvPr>
          <p:cNvSpPr>
            <a:spLocks noGrp="1"/>
          </p:cNvSpPr>
          <p:nvPr/>
        </p:nvSpPr>
        <p:spPr>
          <a:xfrm>
            <a:off x="5064348" y="1154244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KEGG</a:t>
            </a:r>
          </a:p>
        </p:txBody>
      </p:sp>
      <p:sp>
        <p:nvSpPr>
          <p:cNvPr id="90" name="ABCD-text-0090-REAC">
            <a:extLst>
              <a:ext uri="{FF2B5EF4-FFF2-40B4-BE49-F238E27FC236}">
                <a16:creationId xmlns:a16="http://schemas.microsoft.com/office/drawing/2014/main" id="{F21E1100-0C24-4056-A066-775A27AE0C94}"/>
              </a:ext>
            </a:extLst>
          </p:cNvPr>
          <p:cNvSpPr>
            <a:spLocks noGrp="1"/>
          </p:cNvSpPr>
          <p:nvPr/>
        </p:nvSpPr>
        <p:spPr>
          <a:xfrm>
            <a:off x="5064348" y="1368543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</a:t>
            </a:r>
          </a:p>
        </p:txBody>
      </p:sp>
      <p:sp>
        <p:nvSpPr>
          <p:cNvPr id="91" name="ABCD-path-0091">
            <a:extLst>
              <a:ext uri="{FF2B5EF4-FFF2-40B4-BE49-F238E27FC236}">
                <a16:creationId xmlns:a16="http://schemas.microsoft.com/office/drawing/2014/main" id="{0CF4FA60-7B8A-4472-AA65-8568D50FD278}"/>
              </a:ext>
            </a:extLst>
          </p:cNvPr>
          <p:cNvSpPr>
            <a:spLocks noGrp="1"/>
          </p:cNvSpPr>
          <p:nvPr/>
        </p:nvSpPr>
        <p:spPr>
          <a:xfrm>
            <a:off x="5559652" y="457924"/>
            <a:ext cx="95" cy="1071494"/>
          </a:xfrm>
          <a:prstGeom prst="line">
            <a:avLst/>
          </a:prstGeom>
          <a:noFill/>
          <a:ln w="698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ABCD-path-0092">
            <a:extLst>
              <a:ext uri="{FF2B5EF4-FFF2-40B4-BE49-F238E27FC236}">
                <a16:creationId xmlns:a16="http://schemas.microsoft.com/office/drawing/2014/main" id="{9CCA3E99-11CE-44C0-9C4D-34E5B85C2171}"/>
              </a:ext>
            </a:extLst>
          </p:cNvPr>
          <p:cNvSpPr>
            <a:spLocks noGrp="1"/>
          </p:cNvSpPr>
          <p:nvPr/>
        </p:nvSpPr>
        <p:spPr>
          <a:xfrm>
            <a:off x="5559660" y="1529422"/>
            <a:ext cx="4610268" cy="95"/>
          </a:xfrm>
          <a:prstGeom prst="line">
            <a:avLst/>
          </a:prstGeom>
          <a:noFill/>
          <a:ln w="698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ABCD-path-0093">
            <a:extLst>
              <a:ext uri="{FF2B5EF4-FFF2-40B4-BE49-F238E27FC236}">
                <a16:creationId xmlns:a16="http://schemas.microsoft.com/office/drawing/2014/main" id="{A0938B96-E3C9-46C7-8222-F90FAD2F577D}"/>
              </a:ext>
            </a:extLst>
          </p:cNvPr>
          <p:cNvSpPr>
            <a:spLocks noGrp="1"/>
          </p:cNvSpPr>
          <p:nvPr/>
        </p:nvSpPr>
        <p:spPr>
          <a:xfrm>
            <a:off x="6928797" y="513646"/>
            <a:ext cx="376693" cy="102863"/>
          </a:xfrm>
          <a:custGeom>
            <a:avLst/>
            <a:gdLst/>
            <a:ahLst/>
            <a:cxnLst/>
            <a:rect l="0" t="0" r="0" b="0"/>
            <a:pathLst>
              <a:path w="526284" h="102863">
                <a:moveTo>
                  <a:pt x="0" y="102863"/>
                </a:moveTo>
                <a:lnTo>
                  <a:pt x="0" y="0"/>
                </a:lnTo>
                <a:lnTo>
                  <a:pt x="526284" y="0"/>
                </a:lnTo>
                <a:lnTo>
                  <a:pt x="526284" y="102863"/>
                </a:lnTo>
                <a:lnTo>
                  <a:pt x="0" y="102863"/>
                </a:lnTo>
                <a:close/>
              </a:path>
            </a:pathLst>
          </a:custGeom>
          <a:solidFill>
            <a:srgbClr val="DBD0EE"/>
          </a:solidFill>
          <a:ln w="1016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ABCD-path-0094">
            <a:extLst>
              <a:ext uri="{FF2B5EF4-FFF2-40B4-BE49-F238E27FC236}">
                <a16:creationId xmlns:a16="http://schemas.microsoft.com/office/drawing/2014/main" id="{76F57802-7F7A-41A5-878E-F81676D4C61D}"/>
              </a:ext>
            </a:extLst>
          </p:cNvPr>
          <p:cNvSpPr>
            <a:spLocks noGrp="1"/>
          </p:cNvSpPr>
          <p:nvPr/>
        </p:nvSpPr>
        <p:spPr>
          <a:xfrm>
            <a:off x="6620022" y="565077"/>
            <a:ext cx="308776" cy="95"/>
          </a:xfrm>
          <a:prstGeom prst="line">
            <a:avLst/>
          </a:prstGeom>
          <a:noFill/>
          <a:ln w="889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ABCD-path-0095">
            <a:extLst>
              <a:ext uri="{FF2B5EF4-FFF2-40B4-BE49-F238E27FC236}">
                <a16:creationId xmlns:a16="http://schemas.microsoft.com/office/drawing/2014/main" id="{9D58C9F6-8725-415A-ABF7-20C4C9F3B218}"/>
              </a:ext>
            </a:extLst>
          </p:cNvPr>
          <p:cNvSpPr>
            <a:spLocks noGrp="1"/>
          </p:cNvSpPr>
          <p:nvPr/>
        </p:nvSpPr>
        <p:spPr>
          <a:xfrm>
            <a:off x="7305490" y="565077"/>
            <a:ext cx="153689" cy="95"/>
          </a:xfrm>
          <a:prstGeom prst="line">
            <a:avLst/>
          </a:prstGeom>
          <a:noFill/>
          <a:ln w="889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ABCD-path-0096">
            <a:extLst>
              <a:ext uri="{FF2B5EF4-FFF2-40B4-BE49-F238E27FC236}">
                <a16:creationId xmlns:a16="http://schemas.microsoft.com/office/drawing/2014/main" id="{A7AD55B8-C9F7-4ADA-8622-7C169F2AC17A}"/>
              </a:ext>
            </a:extLst>
          </p:cNvPr>
          <p:cNvSpPr>
            <a:spLocks noGrp="1"/>
          </p:cNvSpPr>
          <p:nvPr/>
        </p:nvSpPr>
        <p:spPr>
          <a:xfrm>
            <a:off x="6620022" y="539362"/>
            <a:ext cx="95" cy="51432"/>
          </a:xfrm>
          <a:prstGeom prst="line">
            <a:avLst/>
          </a:prstGeom>
          <a:noFill/>
          <a:ln w="889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ABCD-path-0097">
            <a:extLst>
              <a:ext uri="{FF2B5EF4-FFF2-40B4-BE49-F238E27FC236}">
                <a16:creationId xmlns:a16="http://schemas.microsoft.com/office/drawing/2014/main" id="{747FB738-53C4-4CD3-8F8B-3E35CCE86F4B}"/>
              </a:ext>
            </a:extLst>
          </p:cNvPr>
          <p:cNvSpPr>
            <a:spLocks noGrp="1"/>
          </p:cNvSpPr>
          <p:nvPr/>
        </p:nvSpPr>
        <p:spPr>
          <a:xfrm>
            <a:off x="7459179" y="539362"/>
            <a:ext cx="95" cy="51432"/>
          </a:xfrm>
          <a:prstGeom prst="line">
            <a:avLst/>
          </a:prstGeom>
          <a:noFill/>
          <a:ln w="889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ABCD-path-0098">
            <a:extLst>
              <a:ext uri="{FF2B5EF4-FFF2-40B4-BE49-F238E27FC236}">
                <a16:creationId xmlns:a16="http://schemas.microsoft.com/office/drawing/2014/main" id="{D9944C84-709F-4A75-B618-0AA20B19B872}"/>
              </a:ext>
            </a:extLst>
          </p:cNvPr>
          <p:cNvSpPr>
            <a:spLocks noGrp="1"/>
          </p:cNvSpPr>
          <p:nvPr/>
        </p:nvSpPr>
        <p:spPr>
          <a:xfrm>
            <a:off x="6872249" y="727944"/>
            <a:ext cx="578342" cy="102863"/>
          </a:xfrm>
          <a:custGeom>
            <a:avLst/>
            <a:gdLst/>
            <a:ahLst/>
            <a:cxnLst/>
            <a:rect l="0" t="0" r="0" b="0"/>
            <a:pathLst>
              <a:path w="831981" h="102863">
                <a:moveTo>
                  <a:pt x="0" y="102863"/>
                </a:moveTo>
                <a:lnTo>
                  <a:pt x="0" y="0"/>
                </a:lnTo>
                <a:lnTo>
                  <a:pt x="831981" y="0"/>
                </a:lnTo>
                <a:lnTo>
                  <a:pt x="831981" y="102863"/>
                </a:lnTo>
                <a:lnTo>
                  <a:pt x="0" y="102863"/>
                </a:lnTo>
                <a:close/>
              </a:path>
            </a:pathLst>
          </a:custGeom>
          <a:solidFill>
            <a:srgbClr val="C2E6E3"/>
          </a:solidFill>
          <a:ln w="1016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ABCD-path-0099">
            <a:extLst>
              <a:ext uri="{FF2B5EF4-FFF2-40B4-BE49-F238E27FC236}">
                <a16:creationId xmlns:a16="http://schemas.microsoft.com/office/drawing/2014/main" id="{225E21F1-3F99-4826-968B-CE00CB8B4E9A}"/>
              </a:ext>
            </a:extLst>
          </p:cNvPr>
          <p:cNvSpPr>
            <a:spLocks noGrp="1"/>
          </p:cNvSpPr>
          <p:nvPr/>
        </p:nvSpPr>
        <p:spPr>
          <a:xfrm>
            <a:off x="6693018" y="779376"/>
            <a:ext cx="179231" cy="95"/>
          </a:xfrm>
          <a:prstGeom prst="line">
            <a:avLst/>
          </a:prstGeom>
          <a:noFill/>
          <a:ln w="889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ABCD-path-0100">
            <a:extLst>
              <a:ext uri="{FF2B5EF4-FFF2-40B4-BE49-F238E27FC236}">
                <a16:creationId xmlns:a16="http://schemas.microsoft.com/office/drawing/2014/main" id="{2EB87330-43AB-469B-B09A-038258B9D2F8}"/>
              </a:ext>
            </a:extLst>
          </p:cNvPr>
          <p:cNvSpPr>
            <a:spLocks noGrp="1"/>
          </p:cNvSpPr>
          <p:nvPr/>
        </p:nvSpPr>
        <p:spPr>
          <a:xfrm>
            <a:off x="7450590" y="779376"/>
            <a:ext cx="120659" cy="95"/>
          </a:xfrm>
          <a:prstGeom prst="line">
            <a:avLst/>
          </a:prstGeom>
          <a:noFill/>
          <a:ln w="889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ABCD-path-0101">
            <a:extLst>
              <a:ext uri="{FF2B5EF4-FFF2-40B4-BE49-F238E27FC236}">
                <a16:creationId xmlns:a16="http://schemas.microsoft.com/office/drawing/2014/main" id="{187CBAA2-D01B-4298-A627-06652502F051}"/>
              </a:ext>
            </a:extLst>
          </p:cNvPr>
          <p:cNvSpPr>
            <a:spLocks noGrp="1"/>
          </p:cNvSpPr>
          <p:nvPr/>
        </p:nvSpPr>
        <p:spPr>
          <a:xfrm>
            <a:off x="6693018" y="753660"/>
            <a:ext cx="95" cy="51432"/>
          </a:xfrm>
          <a:prstGeom prst="line">
            <a:avLst/>
          </a:prstGeom>
          <a:noFill/>
          <a:ln w="889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ABCD-path-0102">
            <a:extLst>
              <a:ext uri="{FF2B5EF4-FFF2-40B4-BE49-F238E27FC236}">
                <a16:creationId xmlns:a16="http://schemas.microsoft.com/office/drawing/2014/main" id="{3C7046A7-A520-4D16-A9E1-B1063FE7D288}"/>
              </a:ext>
            </a:extLst>
          </p:cNvPr>
          <p:cNvSpPr>
            <a:spLocks noGrp="1"/>
          </p:cNvSpPr>
          <p:nvPr/>
        </p:nvSpPr>
        <p:spPr>
          <a:xfrm>
            <a:off x="7571250" y="753660"/>
            <a:ext cx="95" cy="51432"/>
          </a:xfrm>
          <a:prstGeom prst="line">
            <a:avLst/>
          </a:prstGeom>
          <a:noFill/>
          <a:ln w="889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ABCD-path-0103">
            <a:extLst>
              <a:ext uri="{FF2B5EF4-FFF2-40B4-BE49-F238E27FC236}">
                <a16:creationId xmlns:a16="http://schemas.microsoft.com/office/drawing/2014/main" id="{2A95635D-0FFD-4251-8C84-FA499F3C6C5C}"/>
              </a:ext>
            </a:extLst>
          </p:cNvPr>
          <p:cNvSpPr>
            <a:spLocks noGrp="1"/>
          </p:cNvSpPr>
          <p:nvPr/>
        </p:nvSpPr>
        <p:spPr>
          <a:xfrm>
            <a:off x="6951865" y="942243"/>
            <a:ext cx="503429" cy="102863"/>
          </a:xfrm>
          <a:custGeom>
            <a:avLst/>
            <a:gdLst/>
            <a:ahLst/>
            <a:cxnLst/>
            <a:rect l="0" t="0" r="0" b="0"/>
            <a:pathLst>
              <a:path w="693961" h="102863">
                <a:moveTo>
                  <a:pt x="0" y="102863"/>
                </a:moveTo>
                <a:lnTo>
                  <a:pt x="0" y="0"/>
                </a:lnTo>
                <a:lnTo>
                  <a:pt x="693961" y="0"/>
                </a:lnTo>
                <a:lnTo>
                  <a:pt x="693961" y="102863"/>
                </a:lnTo>
                <a:lnTo>
                  <a:pt x="0" y="102863"/>
                </a:lnTo>
                <a:close/>
              </a:path>
            </a:pathLst>
          </a:custGeom>
          <a:solidFill>
            <a:srgbClr val="CAE6FC"/>
          </a:solidFill>
          <a:ln w="1016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ABCD-path-0104">
            <a:extLst>
              <a:ext uri="{FF2B5EF4-FFF2-40B4-BE49-F238E27FC236}">
                <a16:creationId xmlns:a16="http://schemas.microsoft.com/office/drawing/2014/main" id="{202EF82F-DE07-42B6-9002-D079D0A648A6}"/>
              </a:ext>
            </a:extLst>
          </p:cNvPr>
          <p:cNvSpPr>
            <a:spLocks noGrp="1"/>
          </p:cNvSpPr>
          <p:nvPr/>
        </p:nvSpPr>
        <p:spPr>
          <a:xfrm>
            <a:off x="6573919" y="993675"/>
            <a:ext cx="377946" cy="95"/>
          </a:xfrm>
          <a:prstGeom prst="line">
            <a:avLst/>
          </a:prstGeom>
          <a:noFill/>
          <a:ln w="889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ABCD-path-0105">
            <a:extLst>
              <a:ext uri="{FF2B5EF4-FFF2-40B4-BE49-F238E27FC236}">
                <a16:creationId xmlns:a16="http://schemas.microsoft.com/office/drawing/2014/main" id="{F5A09DFB-3542-4037-8DA6-6BB8821DEEC8}"/>
              </a:ext>
            </a:extLst>
          </p:cNvPr>
          <p:cNvSpPr>
            <a:spLocks noGrp="1"/>
          </p:cNvSpPr>
          <p:nvPr/>
        </p:nvSpPr>
        <p:spPr>
          <a:xfrm>
            <a:off x="7455294" y="993675"/>
            <a:ext cx="229966" cy="95"/>
          </a:xfrm>
          <a:prstGeom prst="line">
            <a:avLst/>
          </a:prstGeom>
          <a:noFill/>
          <a:ln w="889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ABCD-path-0106">
            <a:extLst>
              <a:ext uri="{FF2B5EF4-FFF2-40B4-BE49-F238E27FC236}">
                <a16:creationId xmlns:a16="http://schemas.microsoft.com/office/drawing/2014/main" id="{E481DBAD-8B22-4948-A7B5-D22A3F74C2FE}"/>
              </a:ext>
            </a:extLst>
          </p:cNvPr>
          <p:cNvSpPr>
            <a:spLocks noGrp="1"/>
          </p:cNvSpPr>
          <p:nvPr/>
        </p:nvSpPr>
        <p:spPr>
          <a:xfrm>
            <a:off x="6573919" y="967959"/>
            <a:ext cx="95" cy="51432"/>
          </a:xfrm>
          <a:prstGeom prst="line">
            <a:avLst/>
          </a:prstGeom>
          <a:noFill/>
          <a:ln w="889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ABCD-path-0107">
            <a:extLst>
              <a:ext uri="{FF2B5EF4-FFF2-40B4-BE49-F238E27FC236}">
                <a16:creationId xmlns:a16="http://schemas.microsoft.com/office/drawing/2014/main" id="{381D601B-E5DD-4824-A9FA-543300B0950C}"/>
              </a:ext>
            </a:extLst>
          </p:cNvPr>
          <p:cNvSpPr>
            <a:spLocks noGrp="1"/>
          </p:cNvSpPr>
          <p:nvPr/>
        </p:nvSpPr>
        <p:spPr>
          <a:xfrm>
            <a:off x="7685260" y="967959"/>
            <a:ext cx="95" cy="51432"/>
          </a:xfrm>
          <a:prstGeom prst="line">
            <a:avLst/>
          </a:prstGeom>
          <a:noFill/>
          <a:ln w="889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ABCD-path-0108">
            <a:extLst>
              <a:ext uri="{FF2B5EF4-FFF2-40B4-BE49-F238E27FC236}">
                <a16:creationId xmlns:a16="http://schemas.microsoft.com/office/drawing/2014/main" id="{4CC56FCE-B35F-4E04-BE8D-27439B93E5FF}"/>
              </a:ext>
            </a:extLst>
          </p:cNvPr>
          <p:cNvSpPr>
            <a:spLocks noGrp="1"/>
          </p:cNvSpPr>
          <p:nvPr/>
        </p:nvSpPr>
        <p:spPr>
          <a:xfrm>
            <a:off x="7019753" y="1156542"/>
            <a:ext cx="623412" cy="102863"/>
          </a:xfrm>
          <a:custGeom>
            <a:avLst/>
            <a:gdLst/>
            <a:ahLst/>
            <a:cxnLst/>
            <a:rect l="0" t="0" r="0" b="0"/>
            <a:pathLst>
              <a:path w="864908" h="102863">
                <a:moveTo>
                  <a:pt x="0" y="102863"/>
                </a:moveTo>
                <a:lnTo>
                  <a:pt x="0" y="0"/>
                </a:lnTo>
                <a:lnTo>
                  <a:pt x="864908" y="0"/>
                </a:lnTo>
                <a:lnTo>
                  <a:pt x="864908" y="102863"/>
                </a:lnTo>
                <a:lnTo>
                  <a:pt x="0" y="102863"/>
                </a:lnTo>
                <a:close/>
              </a:path>
            </a:pathLst>
          </a:custGeom>
          <a:solidFill>
            <a:srgbClr val="FFE6C2"/>
          </a:solidFill>
          <a:ln w="1016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ABCD-path-0109">
            <a:extLst>
              <a:ext uri="{FF2B5EF4-FFF2-40B4-BE49-F238E27FC236}">
                <a16:creationId xmlns:a16="http://schemas.microsoft.com/office/drawing/2014/main" id="{752E472F-A992-4DD9-AF5D-EDD7986B5CB7}"/>
              </a:ext>
            </a:extLst>
          </p:cNvPr>
          <p:cNvSpPr>
            <a:spLocks noGrp="1"/>
          </p:cNvSpPr>
          <p:nvPr/>
        </p:nvSpPr>
        <p:spPr>
          <a:xfrm>
            <a:off x="6510528" y="1207974"/>
            <a:ext cx="509225" cy="95"/>
          </a:xfrm>
          <a:prstGeom prst="line">
            <a:avLst/>
          </a:prstGeom>
          <a:noFill/>
          <a:ln w="889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ABCD-path-0110">
            <a:extLst>
              <a:ext uri="{FF2B5EF4-FFF2-40B4-BE49-F238E27FC236}">
                <a16:creationId xmlns:a16="http://schemas.microsoft.com/office/drawing/2014/main" id="{5ADF2F63-E225-430C-AA52-6ADEDBFFB2E6}"/>
              </a:ext>
            </a:extLst>
          </p:cNvPr>
          <p:cNvSpPr>
            <a:spLocks noGrp="1"/>
          </p:cNvSpPr>
          <p:nvPr/>
        </p:nvSpPr>
        <p:spPr>
          <a:xfrm>
            <a:off x="7643165" y="1207974"/>
            <a:ext cx="797913" cy="95"/>
          </a:xfrm>
          <a:prstGeom prst="line">
            <a:avLst/>
          </a:prstGeom>
          <a:noFill/>
          <a:ln w="889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ABCD-path-0111">
            <a:extLst>
              <a:ext uri="{FF2B5EF4-FFF2-40B4-BE49-F238E27FC236}">
                <a16:creationId xmlns:a16="http://schemas.microsoft.com/office/drawing/2014/main" id="{6641B05A-E393-4E88-A9CD-7ACA65A552FC}"/>
              </a:ext>
            </a:extLst>
          </p:cNvPr>
          <p:cNvSpPr>
            <a:spLocks noGrp="1"/>
          </p:cNvSpPr>
          <p:nvPr/>
        </p:nvSpPr>
        <p:spPr>
          <a:xfrm>
            <a:off x="6510528" y="1182258"/>
            <a:ext cx="95" cy="51432"/>
          </a:xfrm>
          <a:prstGeom prst="line">
            <a:avLst/>
          </a:prstGeom>
          <a:noFill/>
          <a:ln w="889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ABCD-path-0113">
            <a:extLst>
              <a:ext uri="{FF2B5EF4-FFF2-40B4-BE49-F238E27FC236}">
                <a16:creationId xmlns:a16="http://schemas.microsoft.com/office/drawing/2014/main" id="{1D1CD3AA-5A84-43DA-BD5E-5BD31CED2A1E}"/>
              </a:ext>
            </a:extLst>
          </p:cNvPr>
          <p:cNvSpPr>
            <a:spLocks noGrp="1"/>
          </p:cNvSpPr>
          <p:nvPr/>
        </p:nvSpPr>
        <p:spPr>
          <a:xfrm>
            <a:off x="6842302" y="1370841"/>
            <a:ext cx="537453" cy="102863"/>
          </a:xfrm>
          <a:custGeom>
            <a:avLst/>
            <a:gdLst/>
            <a:ahLst/>
            <a:cxnLst/>
            <a:rect l="0" t="0" r="0" b="0"/>
            <a:pathLst>
              <a:path w="725549" h="102863">
                <a:moveTo>
                  <a:pt x="0" y="102863"/>
                </a:moveTo>
                <a:lnTo>
                  <a:pt x="0" y="0"/>
                </a:lnTo>
                <a:lnTo>
                  <a:pt x="725549" y="0"/>
                </a:lnTo>
                <a:lnTo>
                  <a:pt x="725549" y="102863"/>
                </a:lnTo>
                <a:lnTo>
                  <a:pt x="0" y="102863"/>
                </a:lnTo>
                <a:close/>
              </a:path>
            </a:pathLst>
          </a:custGeom>
          <a:solidFill>
            <a:srgbClr val="FBCFCE"/>
          </a:solidFill>
          <a:ln w="1016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ABCD-path-0114">
            <a:extLst>
              <a:ext uri="{FF2B5EF4-FFF2-40B4-BE49-F238E27FC236}">
                <a16:creationId xmlns:a16="http://schemas.microsoft.com/office/drawing/2014/main" id="{5057A7D4-D3A2-4440-B299-B21942646DD0}"/>
              </a:ext>
            </a:extLst>
          </p:cNvPr>
          <p:cNvSpPr>
            <a:spLocks noGrp="1"/>
          </p:cNvSpPr>
          <p:nvPr/>
        </p:nvSpPr>
        <p:spPr>
          <a:xfrm>
            <a:off x="6709826" y="1422272"/>
            <a:ext cx="132477" cy="95"/>
          </a:xfrm>
          <a:prstGeom prst="line">
            <a:avLst/>
          </a:prstGeom>
          <a:noFill/>
          <a:ln w="889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ABCD-path-0115">
            <a:extLst>
              <a:ext uri="{FF2B5EF4-FFF2-40B4-BE49-F238E27FC236}">
                <a16:creationId xmlns:a16="http://schemas.microsoft.com/office/drawing/2014/main" id="{04651A88-8E1D-40F9-AE0D-B3476CCB6FB4}"/>
              </a:ext>
            </a:extLst>
          </p:cNvPr>
          <p:cNvSpPr>
            <a:spLocks noGrp="1"/>
          </p:cNvSpPr>
          <p:nvPr/>
        </p:nvSpPr>
        <p:spPr>
          <a:xfrm>
            <a:off x="7379755" y="1422272"/>
            <a:ext cx="375270" cy="95"/>
          </a:xfrm>
          <a:prstGeom prst="line">
            <a:avLst/>
          </a:prstGeom>
          <a:noFill/>
          <a:ln w="889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ABCD-path-0116">
            <a:extLst>
              <a:ext uri="{FF2B5EF4-FFF2-40B4-BE49-F238E27FC236}">
                <a16:creationId xmlns:a16="http://schemas.microsoft.com/office/drawing/2014/main" id="{0E870DA7-831F-4E59-AA8E-E035F21D0906}"/>
              </a:ext>
            </a:extLst>
          </p:cNvPr>
          <p:cNvSpPr>
            <a:spLocks noGrp="1"/>
          </p:cNvSpPr>
          <p:nvPr/>
        </p:nvSpPr>
        <p:spPr>
          <a:xfrm>
            <a:off x="6709826" y="1396557"/>
            <a:ext cx="95" cy="51432"/>
          </a:xfrm>
          <a:prstGeom prst="line">
            <a:avLst/>
          </a:prstGeom>
          <a:noFill/>
          <a:ln w="889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ABCD-path-0117">
            <a:extLst>
              <a:ext uri="{FF2B5EF4-FFF2-40B4-BE49-F238E27FC236}">
                <a16:creationId xmlns:a16="http://schemas.microsoft.com/office/drawing/2014/main" id="{7924982B-B2DE-4F41-9F5C-496C196694BC}"/>
              </a:ext>
            </a:extLst>
          </p:cNvPr>
          <p:cNvSpPr>
            <a:spLocks noGrp="1"/>
          </p:cNvSpPr>
          <p:nvPr/>
        </p:nvSpPr>
        <p:spPr>
          <a:xfrm>
            <a:off x="7755026" y="1396557"/>
            <a:ext cx="95" cy="51432"/>
          </a:xfrm>
          <a:prstGeom prst="line">
            <a:avLst/>
          </a:prstGeom>
          <a:noFill/>
          <a:ln w="889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ABCD-path-0118">
            <a:extLst>
              <a:ext uri="{FF2B5EF4-FFF2-40B4-BE49-F238E27FC236}">
                <a16:creationId xmlns:a16="http://schemas.microsoft.com/office/drawing/2014/main" id="{C834562B-73C7-4C10-BB3F-40AF2C61F2E0}"/>
              </a:ext>
            </a:extLst>
          </p:cNvPr>
          <p:cNvSpPr>
            <a:spLocks noGrp="1"/>
          </p:cNvSpPr>
          <p:nvPr/>
        </p:nvSpPr>
        <p:spPr>
          <a:xfrm>
            <a:off x="7126768" y="513646"/>
            <a:ext cx="95" cy="102863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ABCD-path-0119">
            <a:extLst>
              <a:ext uri="{FF2B5EF4-FFF2-40B4-BE49-F238E27FC236}">
                <a16:creationId xmlns:a16="http://schemas.microsoft.com/office/drawing/2014/main" id="{6EA1FA8E-B860-44DD-BC9D-DAD87F500E21}"/>
              </a:ext>
            </a:extLst>
          </p:cNvPr>
          <p:cNvSpPr>
            <a:spLocks noGrp="1"/>
          </p:cNvSpPr>
          <p:nvPr/>
        </p:nvSpPr>
        <p:spPr>
          <a:xfrm>
            <a:off x="7157343" y="727944"/>
            <a:ext cx="95" cy="102863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ABCD-path-0120">
            <a:extLst>
              <a:ext uri="{FF2B5EF4-FFF2-40B4-BE49-F238E27FC236}">
                <a16:creationId xmlns:a16="http://schemas.microsoft.com/office/drawing/2014/main" id="{D4890137-BEED-4436-A3FC-F102264F03BD}"/>
              </a:ext>
            </a:extLst>
          </p:cNvPr>
          <p:cNvSpPr>
            <a:spLocks noGrp="1"/>
          </p:cNvSpPr>
          <p:nvPr/>
        </p:nvSpPr>
        <p:spPr>
          <a:xfrm>
            <a:off x="7299948" y="942243"/>
            <a:ext cx="95" cy="102863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ABCD-path-0121">
            <a:extLst>
              <a:ext uri="{FF2B5EF4-FFF2-40B4-BE49-F238E27FC236}">
                <a16:creationId xmlns:a16="http://schemas.microsoft.com/office/drawing/2014/main" id="{A5FE8015-385D-42E9-B36C-5EE580F52296}"/>
              </a:ext>
            </a:extLst>
          </p:cNvPr>
          <p:cNvSpPr>
            <a:spLocks noGrp="1"/>
          </p:cNvSpPr>
          <p:nvPr/>
        </p:nvSpPr>
        <p:spPr>
          <a:xfrm>
            <a:off x="7349399" y="1156542"/>
            <a:ext cx="95" cy="102863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ABCD-path-0122">
            <a:extLst>
              <a:ext uri="{FF2B5EF4-FFF2-40B4-BE49-F238E27FC236}">
                <a16:creationId xmlns:a16="http://schemas.microsoft.com/office/drawing/2014/main" id="{06964F55-D8FC-4259-9184-82CE8C33786A}"/>
              </a:ext>
            </a:extLst>
          </p:cNvPr>
          <p:cNvSpPr>
            <a:spLocks noGrp="1"/>
          </p:cNvSpPr>
          <p:nvPr/>
        </p:nvSpPr>
        <p:spPr>
          <a:xfrm>
            <a:off x="7085311" y="1370841"/>
            <a:ext cx="95" cy="102863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ABCD-use-0123">
            <a:extLst>
              <a:ext uri="{FF2B5EF4-FFF2-40B4-BE49-F238E27FC236}">
                <a16:creationId xmlns:a16="http://schemas.microsoft.com/office/drawing/2014/main" id="{BFC0C525-AB8F-48FA-988F-B45E6E61AB05}"/>
              </a:ext>
            </a:extLst>
          </p:cNvPr>
          <p:cNvSpPr>
            <a:spLocks noGrp="1"/>
          </p:cNvSpPr>
          <p:nvPr/>
        </p:nvSpPr>
        <p:spPr>
          <a:xfrm>
            <a:off x="6503540" y="55576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ABCD-use-0124">
            <a:extLst>
              <a:ext uri="{FF2B5EF4-FFF2-40B4-BE49-F238E27FC236}">
                <a16:creationId xmlns:a16="http://schemas.microsoft.com/office/drawing/2014/main" id="{67BF924B-DACF-4141-B971-F92C16DD7885}"/>
              </a:ext>
            </a:extLst>
          </p:cNvPr>
          <p:cNvSpPr>
            <a:spLocks noGrp="1"/>
          </p:cNvSpPr>
          <p:nvPr/>
        </p:nvSpPr>
        <p:spPr>
          <a:xfrm>
            <a:off x="7440666" y="54386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ABCD-use-0125">
            <a:extLst>
              <a:ext uri="{FF2B5EF4-FFF2-40B4-BE49-F238E27FC236}">
                <a16:creationId xmlns:a16="http://schemas.microsoft.com/office/drawing/2014/main" id="{2D28B1A4-E51E-4826-A04B-2EA00AA7CFB6}"/>
              </a:ext>
            </a:extLst>
          </p:cNvPr>
          <p:cNvSpPr>
            <a:spLocks noGrp="1"/>
          </p:cNvSpPr>
          <p:nvPr/>
        </p:nvSpPr>
        <p:spPr>
          <a:xfrm>
            <a:off x="6964567" y="54727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ABCD-use-0126">
            <a:extLst>
              <a:ext uri="{FF2B5EF4-FFF2-40B4-BE49-F238E27FC236}">
                <a16:creationId xmlns:a16="http://schemas.microsoft.com/office/drawing/2014/main" id="{933710A5-3D33-4E94-A02B-A25201998DA8}"/>
              </a:ext>
            </a:extLst>
          </p:cNvPr>
          <p:cNvSpPr>
            <a:spLocks noGrp="1"/>
          </p:cNvSpPr>
          <p:nvPr/>
        </p:nvSpPr>
        <p:spPr>
          <a:xfrm>
            <a:off x="7325409" y="54761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ABCD-use-0127">
            <a:extLst>
              <a:ext uri="{FF2B5EF4-FFF2-40B4-BE49-F238E27FC236}">
                <a16:creationId xmlns:a16="http://schemas.microsoft.com/office/drawing/2014/main" id="{4992A084-FBF5-458E-BD37-4508712249DA}"/>
              </a:ext>
            </a:extLst>
          </p:cNvPr>
          <p:cNvSpPr>
            <a:spLocks noGrp="1"/>
          </p:cNvSpPr>
          <p:nvPr/>
        </p:nvSpPr>
        <p:spPr>
          <a:xfrm>
            <a:off x="7093394" y="54296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ABCD-use-0128">
            <a:extLst>
              <a:ext uri="{FF2B5EF4-FFF2-40B4-BE49-F238E27FC236}">
                <a16:creationId xmlns:a16="http://schemas.microsoft.com/office/drawing/2014/main" id="{D09FD16A-FF73-4577-9D18-3A10F904024F}"/>
              </a:ext>
            </a:extLst>
          </p:cNvPr>
          <p:cNvSpPr>
            <a:spLocks noGrp="1"/>
          </p:cNvSpPr>
          <p:nvPr/>
        </p:nvSpPr>
        <p:spPr>
          <a:xfrm>
            <a:off x="7133610" y="53914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ABCD-use-0129">
            <a:extLst>
              <a:ext uri="{FF2B5EF4-FFF2-40B4-BE49-F238E27FC236}">
                <a16:creationId xmlns:a16="http://schemas.microsoft.com/office/drawing/2014/main" id="{C78B7A7E-354A-4D39-A79D-F871142DC68D}"/>
              </a:ext>
            </a:extLst>
          </p:cNvPr>
          <p:cNvSpPr>
            <a:spLocks noGrp="1"/>
          </p:cNvSpPr>
          <p:nvPr/>
        </p:nvSpPr>
        <p:spPr>
          <a:xfrm>
            <a:off x="7313218" y="54445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ABCD-use-0130">
            <a:extLst>
              <a:ext uri="{FF2B5EF4-FFF2-40B4-BE49-F238E27FC236}">
                <a16:creationId xmlns:a16="http://schemas.microsoft.com/office/drawing/2014/main" id="{40BE6EE7-4198-47A7-8D49-00F782E445AE}"/>
              </a:ext>
            </a:extLst>
          </p:cNvPr>
          <p:cNvSpPr>
            <a:spLocks noGrp="1"/>
          </p:cNvSpPr>
          <p:nvPr/>
        </p:nvSpPr>
        <p:spPr>
          <a:xfrm>
            <a:off x="7109461" y="54457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ABCD-use-0131">
            <a:extLst>
              <a:ext uri="{FF2B5EF4-FFF2-40B4-BE49-F238E27FC236}">
                <a16:creationId xmlns:a16="http://schemas.microsoft.com/office/drawing/2014/main" id="{2560FBD6-BC41-45DC-90EA-0BF2E2B2E5EA}"/>
              </a:ext>
            </a:extLst>
          </p:cNvPr>
          <p:cNvSpPr>
            <a:spLocks noGrp="1"/>
          </p:cNvSpPr>
          <p:nvPr/>
        </p:nvSpPr>
        <p:spPr>
          <a:xfrm>
            <a:off x="7253861" y="55923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ABCD-use-0132">
            <a:extLst>
              <a:ext uri="{FF2B5EF4-FFF2-40B4-BE49-F238E27FC236}">
                <a16:creationId xmlns:a16="http://schemas.microsoft.com/office/drawing/2014/main" id="{458821FD-3687-486D-BB92-42178B9814D9}"/>
              </a:ext>
            </a:extLst>
          </p:cNvPr>
          <p:cNvSpPr>
            <a:spLocks noGrp="1"/>
          </p:cNvSpPr>
          <p:nvPr/>
        </p:nvSpPr>
        <p:spPr>
          <a:xfrm>
            <a:off x="6910667" y="54012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ABCD-use-0133">
            <a:extLst>
              <a:ext uri="{FF2B5EF4-FFF2-40B4-BE49-F238E27FC236}">
                <a16:creationId xmlns:a16="http://schemas.microsoft.com/office/drawing/2014/main" id="{E40CDAC8-B463-4BB0-B89F-DCE8052A0FD7}"/>
              </a:ext>
            </a:extLst>
          </p:cNvPr>
          <p:cNvSpPr>
            <a:spLocks noGrp="1"/>
          </p:cNvSpPr>
          <p:nvPr/>
        </p:nvSpPr>
        <p:spPr>
          <a:xfrm>
            <a:off x="10036158" y="59558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ABCD-use-0134">
            <a:extLst>
              <a:ext uri="{FF2B5EF4-FFF2-40B4-BE49-F238E27FC236}">
                <a16:creationId xmlns:a16="http://schemas.microsoft.com/office/drawing/2014/main" id="{C6A4875C-82E4-4C9F-829E-FEF4FCDB7998}"/>
              </a:ext>
            </a:extLst>
          </p:cNvPr>
          <p:cNvSpPr>
            <a:spLocks noGrp="1"/>
          </p:cNvSpPr>
          <p:nvPr/>
        </p:nvSpPr>
        <p:spPr>
          <a:xfrm>
            <a:off x="6376758" y="53553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ABCD-use-0135">
            <a:extLst>
              <a:ext uri="{FF2B5EF4-FFF2-40B4-BE49-F238E27FC236}">
                <a16:creationId xmlns:a16="http://schemas.microsoft.com/office/drawing/2014/main" id="{C151B83B-E65B-4530-B9DA-E84A83FEDE91}"/>
              </a:ext>
            </a:extLst>
          </p:cNvPr>
          <p:cNvSpPr>
            <a:spLocks noGrp="1"/>
          </p:cNvSpPr>
          <p:nvPr/>
        </p:nvSpPr>
        <p:spPr>
          <a:xfrm>
            <a:off x="7058693" y="53193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ABCD-use-0136">
            <a:extLst>
              <a:ext uri="{FF2B5EF4-FFF2-40B4-BE49-F238E27FC236}">
                <a16:creationId xmlns:a16="http://schemas.microsoft.com/office/drawing/2014/main" id="{5B8AF319-087F-40A4-84C4-F67B1565F67B}"/>
              </a:ext>
            </a:extLst>
          </p:cNvPr>
          <p:cNvSpPr>
            <a:spLocks noGrp="1"/>
          </p:cNvSpPr>
          <p:nvPr/>
        </p:nvSpPr>
        <p:spPr>
          <a:xfrm>
            <a:off x="6909134" y="56475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ABCD-use-0137">
            <a:extLst>
              <a:ext uri="{FF2B5EF4-FFF2-40B4-BE49-F238E27FC236}">
                <a16:creationId xmlns:a16="http://schemas.microsoft.com/office/drawing/2014/main" id="{57AA00AF-5A9D-44D7-94AB-7F1A001FADED}"/>
              </a:ext>
            </a:extLst>
          </p:cNvPr>
          <p:cNvSpPr>
            <a:spLocks noGrp="1"/>
          </p:cNvSpPr>
          <p:nvPr/>
        </p:nvSpPr>
        <p:spPr>
          <a:xfrm>
            <a:off x="7258843" y="53174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ABCD-use-0138">
            <a:extLst>
              <a:ext uri="{FF2B5EF4-FFF2-40B4-BE49-F238E27FC236}">
                <a16:creationId xmlns:a16="http://schemas.microsoft.com/office/drawing/2014/main" id="{F7113F1F-04FA-4FBF-8434-0A96DE065989}"/>
              </a:ext>
            </a:extLst>
          </p:cNvPr>
          <p:cNvSpPr>
            <a:spLocks noGrp="1"/>
          </p:cNvSpPr>
          <p:nvPr/>
        </p:nvSpPr>
        <p:spPr>
          <a:xfrm>
            <a:off x="7107048" y="55415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ABCD-use-0139">
            <a:extLst>
              <a:ext uri="{FF2B5EF4-FFF2-40B4-BE49-F238E27FC236}">
                <a16:creationId xmlns:a16="http://schemas.microsoft.com/office/drawing/2014/main" id="{FBBC63C3-18FA-4159-9AF9-F1304B33403E}"/>
              </a:ext>
            </a:extLst>
          </p:cNvPr>
          <p:cNvSpPr>
            <a:spLocks noGrp="1"/>
          </p:cNvSpPr>
          <p:nvPr/>
        </p:nvSpPr>
        <p:spPr>
          <a:xfrm>
            <a:off x="6621678" y="55812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ABCD-use-0140">
            <a:extLst>
              <a:ext uri="{FF2B5EF4-FFF2-40B4-BE49-F238E27FC236}">
                <a16:creationId xmlns:a16="http://schemas.microsoft.com/office/drawing/2014/main" id="{D49E8960-BE57-4D75-B93D-B18A70089FB1}"/>
              </a:ext>
            </a:extLst>
          </p:cNvPr>
          <p:cNvSpPr>
            <a:spLocks noGrp="1"/>
          </p:cNvSpPr>
          <p:nvPr/>
        </p:nvSpPr>
        <p:spPr>
          <a:xfrm>
            <a:off x="7278230" y="54915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ABCD-use-0141">
            <a:extLst>
              <a:ext uri="{FF2B5EF4-FFF2-40B4-BE49-F238E27FC236}">
                <a16:creationId xmlns:a16="http://schemas.microsoft.com/office/drawing/2014/main" id="{5E48680C-C2B0-4B24-BA1E-C8FC6AECC8B3}"/>
              </a:ext>
            </a:extLst>
          </p:cNvPr>
          <p:cNvSpPr>
            <a:spLocks noGrp="1"/>
          </p:cNvSpPr>
          <p:nvPr/>
        </p:nvSpPr>
        <p:spPr>
          <a:xfrm>
            <a:off x="7345824" y="54323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ABCD-use-0142">
            <a:extLst>
              <a:ext uri="{FF2B5EF4-FFF2-40B4-BE49-F238E27FC236}">
                <a16:creationId xmlns:a16="http://schemas.microsoft.com/office/drawing/2014/main" id="{93646B3E-9338-423A-8523-A0070F8CF1DC}"/>
              </a:ext>
            </a:extLst>
          </p:cNvPr>
          <p:cNvSpPr>
            <a:spLocks noGrp="1"/>
          </p:cNvSpPr>
          <p:nvPr/>
        </p:nvSpPr>
        <p:spPr>
          <a:xfrm>
            <a:off x="8038375" y="53532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ABCD-use-0143">
            <a:extLst>
              <a:ext uri="{FF2B5EF4-FFF2-40B4-BE49-F238E27FC236}">
                <a16:creationId xmlns:a16="http://schemas.microsoft.com/office/drawing/2014/main" id="{B22A4A00-69AA-4D04-8AB7-D290D6B53487}"/>
              </a:ext>
            </a:extLst>
          </p:cNvPr>
          <p:cNvSpPr>
            <a:spLocks noGrp="1"/>
          </p:cNvSpPr>
          <p:nvPr/>
        </p:nvSpPr>
        <p:spPr>
          <a:xfrm>
            <a:off x="7131165" y="51511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ABCD-use-0144">
            <a:extLst>
              <a:ext uri="{FF2B5EF4-FFF2-40B4-BE49-F238E27FC236}">
                <a16:creationId xmlns:a16="http://schemas.microsoft.com/office/drawing/2014/main" id="{BA35C9E5-3450-416E-8347-5D8A327847B8}"/>
              </a:ext>
            </a:extLst>
          </p:cNvPr>
          <p:cNvSpPr>
            <a:spLocks noGrp="1"/>
          </p:cNvSpPr>
          <p:nvPr/>
        </p:nvSpPr>
        <p:spPr>
          <a:xfrm>
            <a:off x="7059823" y="56287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ABCD-use-0145">
            <a:extLst>
              <a:ext uri="{FF2B5EF4-FFF2-40B4-BE49-F238E27FC236}">
                <a16:creationId xmlns:a16="http://schemas.microsoft.com/office/drawing/2014/main" id="{AF4E6842-12A0-42DC-B99A-3E07DCFBCF14}"/>
              </a:ext>
            </a:extLst>
          </p:cNvPr>
          <p:cNvSpPr>
            <a:spLocks noGrp="1"/>
          </p:cNvSpPr>
          <p:nvPr/>
        </p:nvSpPr>
        <p:spPr>
          <a:xfrm>
            <a:off x="6751342" y="55064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ABCD-use-0146">
            <a:extLst>
              <a:ext uri="{FF2B5EF4-FFF2-40B4-BE49-F238E27FC236}">
                <a16:creationId xmlns:a16="http://schemas.microsoft.com/office/drawing/2014/main" id="{F4A9E9FD-1487-4038-B85D-9931764E14D3}"/>
              </a:ext>
            </a:extLst>
          </p:cNvPr>
          <p:cNvSpPr>
            <a:spLocks noGrp="1"/>
          </p:cNvSpPr>
          <p:nvPr/>
        </p:nvSpPr>
        <p:spPr>
          <a:xfrm>
            <a:off x="6601508" y="54237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7E57C2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ABCD-use-0147">
            <a:extLst>
              <a:ext uri="{FF2B5EF4-FFF2-40B4-BE49-F238E27FC236}">
                <a16:creationId xmlns:a16="http://schemas.microsoft.com/office/drawing/2014/main" id="{0FDC7235-D256-4354-839E-7A0DF4DCCF24}"/>
              </a:ext>
            </a:extLst>
          </p:cNvPr>
          <p:cNvSpPr>
            <a:spLocks noGrp="1"/>
          </p:cNvSpPr>
          <p:nvPr/>
        </p:nvSpPr>
        <p:spPr>
          <a:xfrm>
            <a:off x="7127443" y="76679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ABCD-use-0148">
            <a:extLst>
              <a:ext uri="{FF2B5EF4-FFF2-40B4-BE49-F238E27FC236}">
                <a16:creationId xmlns:a16="http://schemas.microsoft.com/office/drawing/2014/main" id="{E44E8B25-B846-43BB-BDCD-DB46E9EABE14}"/>
              </a:ext>
            </a:extLst>
          </p:cNvPr>
          <p:cNvSpPr>
            <a:spLocks noGrp="1"/>
          </p:cNvSpPr>
          <p:nvPr/>
        </p:nvSpPr>
        <p:spPr>
          <a:xfrm>
            <a:off x="6751342" y="78002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ABCD-use-0149">
            <a:extLst>
              <a:ext uri="{FF2B5EF4-FFF2-40B4-BE49-F238E27FC236}">
                <a16:creationId xmlns:a16="http://schemas.microsoft.com/office/drawing/2014/main" id="{957E1A09-F49F-4490-BAD0-D13C86607350}"/>
              </a:ext>
            </a:extLst>
          </p:cNvPr>
          <p:cNvSpPr>
            <a:spLocks noGrp="1"/>
          </p:cNvSpPr>
          <p:nvPr/>
        </p:nvSpPr>
        <p:spPr>
          <a:xfrm>
            <a:off x="6603669" y="76340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ABCD-use-0150">
            <a:extLst>
              <a:ext uri="{FF2B5EF4-FFF2-40B4-BE49-F238E27FC236}">
                <a16:creationId xmlns:a16="http://schemas.microsoft.com/office/drawing/2014/main" id="{EBEB8BD6-51F2-438E-ADBF-47A5AD033C02}"/>
              </a:ext>
            </a:extLst>
          </p:cNvPr>
          <p:cNvSpPr>
            <a:spLocks noGrp="1"/>
          </p:cNvSpPr>
          <p:nvPr/>
        </p:nvSpPr>
        <p:spPr>
          <a:xfrm>
            <a:off x="6674504" y="76116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ABCD-use-0151">
            <a:extLst>
              <a:ext uri="{FF2B5EF4-FFF2-40B4-BE49-F238E27FC236}">
                <a16:creationId xmlns:a16="http://schemas.microsoft.com/office/drawing/2014/main" id="{B12B93A6-685D-42FF-B270-C9A61A728475}"/>
              </a:ext>
            </a:extLst>
          </p:cNvPr>
          <p:cNvSpPr>
            <a:spLocks noGrp="1"/>
          </p:cNvSpPr>
          <p:nvPr/>
        </p:nvSpPr>
        <p:spPr>
          <a:xfrm>
            <a:off x="7358656" y="75648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ABCD-use-0152">
            <a:extLst>
              <a:ext uri="{FF2B5EF4-FFF2-40B4-BE49-F238E27FC236}">
                <a16:creationId xmlns:a16="http://schemas.microsoft.com/office/drawing/2014/main" id="{50BF5E08-6BD0-4954-97AA-CE9F38D13A85}"/>
              </a:ext>
            </a:extLst>
          </p:cNvPr>
          <p:cNvSpPr>
            <a:spLocks noGrp="1"/>
          </p:cNvSpPr>
          <p:nvPr/>
        </p:nvSpPr>
        <p:spPr>
          <a:xfrm>
            <a:off x="7099731" y="76523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" name="ABCD-use-0153">
            <a:extLst>
              <a:ext uri="{FF2B5EF4-FFF2-40B4-BE49-F238E27FC236}">
                <a16:creationId xmlns:a16="http://schemas.microsoft.com/office/drawing/2014/main" id="{2ADF3830-32F5-49E4-B22A-92F138568755}"/>
              </a:ext>
            </a:extLst>
          </p:cNvPr>
          <p:cNvSpPr>
            <a:spLocks noGrp="1"/>
          </p:cNvSpPr>
          <p:nvPr/>
        </p:nvSpPr>
        <p:spPr>
          <a:xfrm>
            <a:off x="7117858" y="74581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ABCD-use-0154">
            <a:extLst>
              <a:ext uri="{FF2B5EF4-FFF2-40B4-BE49-F238E27FC236}">
                <a16:creationId xmlns:a16="http://schemas.microsoft.com/office/drawing/2014/main" id="{A68E6AD0-961E-40D3-95B2-C1F423559172}"/>
              </a:ext>
            </a:extLst>
          </p:cNvPr>
          <p:cNvSpPr>
            <a:spLocks noGrp="1"/>
          </p:cNvSpPr>
          <p:nvPr/>
        </p:nvSpPr>
        <p:spPr>
          <a:xfrm>
            <a:off x="7529325" y="75842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ABCD-use-0155">
            <a:extLst>
              <a:ext uri="{FF2B5EF4-FFF2-40B4-BE49-F238E27FC236}">
                <a16:creationId xmlns:a16="http://schemas.microsoft.com/office/drawing/2014/main" id="{EF38F2EA-1D44-4367-8E47-5F36B86B8C00}"/>
              </a:ext>
            </a:extLst>
          </p:cNvPr>
          <p:cNvSpPr>
            <a:spLocks noGrp="1"/>
          </p:cNvSpPr>
          <p:nvPr/>
        </p:nvSpPr>
        <p:spPr>
          <a:xfrm>
            <a:off x="7276400" y="75201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ABCD-use-0156">
            <a:extLst>
              <a:ext uri="{FF2B5EF4-FFF2-40B4-BE49-F238E27FC236}">
                <a16:creationId xmlns:a16="http://schemas.microsoft.com/office/drawing/2014/main" id="{00CC315F-7E95-4026-B47D-B04C059D23FC}"/>
              </a:ext>
            </a:extLst>
          </p:cNvPr>
          <p:cNvSpPr>
            <a:spLocks noGrp="1"/>
          </p:cNvSpPr>
          <p:nvPr/>
        </p:nvSpPr>
        <p:spPr>
          <a:xfrm>
            <a:off x="6742698" y="77233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" name="ABCD-use-0157">
            <a:extLst>
              <a:ext uri="{FF2B5EF4-FFF2-40B4-BE49-F238E27FC236}">
                <a16:creationId xmlns:a16="http://schemas.microsoft.com/office/drawing/2014/main" id="{04F32C00-13B9-40D9-BBA9-3342FF48E7D0}"/>
              </a:ext>
            </a:extLst>
          </p:cNvPr>
          <p:cNvSpPr>
            <a:spLocks noGrp="1"/>
          </p:cNvSpPr>
          <p:nvPr/>
        </p:nvSpPr>
        <p:spPr>
          <a:xfrm>
            <a:off x="8422564" y="78929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ABCD-use-0158">
            <a:extLst>
              <a:ext uri="{FF2B5EF4-FFF2-40B4-BE49-F238E27FC236}">
                <a16:creationId xmlns:a16="http://schemas.microsoft.com/office/drawing/2014/main" id="{A3C57BEE-1332-4898-B1DD-E5B07DB3B492}"/>
              </a:ext>
            </a:extLst>
          </p:cNvPr>
          <p:cNvSpPr>
            <a:spLocks noGrp="1"/>
          </p:cNvSpPr>
          <p:nvPr/>
        </p:nvSpPr>
        <p:spPr>
          <a:xfrm>
            <a:off x="6261501" y="75216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ABCD-use-0159">
            <a:extLst>
              <a:ext uri="{FF2B5EF4-FFF2-40B4-BE49-F238E27FC236}">
                <a16:creationId xmlns:a16="http://schemas.microsoft.com/office/drawing/2014/main" id="{1E7BC63E-8EF4-4DC3-88F4-4962107AC3D0}"/>
              </a:ext>
            </a:extLst>
          </p:cNvPr>
          <p:cNvSpPr>
            <a:spLocks noGrp="1"/>
          </p:cNvSpPr>
          <p:nvPr/>
        </p:nvSpPr>
        <p:spPr>
          <a:xfrm>
            <a:off x="7148039" y="75683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ABCD-use-0160">
            <a:extLst>
              <a:ext uri="{FF2B5EF4-FFF2-40B4-BE49-F238E27FC236}">
                <a16:creationId xmlns:a16="http://schemas.microsoft.com/office/drawing/2014/main" id="{02665C82-365C-4D67-8B90-F895487C9C7E}"/>
              </a:ext>
            </a:extLst>
          </p:cNvPr>
          <p:cNvSpPr>
            <a:spLocks noGrp="1"/>
          </p:cNvSpPr>
          <p:nvPr/>
        </p:nvSpPr>
        <p:spPr>
          <a:xfrm>
            <a:off x="7086440" y="75306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ABCD-use-0161">
            <a:extLst>
              <a:ext uri="{FF2B5EF4-FFF2-40B4-BE49-F238E27FC236}">
                <a16:creationId xmlns:a16="http://schemas.microsoft.com/office/drawing/2014/main" id="{4FD1DD74-B3B0-409E-A8D4-12040E00AEB6}"/>
              </a:ext>
            </a:extLst>
          </p:cNvPr>
          <p:cNvSpPr>
            <a:spLocks noGrp="1"/>
          </p:cNvSpPr>
          <p:nvPr/>
        </p:nvSpPr>
        <p:spPr>
          <a:xfrm>
            <a:off x="7442882" y="759149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" name="ABCD-use-0162">
            <a:extLst>
              <a:ext uri="{FF2B5EF4-FFF2-40B4-BE49-F238E27FC236}">
                <a16:creationId xmlns:a16="http://schemas.microsoft.com/office/drawing/2014/main" id="{961B61FC-6D79-4C02-A634-7E67893A4968}"/>
              </a:ext>
            </a:extLst>
          </p:cNvPr>
          <p:cNvSpPr>
            <a:spLocks noGrp="1"/>
          </p:cNvSpPr>
          <p:nvPr/>
        </p:nvSpPr>
        <p:spPr>
          <a:xfrm>
            <a:off x="7267863" y="76422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ABCD-use-0163">
            <a:extLst>
              <a:ext uri="{FF2B5EF4-FFF2-40B4-BE49-F238E27FC236}">
                <a16:creationId xmlns:a16="http://schemas.microsoft.com/office/drawing/2014/main" id="{AEDAFE6E-28C0-44DE-8ADD-0D53E28BADE7}"/>
              </a:ext>
            </a:extLst>
          </p:cNvPr>
          <p:cNvSpPr>
            <a:spLocks noGrp="1"/>
          </p:cNvSpPr>
          <p:nvPr/>
        </p:nvSpPr>
        <p:spPr>
          <a:xfrm>
            <a:off x="7467580" y="76349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ABCD-use-0164">
            <a:extLst>
              <a:ext uri="{FF2B5EF4-FFF2-40B4-BE49-F238E27FC236}">
                <a16:creationId xmlns:a16="http://schemas.microsoft.com/office/drawing/2014/main" id="{BFB66DCC-426C-450C-871B-AFEDBC38E973}"/>
              </a:ext>
            </a:extLst>
          </p:cNvPr>
          <p:cNvSpPr>
            <a:spLocks noGrp="1"/>
          </p:cNvSpPr>
          <p:nvPr/>
        </p:nvSpPr>
        <p:spPr>
          <a:xfrm>
            <a:off x="7552736" y="74940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ABCD-use-0165">
            <a:extLst>
              <a:ext uri="{FF2B5EF4-FFF2-40B4-BE49-F238E27FC236}">
                <a16:creationId xmlns:a16="http://schemas.microsoft.com/office/drawing/2014/main" id="{E3A6E869-7C39-46F4-A97D-BF7B90F39C49}"/>
              </a:ext>
            </a:extLst>
          </p:cNvPr>
          <p:cNvSpPr>
            <a:spLocks noGrp="1"/>
          </p:cNvSpPr>
          <p:nvPr/>
        </p:nvSpPr>
        <p:spPr>
          <a:xfrm>
            <a:off x="7332710" y="76909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ABCD-use-0166">
            <a:extLst>
              <a:ext uri="{FF2B5EF4-FFF2-40B4-BE49-F238E27FC236}">
                <a16:creationId xmlns:a16="http://schemas.microsoft.com/office/drawing/2014/main" id="{063A2B4A-DBD2-40D3-B407-B8766BE29ABA}"/>
              </a:ext>
            </a:extLst>
          </p:cNvPr>
          <p:cNvSpPr>
            <a:spLocks noGrp="1"/>
          </p:cNvSpPr>
          <p:nvPr/>
        </p:nvSpPr>
        <p:spPr>
          <a:xfrm>
            <a:off x="6808970" y="76387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ABCD-use-0167">
            <a:extLst>
              <a:ext uri="{FF2B5EF4-FFF2-40B4-BE49-F238E27FC236}">
                <a16:creationId xmlns:a16="http://schemas.microsoft.com/office/drawing/2014/main" id="{7F3A8FD3-17DC-421D-AB0A-83A581AF230F}"/>
              </a:ext>
            </a:extLst>
          </p:cNvPr>
          <p:cNvSpPr>
            <a:spLocks noGrp="1"/>
          </p:cNvSpPr>
          <p:nvPr/>
        </p:nvSpPr>
        <p:spPr>
          <a:xfrm>
            <a:off x="7428475" y="76104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ABCD-use-0168">
            <a:extLst>
              <a:ext uri="{FF2B5EF4-FFF2-40B4-BE49-F238E27FC236}">
                <a16:creationId xmlns:a16="http://schemas.microsoft.com/office/drawing/2014/main" id="{F5E9BE07-FE57-4551-9C54-897754437BD6}"/>
              </a:ext>
            </a:extLst>
          </p:cNvPr>
          <p:cNvSpPr>
            <a:spLocks noGrp="1"/>
          </p:cNvSpPr>
          <p:nvPr/>
        </p:nvSpPr>
        <p:spPr>
          <a:xfrm>
            <a:off x="6868657" y="75702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ABCD-use-0169">
            <a:extLst>
              <a:ext uri="{FF2B5EF4-FFF2-40B4-BE49-F238E27FC236}">
                <a16:creationId xmlns:a16="http://schemas.microsoft.com/office/drawing/2014/main" id="{32164B4F-1A58-45F6-A125-766C67DB937A}"/>
              </a:ext>
            </a:extLst>
          </p:cNvPr>
          <p:cNvSpPr>
            <a:spLocks noGrp="1"/>
          </p:cNvSpPr>
          <p:nvPr/>
        </p:nvSpPr>
        <p:spPr>
          <a:xfrm>
            <a:off x="7129620" y="73615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ABCD-use-0170">
            <a:extLst>
              <a:ext uri="{FF2B5EF4-FFF2-40B4-BE49-F238E27FC236}">
                <a16:creationId xmlns:a16="http://schemas.microsoft.com/office/drawing/2014/main" id="{53042AD5-D48E-4FF2-81F0-399DD1BC9994}"/>
              </a:ext>
            </a:extLst>
          </p:cNvPr>
          <p:cNvSpPr>
            <a:spLocks noGrp="1"/>
          </p:cNvSpPr>
          <p:nvPr/>
        </p:nvSpPr>
        <p:spPr>
          <a:xfrm>
            <a:off x="8560872" y="76656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26A69A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ABCD-use-0171">
            <a:extLst>
              <a:ext uri="{FF2B5EF4-FFF2-40B4-BE49-F238E27FC236}">
                <a16:creationId xmlns:a16="http://schemas.microsoft.com/office/drawing/2014/main" id="{3B744028-5E8E-4B25-A9B6-95C3AEBFF3A0}"/>
              </a:ext>
            </a:extLst>
          </p:cNvPr>
          <p:cNvSpPr>
            <a:spLocks noGrp="1"/>
          </p:cNvSpPr>
          <p:nvPr/>
        </p:nvSpPr>
        <p:spPr>
          <a:xfrm>
            <a:off x="7189317" y="94687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ABCD-use-0172">
            <a:extLst>
              <a:ext uri="{FF2B5EF4-FFF2-40B4-BE49-F238E27FC236}">
                <a16:creationId xmlns:a16="http://schemas.microsoft.com/office/drawing/2014/main" id="{A9634E15-CD89-4E5A-B298-69F69CAA52D7}"/>
              </a:ext>
            </a:extLst>
          </p:cNvPr>
          <p:cNvSpPr>
            <a:spLocks noGrp="1"/>
          </p:cNvSpPr>
          <p:nvPr/>
        </p:nvSpPr>
        <p:spPr>
          <a:xfrm>
            <a:off x="7283907" y="97320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ABCD-use-0173">
            <a:extLst>
              <a:ext uri="{FF2B5EF4-FFF2-40B4-BE49-F238E27FC236}">
                <a16:creationId xmlns:a16="http://schemas.microsoft.com/office/drawing/2014/main" id="{6EE8F3AA-E5EB-4772-B105-E1048F4191AF}"/>
              </a:ext>
            </a:extLst>
          </p:cNvPr>
          <p:cNvSpPr>
            <a:spLocks noGrp="1"/>
          </p:cNvSpPr>
          <p:nvPr/>
        </p:nvSpPr>
        <p:spPr>
          <a:xfrm>
            <a:off x="7453052" y="97475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ABCD-use-0174">
            <a:extLst>
              <a:ext uri="{FF2B5EF4-FFF2-40B4-BE49-F238E27FC236}">
                <a16:creationId xmlns:a16="http://schemas.microsoft.com/office/drawing/2014/main" id="{DF112705-F097-46B3-9FE6-4FE92944EDE0}"/>
              </a:ext>
            </a:extLst>
          </p:cNvPr>
          <p:cNvSpPr>
            <a:spLocks noGrp="1"/>
          </p:cNvSpPr>
          <p:nvPr/>
        </p:nvSpPr>
        <p:spPr>
          <a:xfrm>
            <a:off x="7751980" y="97985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ABCD-use-0175">
            <a:extLst>
              <a:ext uri="{FF2B5EF4-FFF2-40B4-BE49-F238E27FC236}">
                <a16:creationId xmlns:a16="http://schemas.microsoft.com/office/drawing/2014/main" id="{094DC364-DA68-4817-8652-61ABE5252F24}"/>
              </a:ext>
            </a:extLst>
          </p:cNvPr>
          <p:cNvSpPr>
            <a:spLocks noGrp="1"/>
          </p:cNvSpPr>
          <p:nvPr/>
        </p:nvSpPr>
        <p:spPr>
          <a:xfrm>
            <a:off x="6820053" y="96474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ABCD-use-0176">
            <a:extLst>
              <a:ext uri="{FF2B5EF4-FFF2-40B4-BE49-F238E27FC236}">
                <a16:creationId xmlns:a16="http://schemas.microsoft.com/office/drawing/2014/main" id="{AB17245F-0FF3-4B26-B08E-E5C68E189D25}"/>
              </a:ext>
            </a:extLst>
          </p:cNvPr>
          <p:cNvSpPr>
            <a:spLocks noGrp="1"/>
          </p:cNvSpPr>
          <p:nvPr/>
        </p:nvSpPr>
        <p:spPr>
          <a:xfrm>
            <a:off x="7334541" y="956219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ABCD-use-0177">
            <a:extLst>
              <a:ext uri="{FF2B5EF4-FFF2-40B4-BE49-F238E27FC236}">
                <a16:creationId xmlns:a16="http://schemas.microsoft.com/office/drawing/2014/main" id="{6E460D65-BE31-471E-B1D4-E98FC18FE4AA}"/>
              </a:ext>
            </a:extLst>
          </p:cNvPr>
          <p:cNvSpPr>
            <a:spLocks noGrp="1"/>
          </p:cNvSpPr>
          <p:nvPr/>
        </p:nvSpPr>
        <p:spPr>
          <a:xfrm>
            <a:off x="6621678" y="98486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" name="ABCD-use-0178">
            <a:extLst>
              <a:ext uri="{FF2B5EF4-FFF2-40B4-BE49-F238E27FC236}">
                <a16:creationId xmlns:a16="http://schemas.microsoft.com/office/drawing/2014/main" id="{72940F99-7F8F-46E9-AEA1-42A2233EBE3B}"/>
              </a:ext>
            </a:extLst>
          </p:cNvPr>
          <p:cNvSpPr>
            <a:spLocks noGrp="1"/>
          </p:cNvSpPr>
          <p:nvPr/>
        </p:nvSpPr>
        <p:spPr>
          <a:xfrm>
            <a:off x="7071331" y="97607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ABCD-use-0179">
            <a:extLst>
              <a:ext uri="{FF2B5EF4-FFF2-40B4-BE49-F238E27FC236}">
                <a16:creationId xmlns:a16="http://schemas.microsoft.com/office/drawing/2014/main" id="{FA1E904B-5F67-42CF-A968-4E4CA9EA754E}"/>
              </a:ext>
            </a:extLst>
          </p:cNvPr>
          <p:cNvSpPr>
            <a:spLocks noGrp="1"/>
          </p:cNvSpPr>
          <p:nvPr/>
        </p:nvSpPr>
        <p:spPr>
          <a:xfrm>
            <a:off x="7431356" y="97771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ABCD-use-0180">
            <a:extLst>
              <a:ext uri="{FF2B5EF4-FFF2-40B4-BE49-F238E27FC236}">
                <a16:creationId xmlns:a16="http://schemas.microsoft.com/office/drawing/2014/main" id="{A5682102-E3FA-4E0B-9EED-B5112A0BA04F}"/>
              </a:ext>
            </a:extLst>
          </p:cNvPr>
          <p:cNvSpPr>
            <a:spLocks noGrp="1"/>
          </p:cNvSpPr>
          <p:nvPr/>
        </p:nvSpPr>
        <p:spPr>
          <a:xfrm>
            <a:off x="6958804" y="98100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ABCD-use-0181">
            <a:extLst>
              <a:ext uri="{FF2B5EF4-FFF2-40B4-BE49-F238E27FC236}">
                <a16:creationId xmlns:a16="http://schemas.microsoft.com/office/drawing/2014/main" id="{91BD80AF-7644-4B8C-91D5-881802527022}"/>
              </a:ext>
            </a:extLst>
          </p:cNvPr>
          <p:cNvSpPr>
            <a:spLocks noGrp="1"/>
          </p:cNvSpPr>
          <p:nvPr/>
        </p:nvSpPr>
        <p:spPr>
          <a:xfrm>
            <a:off x="5541147" y="98596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ABCD-use-0182">
            <a:extLst>
              <a:ext uri="{FF2B5EF4-FFF2-40B4-BE49-F238E27FC236}">
                <a16:creationId xmlns:a16="http://schemas.microsoft.com/office/drawing/2014/main" id="{5CEFFF2C-72EC-4D04-A6C8-BA848D95A3BC}"/>
              </a:ext>
            </a:extLst>
          </p:cNvPr>
          <p:cNvSpPr>
            <a:spLocks noGrp="1"/>
          </p:cNvSpPr>
          <p:nvPr/>
        </p:nvSpPr>
        <p:spPr>
          <a:xfrm>
            <a:off x="6981855" y="97003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ABCD-use-0183">
            <a:extLst>
              <a:ext uri="{FF2B5EF4-FFF2-40B4-BE49-F238E27FC236}">
                <a16:creationId xmlns:a16="http://schemas.microsoft.com/office/drawing/2014/main" id="{F1C15438-534F-47A4-AE52-4ACDD4202847}"/>
              </a:ext>
            </a:extLst>
          </p:cNvPr>
          <p:cNvSpPr>
            <a:spLocks noGrp="1"/>
          </p:cNvSpPr>
          <p:nvPr/>
        </p:nvSpPr>
        <p:spPr>
          <a:xfrm>
            <a:off x="7666746" y="96647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3" name="ABCD-use-0184">
            <a:extLst>
              <a:ext uri="{FF2B5EF4-FFF2-40B4-BE49-F238E27FC236}">
                <a16:creationId xmlns:a16="http://schemas.microsoft.com/office/drawing/2014/main" id="{DE1B2CC4-D1AB-483C-A062-B12CA8406C93}"/>
              </a:ext>
            </a:extLst>
          </p:cNvPr>
          <p:cNvSpPr>
            <a:spLocks noGrp="1"/>
          </p:cNvSpPr>
          <p:nvPr/>
        </p:nvSpPr>
        <p:spPr>
          <a:xfrm>
            <a:off x="6856994" y="97149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ABCD-use-0185">
            <a:extLst>
              <a:ext uri="{FF2B5EF4-FFF2-40B4-BE49-F238E27FC236}">
                <a16:creationId xmlns:a16="http://schemas.microsoft.com/office/drawing/2014/main" id="{F20369A1-E323-41DF-B1C8-B84941DBB1AE}"/>
              </a:ext>
            </a:extLst>
          </p:cNvPr>
          <p:cNvSpPr>
            <a:spLocks noGrp="1"/>
          </p:cNvSpPr>
          <p:nvPr/>
        </p:nvSpPr>
        <p:spPr>
          <a:xfrm>
            <a:off x="7692605" y="98048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5" name="ABCD-use-0186">
            <a:extLst>
              <a:ext uri="{FF2B5EF4-FFF2-40B4-BE49-F238E27FC236}">
                <a16:creationId xmlns:a16="http://schemas.microsoft.com/office/drawing/2014/main" id="{AD34C375-86E8-46CB-BCFB-93D919C86295}"/>
              </a:ext>
            </a:extLst>
          </p:cNvPr>
          <p:cNvSpPr>
            <a:spLocks noGrp="1"/>
          </p:cNvSpPr>
          <p:nvPr/>
        </p:nvSpPr>
        <p:spPr>
          <a:xfrm>
            <a:off x="7396231" y="97222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ABCD-use-0187">
            <a:extLst>
              <a:ext uri="{FF2B5EF4-FFF2-40B4-BE49-F238E27FC236}">
                <a16:creationId xmlns:a16="http://schemas.microsoft.com/office/drawing/2014/main" id="{4BD6553F-C7AA-4562-BB25-B7D49C666B40}"/>
              </a:ext>
            </a:extLst>
          </p:cNvPr>
          <p:cNvSpPr>
            <a:spLocks noGrp="1"/>
          </p:cNvSpPr>
          <p:nvPr/>
        </p:nvSpPr>
        <p:spPr>
          <a:xfrm>
            <a:off x="5541147" y="96387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" name="ABCD-use-0188">
            <a:extLst>
              <a:ext uri="{FF2B5EF4-FFF2-40B4-BE49-F238E27FC236}">
                <a16:creationId xmlns:a16="http://schemas.microsoft.com/office/drawing/2014/main" id="{4DBC5559-4749-45E2-9EC9-D21D4BA7C8BB}"/>
              </a:ext>
            </a:extLst>
          </p:cNvPr>
          <p:cNvSpPr>
            <a:spLocks noGrp="1"/>
          </p:cNvSpPr>
          <p:nvPr/>
        </p:nvSpPr>
        <p:spPr>
          <a:xfrm>
            <a:off x="7421023" y="96966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ABCD-use-0189">
            <a:extLst>
              <a:ext uri="{FF2B5EF4-FFF2-40B4-BE49-F238E27FC236}">
                <a16:creationId xmlns:a16="http://schemas.microsoft.com/office/drawing/2014/main" id="{986FBCDA-AD52-4AC2-82DA-9E3B47E6A975}"/>
              </a:ext>
            </a:extLst>
          </p:cNvPr>
          <p:cNvSpPr>
            <a:spLocks noGrp="1"/>
          </p:cNvSpPr>
          <p:nvPr/>
        </p:nvSpPr>
        <p:spPr>
          <a:xfrm>
            <a:off x="7463331" y="96366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ABCD-use-0190">
            <a:extLst>
              <a:ext uri="{FF2B5EF4-FFF2-40B4-BE49-F238E27FC236}">
                <a16:creationId xmlns:a16="http://schemas.microsoft.com/office/drawing/2014/main" id="{886B03C6-1D42-4B34-BB9B-624BCE6ED641}"/>
              </a:ext>
            </a:extLst>
          </p:cNvPr>
          <p:cNvSpPr>
            <a:spLocks noGrp="1"/>
          </p:cNvSpPr>
          <p:nvPr/>
        </p:nvSpPr>
        <p:spPr>
          <a:xfrm>
            <a:off x="7619157" y="97675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ABCD-use-0191">
            <a:extLst>
              <a:ext uri="{FF2B5EF4-FFF2-40B4-BE49-F238E27FC236}">
                <a16:creationId xmlns:a16="http://schemas.microsoft.com/office/drawing/2014/main" id="{813D802E-88AC-4712-BC8F-0F5E3CD68791}"/>
              </a:ext>
            </a:extLst>
          </p:cNvPr>
          <p:cNvSpPr>
            <a:spLocks noGrp="1"/>
          </p:cNvSpPr>
          <p:nvPr/>
        </p:nvSpPr>
        <p:spPr>
          <a:xfrm>
            <a:off x="7278961" y="96555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ABCD-use-0192">
            <a:extLst>
              <a:ext uri="{FF2B5EF4-FFF2-40B4-BE49-F238E27FC236}">
                <a16:creationId xmlns:a16="http://schemas.microsoft.com/office/drawing/2014/main" id="{B388CC22-D7D8-418F-837B-8F135A07E18F}"/>
              </a:ext>
            </a:extLst>
          </p:cNvPr>
          <p:cNvSpPr>
            <a:spLocks noGrp="1"/>
          </p:cNvSpPr>
          <p:nvPr/>
        </p:nvSpPr>
        <p:spPr>
          <a:xfrm>
            <a:off x="7204933" y="96723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ABCD-use-0193">
            <a:extLst>
              <a:ext uri="{FF2B5EF4-FFF2-40B4-BE49-F238E27FC236}">
                <a16:creationId xmlns:a16="http://schemas.microsoft.com/office/drawing/2014/main" id="{9CB8B86B-DEE1-49D9-B87C-C5893711FB3D}"/>
              </a:ext>
            </a:extLst>
          </p:cNvPr>
          <p:cNvSpPr>
            <a:spLocks noGrp="1"/>
          </p:cNvSpPr>
          <p:nvPr/>
        </p:nvSpPr>
        <p:spPr>
          <a:xfrm>
            <a:off x="7370220" y="98105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ABCD-use-0194">
            <a:extLst>
              <a:ext uri="{FF2B5EF4-FFF2-40B4-BE49-F238E27FC236}">
                <a16:creationId xmlns:a16="http://schemas.microsoft.com/office/drawing/2014/main" id="{F79EB7D7-04C4-4613-81EB-CC2AF5862C3E}"/>
              </a:ext>
            </a:extLst>
          </p:cNvPr>
          <p:cNvSpPr>
            <a:spLocks noGrp="1"/>
          </p:cNvSpPr>
          <p:nvPr/>
        </p:nvSpPr>
        <p:spPr>
          <a:xfrm>
            <a:off x="6555405" y="97610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42A5F5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ABCD-use-0195">
            <a:extLst>
              <a:ext uri="{FF2B5EF4-FFF2-40B4-BE49-F238E27FC236}">
                <a16:creationId xmlns:a16="http://schemas.microsoft.com/office/drawing/2014/main" id="{370B7DE6-4C38-4534-8080-391F9DC3A9CA}"/>
              </a:ext>
            </a:extLst>
          </p:cNvPr>
          <p:cNvSpPr>
            <a:spLocks noGrp="1"/>
          </p:cNvSpPr>
          <p:nvPr/>
        </p:nvSpPr>
        <p:spPr>
          <a:xfrm>
            <a:off x="7565342" y="119648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ABCD-use-0196">
            <a:extLst>
              <a:ext uri="{FF2B5EF4-FFF2-40B4-BE49-F238E27FC236}">
                <a16:creationId xmlns:a16="http://schemas.microsoft.com/office/drawing/2014/main" id="{92692292-96F2-4FD6-BE26-B860454520E6}"/>
              </a:ext>
            </a:extLst>
          </p:cNvPr>
          <p:cNvSpPr>
            <a:spLocks noGrp="1"/>
          </p:cNvSpPr>
          <p:nvPr/>
        </p:nvSpPr>
        <p:spPr>
          <a:xfrm>
            <a:off x="6782775" y="118731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ABCD-use-0197">
            <a:extLst>
              <a:ext uri="{FF2B5EF4-FFF2-40B4-BE49-F238E27FC236}">
                <a16:creationId xmlns:a16="http://schemas.microsoft.com/office/drawing/2014/main" id="{0C402E9F-50A3-4989-B89E-1770A74B861B}"/>
              </a:ext>
            </a:extLst>
          </p:cNvPr>
          <p:cNvSpPr>
            <a:spLocks noGrp="1"/>
          </p:cNvSpPr>
          <p:nvPr/>
        </p:nvSpPr>
        <p:spPr>
          <a:xfrm>
            <a:off x="7728280" y="119065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ABCD-use-0198">
            <a:extLst>
              <a:ext uri="{FF2B5EF4-FFF2-40B4-BE49-F238E27FC236}">
                <a16:creationId xmlns:a16="http://schemas.microsoft.com/office/drawing/2014/main" id="{8CBB886A-4D56-40DE-9599-760BC90756EF}"/>
              </a:ext>
            </a:extLst>
          </p:cNvPr>
          <p:cNvSpPr>
            <a:spLocks noGrp="1"/>
          </p:cNvSpPr>
          <p:nvPr/>
        </p:nvSpPr>
        <p:spPr>
          <a:xfrm>
            <a:off x="8422564" y="118821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ABCD-use-0199">
            <a:extLst>
              <a:ext uri="{FF2B5EF4-FFF2-40B4-BE49-F238E27FC236}">
                <a16:creationId xmlns:a16="http://schemas.microsoft.com/office/drawing/2014/main" id="{7B5A9AC5-4EB6-49CB-ABB9-869580DD0D02}"/>
              </a:ext>
            </a:extLst>
          </p:cNvPr>
          <p:cNvSpPr>
            <a:spLocks noGrp="1"/>
          </p:cNvSpPr>
          <p:nvPr/>
        </p:nvSpPr>
        <p:spPr>
          <a:xfrm>
            <a:off x="7265195" y="118919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ABCD-use-0200">
            <a:extLst>
              <a:ext uri="{FF2B5EF4-FFF2-40B4-BE49-F238E27FC236}">
                <a16:creationId xmlns:a16="http://schemas.microsoft.com/office/drawing/2014/main" id="{DAE1FEDD-AE11-4F1F-B89C-B21EA534AA3E}"/>
              </a:ext>
            </a:extLst>
          </p:cNvPr>
          <p:cNvSpPr>
            <a:spLocks noGrp="1"/>
          </p:cNvSpPr>
          <p:nvPr/>
        </p:nvSpPr>
        <p:spPr>
          <a:xfrm>
            <a:off x="7318981" y="119537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ABCD-use-0201">
            <a:extLst>
              <a:ext uri="{FF2B5EF4-FFF2-40B4-BE49-F238E27FC236}">
                <a16:creationId xmlns:a16="http://schemas.microsoft.com/office/drawing/2014/main" id="{296AEF71-A129-4310-8C2C-8B7E495FC901}"/>
              </a:ext>
            </a:extLst>
          </p:cNvPr>
          <p:cNvSpPr>
            <a:spLocks noGrp="1"/>
          </p:cNvSpPr>
          <p:nvPr/>
        </p:nvSpPr>
        <p:spPr>
          <a:xfrm>
            <a:off x="7670514" y="118339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ABCD-use-0202">
            <a:extLst>
              <a:ext uri="{FF2B5EF4-FFF2-40B4-BE49-F238E27FC236}">
                <a16:creationId xmlns:a16="http://schemas.microsoft.com/office/drawing/2014/main" id="{A7B60EBA-EEF2-4571-AFB0-9D510D5B3CF0}"/>
              </a:ext>
            </a:extLst>
          </p:cNvPr>
          <p:cNvSpPr>
            <a:spLocks noGrp="1"/>
          </p:cNvSpPr>
          <p:nvPr/>
        </p:nvSpPr>
        <p:spPr>
          <a:xfrm>
            <a:off x="7553336" y="120143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ABCD-use-0203">
            <a:extLst>
              <a:ext uri="{FF2B5EF4-FFF2-40B4-BE49-F238E27FC236}">
                <a16:creationId xmlns:a16="http://schemas.microsoft.com/office/drawing/2014/main" id="{8BD99469-B836-4381-8291-C9966DF063FB}"/>
              </a:ext>
            </a:extLst>
          </p:cNvPr>
          <p:cNvSpPr>
            <a:spLocks noGrp="1"/>
          </p:cNvSpPr>
          <p:nvPr/>
        </p:nvSpPr>
        <p:spPr>
          <a:xfrm>
            <a:off x="7084306" y="1189029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3" name="ABCD-use-0204">
            <a:extLst>
              <a:ext uri="{FF2B5EF4-FFF2-40B4-BE49-F238E27FC236}">
                <a16:creationId xmlns:a16="http://schemas.microsoft.com/office/drawing/2014/main" id="{7D8C35A0-4115-455A-97BC-E6797589CDD1}"/>
              </a:ext>
            </a:extLst>
          </p:cNvPr>
          <p:cNvSpPr>
            <a:spLocks noGrp="1"/>
          </p:cNvSpPr>
          <p:nvPr/>
        </p:nvSpPr>
        <p:spPr>
          <a:xfrm>
            <a:off x="6671163" y="121463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ABCD-use-0205">
            <a:extLst>
              <a:ext uri="{FF2B5EF4-FFF2-40B4-BE49-F238E27FC236}">
                <a16:creationId xmlns:a16="http://schemas.microsoft.com/office/drawing/2014/main" id="{B173D87C-D8D8-4E87-829E-102241F79829}"/>
              </a:ext>
            </a:extLst>
          </p:cNvPr>
          <p:cNvSpPr>
            <a:spLocks noGrp="1"/>
          </p:cNvSpPr>
          <p:nvPr/>
        </p:nvSpPr>
        <p:spPr>
          <a:xfrm>
            <a:off x="8080910" y="120039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ABCD-use-0206">
            <a:extLst>
              <a:ext uri="{FF2B5EF4-FFF2-40B4-BE49-F238E27FC236}">
                <a16:creationId xmlns:a16="http://schemas.microsoft.com/office/drawing/2014/main" id="{440B01C9-6FB0-4009-9013-4516BB2BA3D6}"/>
              </a:ext>
            </a:extLst>
          </p:cNvPr>
          <p:cNvSpPr>
            <a:spLocks noGrp="1"/>
          </p:cNvSpPr>
          <p:nvPr/>
        </p:nvSpPr>
        <p:spPr>
          <a:xfrm>
            <a:off x="9863273" y="122675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ABCD-use-0207">
            <a:extLst>
              <a:ext uri="{FF2B5EF4-FFF2-40B4-BE49-F238E27FC236}">
                <a16:creationId xmlns:a16="http://schemas.microsoft.com/office/drawing/2014/main" id="{27AE7CE5-DB53-45F9-9A05-7163267E2C0D}"/>
              </a:ext>
            </a:extLst>
          </p:cNvPr>
          <p:cNvSpPr>
            <a:spLocks noGrp="1"/>
          </p:cNvSpPr>
          <p:nvPr/>
        </p:nvSpPr>
        <p:spPr>
          <a:xfrm>
            <a:off x="7342791" y="119189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ABCD-use-0208">
            <a:extLst>
              <a:ext uri="{FF2B5EF4-FFF2-40B4-BE49-F238E27FC236}">
                <a16:creationId xmlns:a16="http://schemas.microsoft.com/office/drawing/2014/main" id="{DA5F3156-ED27-412D-BF3D-980C0B0AE0EB}"/>
              </a:ext>
            </a:extLst>
          </p:cNvPr>
          <p:cNvSpPr>
            <a:spLocks noGrp="1"/>
          </p:cNvSpPr>
          <p:nvPr/>
        </p:nvSpPr>
        <p:spPr>
          <a:xfrm>
            <a:off x="7580887" y="118611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ABCD-use-0209">
            <a:extLst>
              <a:ext uri="{FF2B5EF4-FFF2-40B4-BE49-F238E27FC236}">
                <a16:creationId xmlns:a16="http://schemas.microsoft.com/office/drawing/2014/main" id="{D098A8EB-6AED-4D2A-AEB6-5119478E1C5E}"/>
              </a:ext>
            </a:extLst>
          </p:cNvPr>
          <p:cNvSpPr>
            <a:spLocks noGrp="1"/>
          </p:cNvSpPr>
          <p:nvPr/>
        </p:nvSpPr>
        <p:spPr>
          <a:xfrm>
            <a:off x="7103178" y="119978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ABCD-use-0210">
            <a:extLst>
              <a:ext uri="{FF2B5EF4-FFF2-40B4-BE49-F238E27FC236}">
                <a16:creationId xmlns:a16="http://schemas.microsoft.com/office/drawing/2014/main" id="{5212308C-AACC-4AD0-8897-1CB69B865333}"/>
              </a:ext>
            </a:extLst>
          </p:cNvPr>
          <p:cNvSpPr>
            <a:spLocks noGrp="1"/>
          </p:cNvSpPr>
          <p:nvPr/>
        </p:nvSpPr>
        <p:spPr>
          <a:xfrm>
            <a:off x="7217454" y="120613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ABCD-use-0211">
            <a:extLst>
              <a:ext uri="{FF2B5EF4-FFF2-40B4-BE49-F238E27FC236}">
                <a16:creationId xmlns:a16="http://schemas.microsoft.com/office/drawing/2014/main" id="{3F63B7ED-72B0-44FE-97F3-21DFA724AE1F}"/>
              </a:ext>
            </a:extLst>
          </p:cNvPr>
          <p:cNvSpPr>
            <a:spLocks noGrp="1"/>
          </p:cNvSpPr>
          <p:nvPr/>
        </p:nvSpPr>
        <p:spPr>
          <a:xfrm>
            <a:off x="5541147" y="120129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ABCD-use-0212">
            <a:extLst>
              <a:ext uri="{FF2B5EF4-FFF2-40B4-BE49-F238E27FC236}">
                <a16:creationId xmlns:a16="http://schemas.microsoft.com/office/drawing/2014/main" id="{D35680C3-3E7E-45FE-9DE1-E408018EC69D}"/>
              </a:ext>
            </a:extLst>
          </p:cNvPr>
          <p:cNvSpPr>
            <a:spLocks noGrp="1"/>
          </p:cNvSpPr>
          <p:nvPr/>
        </p:nvSpPr>
        <p:spPr>
          <a:xfrm>
            <a:off x="7609364" y="118945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ABCD-use-0213">
            <a:extLst>
              <a:ext uri="{FF2B5EF4-FFF2-40B4-BE49-F238E27FC236}">
                <a16:creationId xmlns:a16="http://schemas.microsoft.com/office/drawing/2014/main" id="{A6DEC0C2-90C3-4F22-B157-014C56B5C999}"/>
              </a:ext>
            </a:extLst>
          </p:cNvPr>
          <p:cNvSpPr>
            <a:spLocks noGrp="1"/>
          </p:cNvSpPr>
          <p:nvPr/>
        </p:nvSpPr>
        <p:spPr>
          <a:xfrm>
            <a:off x="6763474" y="119393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ABCD-use-0214">
            <a:extLst>
              <a:ext uri="{FF2B5EF4-FFF2-40B4-BE49-F238E27FC236}">
                <a16:creationId xmlns:a16="http://schemas.microsoft.com/office/drawing/2014/main" id="{EFAF8D37-CB64-4024-AF57-6FC8DB57075F}"/>
              </a:ext>
            </a:extLst>
          </p:cNvPr>
          <p:cNvSpPr>
            <a:spLocks noGrp="1"/>
          </p:cNvSpPr>
          <p:nvPr/>
        </p:nvSpPr>
        <p:spPr>
          <a:xfrm>
            <a:off x="6271106" y="1169928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ABCD-use-0215">
            <a:extLst>
              <a:ext uri="{FF2B5EF4-FFF2-40B4-BE49-F238E27FC236}">
                <a16:creationId xmlns:a16="http://schemas.microsoft.com/office/drawing/2014/main" id="{75A1F6FC-5AB2-4672-8C24-AD32B88BE4C8}"/>
              </a:ext>
            </a:extLst>
          </p:cNvPr>
          <p:cNvSpPr>
            <a:spLocks noGrp="1"/>
          </p:cNvSpPr>
          <p:nvPr/>
        </p:nvSpPr>
        <p:spPr>
          <a:xfrm>
            <a:off x="6492014" y="116844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ABCD-use-0216">
            <a:extLst>
              <a:ext uri="{FF2B5EF4-FFF2-40B4-BE49-F238E27FC236}">
                <a16:creationId xmlns:a16="http://schemas.microsoft.com/office/drawing/2014/main" id="{E07AFDA8-F784-4021-B454-AC546937F8EE}"/>
              </a:ext>
            </a:extLst>
          </p:cNvPr>
          <p:cNvSpPr>
            <a:spLocks noGrp="1"/>
          </p:cNvSpPr>
          <p:nvPr/>
        </p:nvSpPr>
        <p:spPr>
          <a:xfrm>
            <a:off x="7074061" y="117981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ABCD-use-0217">
            <a:extLst>
              <a:ext uri="{FF2B5EF4-FFF2-40B4-BE49-F238E27FC236}">
                <a16:creationId xmlns:a16="http://schemas.microsoft.com/office/drawing/2014/main" id="{6B9C16B3-373B-4EC4-B567-34A424A4F6F0}"/>
              </a:ext>
            </a:extLst>
          </p:cNvPr>
          <p:cNvSpPr>
            <a:spLocks noGrp="1"/>
          </p:cNvSpPr>
          <p:nvPr/>
        </p:nvSpPr>
        <p:spPr>
          <a:xfrm>
            <a:off x="7573172" y="119852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ABCD-use-0218">
            <a:extLst>
              <a:ext uri="{FF2B5EF4-FFF2-40B4-BE49-F238E27FC236}">
                <a16:creationId xmlns:a16="http://schemas.microsoft.com/office/drawing/2014/main" id="{A533D8C8-A9BB-40A3-92C7-8A31A2351DC3}"/>
              </a:ext>
            </a:extLst>
          </p:cNvPr>
          <p:cNvSpPr>
            <a:spLocks noGrp="1"/>
          </p:cNvSpPr>
          <p:nvPr/>
        </p:nvSpPr>
        <p:spPr>
          <a:xfrm>
            <a:off x="9767226" y="123334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FFA726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ABCD-use-0219">
            <a:extLst>
              <a:ext uri="{FF2B5EF4-FFF2-40B4-BE49-F238E27FC236}">
                <a16:creationId xmlns:a16="http://schemas.microsoft.com/office/drawing/2014/main" id="{FD8B3182-CA93-48F5-BD66-A79CB6863088}"/>
              </a:ext>
            </a:extLst>
          </p:cNvPr>
          <p:cNvSpPr>
            <a:spLocks noGrp="1"/>
          </p:cNvSpPr>
          <p:nvPr/>
        </p:nvSpPr>
        <p:spPr>
          <a:xfrm>
            <a:off x="7993553" y="140877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ABCD-use-0220">
            <a:extLst>
              <a:ext uri="{FF2B5EF4-FFF2-40B4-BE49-F238E27FC236}">
                <a16:creationId xmlns:a16="http://schemas.microsoft.com/office/drawing/2014/main" id="{EC070B45-5FBB-4425-8978-EC0297AAB396}"/>
              </a:ext>
            </a:extLst>
          </p:cNvPr>
          <p:cNvSpPr>
            <a:spLocks noGrp="1"/>
          </p:cNvSpPr>
          <p:nvPr/>
        </p:nvSpPr>
        <p:spPr>
          <a:xfrm>
            <a:off x="7736512" y="1409649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ABCD-use-0221">
            <a:extLst>
              <a:ext uri="{FF2B5EF4-FFF2-40B4-BE49-F238E27FC236}">
                <a16:creationId xmlns:a16="http://schemas.microsoft.com/office/drawing/2014/main" id="{42A5E0E5-FC98-4BDA-BC3C-8B6E29304631}"/>
              </a:ext>
            </a:extLst>
          </p:cNvPr>
          <p:cNvSpPr>
            <a:spLocks noGrp="1"/>
          </p:cNvSpPr>
          <p:nvPr/>
        </p:nvSpPr>
        <p:spPr>
          <a:xfrm>
            <a:off x="6708968" y="140731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ABCD-use-0222">
            <a:extLst>
              <a:ext uri="{FF2B5EF4-FFF2-40B4-BE49-F238E27FC236}">
                <a16:creationId xmlns:a16="http://schemas.microsoft.com/office/drawing/2014/main" id="{9809838E-118E-4D6E-99FA-CA731C92AA04}"/>
              </a:ext>
            </a:extLst>
          </p:cNvPr>
          <p:cNvSpPr>
            <a:spLocks noGrp="1"/>
          </p:cNvSpPr>
          <p:nvPr/>
        </p:nvSpPr>
        <p:spPr>
          <a:xfrm>
            <a:off x="7327625" y="140347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ABCD-use-0223">
            <a:extLst>
              <a:ext uri="{FF2B5EF4-FFF2-40B4-BE49-F238E27FC236}">
                <a16:creationId xmlns:a16="http://schemas.microsoft.com/office/drawing/2014/main" id="{361BD5E8-9F92-4EDC-8B5F-745A092D91EF}"/>
              </a:ext>
            </a:extLst>
          </p:cNvPr>
          <p:cNvSpPr>
            <a:spLocks noGrp="1"/>
          </p:cNvSpPr>
          <p:nvPr/>
        </p:nvSpPr>
        <p:spPr>
          <a:xfrm>
            <a:off x="7062895" y="140675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ABCD-use-0224">
            <a:extLst>
              <a:ext uri="{FF2B5EF4-FFF2-40B4-BE49-F238E27FC236}">
                <a16:creationId xmlns:a16="http://schemas.microsoft.com/office/drawing/2014/main" id="{F19E2A7C-FE78-47C5-9EFD-634761DD8D70}"/>
              </a:ext>
            </a:extLst>
          </p:cNvPr>
          <p:cNvSpPr>
            <a:spLocks noGrp="1"/>
          </p:cNvSpPr>
          <p:nvPr/>
        </p:nvSpPr>
        <p:spPr>
          <a:xfrm>
            <a:off x="7070699" y="140432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ABCD-use-0225">
            <a:extLst>
              <a:ext uri="{FF2B5EF4-FFF2-40B4-BE49-F238E27FC236}">
                <a16:creationId xmlns:a16="http://schemas.microsoft.com/office/drawing/2014/main" id="{18A1D3D0-24C7-423C-ABA1-A18C3709049F}"/>
              </a:ext>
            </a:extLst>
          </p:cNvPr>
          <p:cNvSpPr>
            <a:spLocks noGrp="1"/>
          </p:cNvSpPr>
          <p:nvPr/>
        </p:nvSpPr>
        <p:spPr>
          <a:xfrm>
            <a:off x="7026185" y="142414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ABCD-use-0226">
            <a:extLst>
              <a:ext uri="{FF2B5EF4-FFF2-40B4-BE49-F238E27FC236}">
                <a16:creationId xmlns:a16="http://schemas.microsoft.com/office/drawing/2014/main" id="{5DA3AB78-C237-4661-9746-AF85A3D7D9FE}"/>
              </a:ext>
            </a:extLst>
          </p:cNvPr>
          <p:cNvSpPr>
            <a:spLocks noGrp="1"/>
          </p:cNvSpPr>
          <p:nvPr/>
        </p:nvSpPr>
        <p:spPr>
          <a:xfrm>
            <a:off x="6691312" y="1409800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ABCD-use-0227">
            <a:extLst>
              <a:ext uri="{FF2B5EF4-FFF2-40B4-BE49-F238E27FC236}">
                <a16:creationId xmlns:a16="http://schemas.microsoft.com/office/drawing/2014/main" id="{98806F5F-A51D-438A-BC52-58A1900901D3}"/>
              </a:ext>
            </a:extLst>
          </p:cNvPr>
          <p:cNvSpPr>
            <a:spLocks noGrp="1"/>
          </p:cNvSpPr>
          <p:nvPr/>
        </p:nvSpPr>
        <p:spPr>
          <a:xfrm>
            <a:off x="7521854" y="139632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ABCD-use-0228">
            <a:extLst>
              <a:ext uri="{FF2B5EF4-FFF2-40B4-BE49-F238E27FC236}">
                <a16:creationId xmlns:a16="http://schemas.microsoft.com/office/drawing/2014/main" id="{ED8A5471-3F3B-4E74-A75C-6A79CC92751E}"/>
              </a:ext>
            </a:extLst>
          </p:cNvPr>
          <p:cNvSpPr>
            <a:spLocks noGrp="1"/>
          </p:cNvSpPr>
          <p:nvPr/>
        </p:nvSpPr>
        <p:spPr>
          <a:xfrm>
            <a:off x="7134982" y="139774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ABCD-use-0229">
            <a:extLst>
              <a:ext uri="{FF2B5EF4-FFF2-40B4-BE49-F238E27FC236}">
                <a16:creationId xmlns:a16="http://schemas.microsoft.com/office/drawing/2014/main" id="{698CF547-B5C5-4F4B-B8F2-A59DAC282119}"/>
              </a:ext>
            </a:extLst>
          </p:cNvPr>
          <p:cNvSpPr>
            <a:spLocks noGrp="1"/>
          </p:cNvSpPr>
          <p:nvPr/>
        </p:nvSpPr>
        <p:spPr>
          <a:xfrm>
            <a:off x="5541147" y="141823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ABCD-use-0230">
            <a:extLst>
              <a:ext uri="{FF2B5EF4-FFF2-40B4-BE49-F238E27FC236}">
                <a16:creationId xmlns:a16="http://schemas.microsoft.com/office/drawing/2014/main" id="{7BED3217-0C4C-4A08-9369-3DD42CC95673}"/>
              </a:ext>
            </a:extLst>
          </p:cNvPr>
          <p:cNvSpPr>
            <a:spLocks noGrp="1"/>
          </p:cNvSpPr>
          <p:nvPr/>
        </p:nvSpPr>
        <p:spPr>
          <a:xfrm>
            <a:off x="6874831" y="140101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ABCD-use-0231">
            <a:extLst>
              <a:ext uri="{FF2B5EF4-FFF2-40B4-BE49-F238E27FC236}">
                <a16:creationId xmlns:a16="http://schemas.microsoft.com/office/drawing/2014/main" id="{522C4070-14FF-4A48-AAB4-4CD30A4F75B3}"/>
              </a:ext>
            </a:extLst>
          </p:cNvPr>
          <p:cNvSpPr>
            <a:spLocks noGrp="1"/>
          </p:cNvSpPr>
          <p:nvPr/>
        </p:nvSpPr>
        <p:spPr>
          <a:xfrm>
            <a:off x="6808970" y="140331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ABCD-use-0232">
            <a:extLst>
              <a:ext uri="{FF2B5EF4-FFF2-40B4-BE49-F238E27FC236}">
                <a16:creationId xmlns:a16="http://schemas.microsoft.com/office/drawing/2014/main" id="{BF9751D7-1784-4893-B911-2B9346D18B57}"/>
              </a:ext>
            </a:extLst>
          </p:cNvPr>
          <p:cNvSpPr>
            <a:spLocks noGrp="1"/>
          </p:cNvSpPr>
          <p:nvPr/>
        </p:nvSpPr>
        <p:spPr>
          <a:xfrm>
            <a:off x="6981855" y="141777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ABCD-use-0233">
            <a:extLst>
              <a:ext uri="{FF2B5EF4-FFF2-40B4-BE49-F238E27FC236}">
                <a16:creationId xmlns:a16="http://schemas.microsoft.com/office/drawing/2014/main" id="{A6B31C17-BE20-4DAF-8F2A-D1E567603B3F}"/>
              </a:ext>
            </a:extLst>
          </p:cNvPr>
          <p:cNvSpPr>
            <a:spLocks noGrp="1"/>
          </p:cNvSpPr>
          <p:nvPr/>
        </p:nvSpPr>
        <p:spPr>
          <a:xfrm>
            <a:off x="7943339" y="1402466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ABCD-use-0234">
            <a:extLst>
              <a:ext uri="{FF2B5EF4-FFF2-40B4-BE49-F238E27FC236}">
                <a16:creationId xmlns:a16="http://schemas.microsoft.com/office/drawing/2014/main" id="{C1F73EC5-77C7-4233-BB5C-08E43645D030}"/>
              </a:ext>
            </a:extLst>
          </p:cNvPr>
          <p:cNvSpPr>
            <a:spLocks noGrp="1"/>
          </p:cNvSpPr>
          <p:nvPr/>
        </p:nvSpPr>
        <p:spPr>
          <a:xfrm>
            <a:off x="6333536" y="1398832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ABCD-use-0235">
            <a:extLst>
              <a:ext uri="{FF2B5EF4-FFF2-40B4-BE49-F238E27FC236}">
                <a16:creationId xmlns:a16="http://schemas.microsoft.com/office/drawing/2014/main" id="{8F46753E-74AA-4341-A242-6151292B6F69}"/>
              </a:ext>
            </a:extLst>
          </p:cNvPr>
          <p:cNvSpPr>
            <a:spLocks noGrp="1"/>
          </p:cNvSpPr>
          <p:nvPr/>
        </p:nvSpPr>
        <p:spPr>
          <a:xfrm>
            <a:off x="6981855" y="140435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ABCD-use-0236">
            <a:extLst>
              <a:ext uri="{FF2B5EF4-FFF2-40B4-BE49-F238E27FC236}">
                <a16:creationId xmlns:a16="http://schemas.microsoft.com/office/drawing/2014/main" id="{E6F841B1-AE6C-41BC-8C2F-8CD70C5305AF}"/>
              </a:ext>
            </a:extLst>
          </p:cNvPr>
          <p:cNvSpPr>
            <a:spLocks noGrp="1"/>
          </p:cNvSpPr>
          <p:nvPr/>
        </p:nvSpPr>
        <p:spPr>
          <a:xfrm>
            <a:off x="7728404" y="1384675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ABCD-use-0237">
            <a:extLst>
              <a:ext uri="{FF2B5EF4-FFF2-40B4-BE49-F238E27FC236}">
                <a16:creationId xmlns:a16="http://schemas.microsoft.com/office/drawing/2014/main" id="{AAAA1A2F-9819-4885-B64B-78285B6DC56D}"/>
              </a:ext>
            </a:extLst>
          </p:cNvPr>
          <p:cNvSpPr>
            <a:spLocks noGrp="1"/>
          </p:cNvSpPr>
          <p:nvPr/>
        </p:nvSpPr>
        <p:spPr>
          <a:xfrm>
            <a:off x="7136629" y="141046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ABCD-use-0238">
            <a:extLst>
              <a:ext uri="{FF2B5EF4-FFF2-40B4-BE49-F238E27FC236}">
                <a16:creationId xmlns:a16="http://schemas.microsoft.com/office/drawing/2014/main" id="{604EF5B6-7181-49B2-B26B-C21A05020692}"/>
              </a:ext>
            </a:extLst>
          </p:cNvPr>
          <p:cNvSpPr>
            <a:spLocks noGrp="1"/>
          </p:cNvSpPr>
          <p:nvPr/>
        </p:nvSpPr>
        <p:spPr>
          <a:xfrm>
            <a:off x="7212369" y="1401359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ABCD-use-0239">
            <a:extLst>
              <a:ext uri="{FF2B5EF4-FFF2-40B4-BE49-F238E27FC236}">
                <a16:creationId xmlns:a16="http://schemas.microsoft.com/office/drawing/2014/main" id="{E44B041B-A51A-415D-94E8-C4A3836A8975}"/>
              </a:ext>
            </a:extLst>
          </p:cNvPr>
          <p:cNvSpPr>
            <a:spLocks noGrp="1"/>
          </p:cNvSpPr>
          <p:nvPr/>
        </p:nvSpPr>
        <p:spPr>
          <a:xfrm>
            <a:off x="6691312" y="1398751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ABCD-use-0240">
            <a:extLst>
              <a:ext uri="{FF2B5EF4-FFF2-40B4-BE49-F238E27FC236}">
                <a16:creationId xmlns:a16="http://schemas.microsoft.com/office/drawing/2014/main" id="{28E33406-DD05-426C-AAC0-5D7C5FFBE8E1}"/>
              </a:ext>
            </a:extLst>
          </p:cNvPr>
          <p:cNvSpPr>
            <a:spLocks noGrp="1"/>
          </p:cNvSpPr>
          <p:nvPr/>
        </p:nvSpPr>
        <p:spPr>
          <a:xfrm>
            <a:off x="6828728" y="1398707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ABCD-use-0241">
            <a:extLst>
              <a:ext uri="{FF2B5EF4-FFF2-40B4-BE49-F238E27FC236}">
                <a16:creationId xmlns:a16="http://schemas.microsoft.com/office/drawing/2014/main" id="{32166E27-6F69-4D68-8868-0AEBC76F213C}"/>
              </a:ext>
            </a:extLst>
          </p:cNvPr>
          <p:cNvSpPr>
            <a:spLocks noGrp="1"/>
          </p:cNvSpPr>
          <p:nvPr/>
        </p:nvSpPr>
        <p:spPr>
          <a:xfrm>
            <a:off x="7257865" y="1409173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ABCD-use-0242">
            <a:extLst>
              <a:ext uri="{FF2B5EF4-FFF2-40B4-BE49-F238E27FC236}">
                <a16:creationId xmlns:a16="http://schemas.microsoft.com/office/drawing/2014/main" id="{87AE8012-0792-420C-9E21-FEFFAE5A990A}"/>
              </a:ext>
            </a:extLst>
          </p:cNvPr>
          <p:cNvSpPr>
            <a:spLocks noGrp="1"/>
          </p:cNvSpPr>
          <p:nvPr/>
        </p:nvSpPr>
        <p:spPr>
          <a:xfrm>
            <a:off x="7462092" y="1398304"/>
            <a:ext cx="37027" cy="37027"/>
          </a:xfrm>
          <a:custGeom>
            <a:avLst/>
            <a:gdLst/>
            <a:ahLst/>
            <a:cxnLst/>
            <a:rect l="0" t="0" r="0" b="0"/>
            <a:pathLst>
              <a:path w="37027" h="37027">
                <a:moveTo>
                  <a:pt x="18513" y="37027"/>
                </a:moveTo>
                <a:lnTo>
                  <a:pt x="19736" y="36986"/>
                </a:lnTo>
                <a:lnTo>
                  <a:pt x="20947" y="36866"/>
                </a:lnTo>
                <a:lnTo>
                  <a:pt x="22142" y="36668"/>
                </a:lnTo>
                <a:lnTo>
                  <a:pt x="23318" y="36392"/>
                </a:lnTo>
                <a:lnTo>
                  <a:pt x="24471" y="36042"/>
                </a:lnTo>
                <a:lnTo>
                  <a:pt x="25598" y="35617"/>
                </a:lnTo>
                <a:lnTo>
                  <a:pt x="26695" y="35121"/>
                </a:lnTo>
                <a:lnTo>
                  <a:pt x="27758" y="34553"/>
                </a:lnTo>
                <a:lnTo>
                  <a:pt x="28784" y="33916"/>
                </a:lnTo>
                <a:lnTo>
                  <a:pt x="29770" y="33211"/>
                </a:lnTo>
                <a:lnTo>
                  <a:pt x="30711" y="32440"/>
                </a:lnTo>
                <a:lnTo>
                  <a:pt x="31604" y="31604"/>
                </a:lnTo>
                <a:lnTo>
                  <a:pt x="32440" y="30711"/>
                </a:lnTo>
                <a:lnTo>
                  <a:pt x="33211" y="29770"/>
                </a:lnTo>
                <a:lnTo>
                  <a:pt x="33916" y="28784"/>
                </a:lnTo>
                <a:lnTo>
                  <a:pt x="34553" y="27758"/>
                </a:lnTo>
                <a:lnTo>
                  <a:pt x="35121" y="26695"/>
                </a:lnTo>
                <a:lnTo>
                  <a:pt x="35617" y="25598"/>
                </a:lnTo>
                <a:lnTo>
                  <a:pt x="36042" y="24471"/>
                </a:lnTo>
                <a:lnTo>
                  <a:pt x="36392" y="23318"/>
                </a:lnTo>
                <a:lnTo>
                  <a:pt x="36668" y="22142"/>
                </a:lnTo>
                <a:lnTo>
                  <a:pt x="36866" y="20947"/>
                </a:lnTo>
                <a:lnTo>
                  <a:pt x="36986" y="19736"/>
                </a:lnTo>
                <a:lnTo>
                  <a:pt x="37027" y="18513"/>
                </a:lnTo>
                <a:lnTo>
                  <a:pt x="36986" y="17291"/>
                </a:lnTo>
                <a:lnTo>
                  <a:pt x="36866" y="16080"/>
                </a:lnTo>
                <a:lnTo>
                  <a:pt x="36668" y="14885"/>
                </a:lnTo>
                <a:lnTo>
                  <a:pt x="36392" y="13709"/>
                </a:lnTo>
                <a:lnTo>
                  <a:pt x="36042" y="12555"/>
                </a:lnTo>
                <a:lnTo>
                  <a:pt x="35617" y="11429"/>
                </a:lnTo>
                <a:lnTo>
                  <a:pt x="35121" y="10332"/>
                </a:lnTo>
                <a:lnTo>
                  <a:pt x="34553" y="9268"/>
                </a:lnTo>
                <a:lnTo>
                  <a:pt x="33916" y="8242"/>
                </a:lnTo>
                <a:lnTo>
                  <a:pt x="33211" y="7257"/>
                </a:lnTo>
                <a:lnTo>
                  <a:pt x="32440" y="6316"/>
                </a:lnTo>
                <a:lnTo>
                  <a:pt x="31604" y="5422"/>
                </a:lnTo>
                <a:lnTo>
                  <a:pt x="30711" y="4586"/>
                </a:lnTo>
                <a:lnTo>
                  <a:pt x="29770" y="3815"/>
                </a:lnTo>
                <a:lnTo>
                  <a:pt x="28784" y="3111"/>
                </a:lnTo>
                <a:lnTo>
                  <a:pt x="27758" y="2474"/>
                </a:lnTo>
                <a:lnTo>
                  <a:pt x="26695" y="1906"/>
                </a:lnTo>
                <a:lnTo>
                  <a:pt x="25598" y="1409"/>
                </a:lnTo>
                <a:lnTo>
                  <a:pt x="24471" y="985"/>
                </a:lnTo>
                <a:lnTo>
                  <a:pt x="23318" y="634"/>
                </a:lnTo>
                <a:lnTo>
                  <a:pt x="22142" y="359"/>
                </a:lnTo>
                <a:lnTo>
                  <a:pt x="20947" y="161"/>
                </a:lnTo>
                <a:lnTo>
                  <a:pt x="19736" y="40"/>
                </a:lnTo>
                <a:lnTo>
                  <a:pt x="18513" y="0"/>
                </a:lnTo>
                <a:lnTo>
                  <a:pt x="17291" y="40"/>
                </a:lnTo>
                <a:lnTo>
                  <a:pt x="16080" y="161"/>
                </a:lnTo>
                <a:lnTo>
                  <a:pt x="14885" y="359"/>
                </a:lnTo>
                <a:lnTo>
                  <a:pt x="13709" y="634"/>
                </a:lnTo>
                <a:lnTo>
                  <a:pt x="12555" y="985"/>
                </a:lnTo>
                <a:lnTo>
                  <a:pt x="11429" y="1409"/>
                </a:lnTo>
                <a:lnTo>
                  <a:pt x="10332" y="1906"/>
                </a:lnTo>
                <a:lnTo>
                  <a:pt x="9268" y="2474"/>
                </a:lnTo>
                <a:lnTo>
                  <a:pt x="8242" y="3111"/>
                </a:lnTo>
                <a:lnTo>
                  <a:pt x="7257" y="3815"/>
                </a:lnTo>
                <a:lnTo>
                  <a:pt x="6316" y="4586"/>
                </a:lnTo>
                <a:lnTo>
                  <a:pt x="5422" y="5422"/>
                </a:lnTo>
                <a:lnTo>
                  <a:pt x="4586" y="6316"/>
                </a:lnTo>
                <a:lnTo>
                  <a:pt x="3815" y="7257"/>
                </a:lnTo>
                <a:lnTo>
                  <a:pt x="3111" y="8242"/>
                </a:lnTo>
                <a:lnTo>
                  <a:pt x="2474" y="9268"/>
                </a:lnTo>
                <a:lnTo>
                  <a:pt x="1906" y="10332"/>
                </a:lnTo>
                <a:lnTo>
                  <a:pt x="1409" y="11429"/>
                </a:lnTo>
                <a:lnTo>
                  <a:pt x="985" y="12555"/>
                </a:lnTo>
                <a:lnTo>
                  <a:pt x="634" y="13709"/>
                </a:lnTo>
                <a:lnTo>
                  <a:pt x="359" y="14885"/>
                </a:lnTo>
                <a:lnTo>
                  <a:pt x="161" y="16080"/>
                </a:lnTo>
                <a:lnTo>
                  <a:pt x="40" y="17291"/>
                </a:lnTo>
                <a:lnTo>
                  <a:pt x="0" y="18513"/>
                </a:lnTo>
                <a:lnTo>
                  <a:pt x="40" y="19736"/>
                </a:lnTo>
                <a:lnTo>
                  <a:pt x="161" y="20947"/>
                </a:lnTo>
                <a:lnTo>
                  <a:pt x="359" y="22142"/>
                </a:lnTo>
                <a:lnTo>
                  <a:pt x="634" y="23318"/>
                </a:lnTo>
                <a:lnTo>
                  <a:pt x="985" y="24471"/>
                </a:lnTo>
                <a:lnTo>
                  <a:pt x="1409" y="25598"/>
                </a:lnTo>
                <a:lnTo>
                  <a:pt x="1906" y="26695"/>
                </a:lnTo>
                <a:lnTo>
                  <a:pt x="2474" y="27758"/>
                </a:lnTo>
                <a:lnTo>
                  <a:pt x="3111" y="28784"/>
                </a:lnTo>
                <a:lnTo>
                  <a:pt x="3815" y="29770"/>
                </a:lnTo>
                <a:lnTo>
                  <a:pt x="4586" y="30711"/>
                </a:lnTo>
                <a:lnTo>
                  <a:pt x="5422" y="31604"/>
                </a:lnTo>
                <a:lnTo>
                  <a:pt x="6316" y="32440"/>
                </a:lnTo>
                <a:lnTo>
                  <a:pt x="7257" y="33211"/>
                </a:lnTo>
                <a:lnTo>
                  <a:pt x="8242" y="33916"/>
                </a:lnTo>
                <a:lnTo>
                  <a:pt x="9268" y="34553"/>
                </a:lnTo>
                <a:lnTo>
                  <a:pt x="10332" y="35121"/>
                </a:lnTo>
                <a:lnTo>
                  <a:pt x="11429" y="35617"/>
                </a:lnTo>
                <a:lnTo>
                  <a:pt x="12555" y="36042"/>
                </a:lnTo>
                <a:lnTo>
                  <a:pt x="13709" y="36392"/>
                </a:lnTo>
                <a:lnTo>
                  <a:pt x="14885" y="36668"/>
                </a:lnTo>
                <a:lnTo>
                  <a:pt x="16080" y="36866"/>
                </a:lnTo>
                <a:lnTo>
                  <a:pt x="17291" y="36986"/>
                </a:lnTo>
                <a:lnTo>
                  <a:pt x="18513" y="37027"/>
                </a:lnTo>
                <a:close/>
              </a:path>
            </a:pathLst>
          </a:custGeom>
          <a:solidFill>
            <a:srgbClr val="EF5350">
              <a:alpha val="38000"/>
            </a:srgbClr>
          </a:solidFill>
          <a:ln w="2286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ABCD-use-0243">
            <a:extLst>
              <a:ext uri="{FF2B5EF4-FFF2-40B4-BE49-F238E27FC236}">
                <a16:creationId xmlns:a16="http://schemas.microsoft.com/office/drawing/2014/main" id="{F603A96F-9F72-4077-AE71-3BC6D5A5A317}"/>
              </a:ext>
            </a:extLst>
          </p:cNvPr>
          <p:cNvSpPr>
            <a:spLocks noGrp="1"/>
          </p:cNvSpPr>
          <p:nvPr/>
        </p:nvSpPr>
        <p:spPr>
          <a:xfrm>
            <a:off x="7174111" y="528051"/>
            <a:ext cx="74053" cy="74053"/>
          </a:xfrm>
          <a:custGeom>
            <a:avLst/>
            <a:gdLst/>
            <a:ahLst/>
            <a:cxnLst/>
            <a:rect l="0" t="0" r="0" b="0"/>
            <a:pathLst>
              <a:path w="74053" h="74053">
                <a:moveTo>
                  <a:pt x="37027" y="74053"/>
                </a:moveTo>
                <a:lnTo>
                  <a:pt x="74053" y="37027"/>
                </a:lnTo>
                <a:lnTo>
                  <a:pt x="37027" y="0"/>
                </a:lnTo>
                <a:lnTo>
                  <a:pt x="0" y="3702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F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3" name="ABCD-use-0244">
            <a:extLst>
              <a:ext uri="{FF2B5EF4-FFF2-40B4-BE49-F238E27FC236}">
                <a16:creationId xmlns:a16="http://schemas.microsoft.com/office/drawing/2014/main" id="{98483D6B-691A-4A27-B233-737036D8B0A4}"/>
              </a:ext>
            </a:extLst>
          </p:cNvPr>
          <p:cNvSpPr>
            <a:spLocks noGrp="1"/>
          </p:cNvSpPr>
          <p:nvPr/>
        </p:nvSpPr>
        <p:spPr>
          <a:xfrm>
            <a:off x="7192343" y="742350"/>
            <a:ext cx="74053" cy="74053"/>
          </a:xfrm>
          <a:custGeom>
            <a:avLst/>
            <a:gdLst/>
            <a:ahLst/>
            <a:cxnLst/>
            <a:rect l="0" t="0" r="0" b="0"/>
            <a:pathLst>
              <a:path w="74053" h="74053">
                <a:moveTo>
                  <a:pt x="37027" y="74053"/>
                </a:moveTo>
                <a:lnTo>
                  <a:pt x="74053" y="37027"/>
                </a:lnTo>
                <a:lnTo>
                  <a:pt x="37027" y="0"/>
                </a:lnTo>
                <a:lnTo>
                  <a:pt x="0" y="3702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F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ABCD-use-0245">
            <a:extLst>
              <a:ext uri="{FF2B5EF4-FFF2-40B4-BE49-F238E27FC236}">
                <a16:creationId xmlns:a16="http://schemas.microsoft.com/office/drawing/2014/main" id="{BF0B2A3E-2474-4F7C-9896-D2800BB2FF09}"/>
              </a:ext>
            </a:extLst>
          </p:cNvPr>
          <p:cNvSpPr>
            <a:spLocks noGrp="1"/>
          </p:cNvSpPr>
          <p:nvPr/>
        </p:nvSpPr>
        <p:spPr>
          <a:xfrm>
            <a:off x="7085894" y="956648"/>
            <a:ext cx="74053" cy="74053"/>
          </a:xfrm>
          <a:custGeom>
            <a:avLst/>
            <a:gdLst/>
            <a:ahLst/>
            <a:cxnLst/>
            <a:rect l="0" t="0" r="0" b="0"/>
            <a:pathLst>
              <a:path w="74053" h="74053">
                <a:moveTo>
                  <a:pt x="37027" y="74053"/>
                </a:moveTo>
                <a:lnTo>
                  <a:pt x="74053" y="37027"/>
                </a:lnTo>
                <a:lnTo>
                  <a:pt x="37027" y="0"/>
                </a:lnTo>
                <a:lnTo>
                  <a:pt x="0" y="3702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F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ABCD-use-0246">
            <a:extLst>
              <a:ext uri="{FF2B5EF4-FFF2-40B4-BE49-F238E27FC236}">
                <a16:creationId xmlns:a16="http://schemas.microsoft.com/office/drawing/2014/main" id="{C6D011B8-2129-490D-9303-2284F01A9DF1}"/>
              </a:ext>
            </a:extLst>
          </p:cNvPr>
          <p:cNvSpPr>
            <a:spLocks noGrp="1"/>
          </p:cNvSpPr>
          <p:nvPr/>
        </p:nvSpPr>
        <p:spPr>
          <a:xfrm>
            <a:off x="7412425" y="1170947"/>
            <a:ext cx="74053" cy="74053"/>
          </a:xfrm>
          <a:custGeom>
            <a:avLst/>
            <a:gdLst/>
            <a:ahLst/>
            <a:cxnLst/>
            <a:rect l="0" t="0" r="0" b="0"/>
            <a:pathLst>
              <a:path w="74053" h="74053">
                <a:moveTo>
                  <a:pt x="37027" y="74053"/>
                </a:moveTo>
                <a:lnTo>
                  <a:pt x="74053" y="37027"/>
                </a:lnTo>
                <a:lnTo>
                  <a:pt x="37027" y="0"/>
                </a:lnTo>
                <a:lnTo>
                  <a:pt x="0" y="3702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F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ABCD-use-0247">
            <a:extLst>
              <a:ext uri="{FF2B5EF4-FFF2-40B4-BE49-F238E27FC236}">
                <a16:creationId xmlns:a16="http://schemas.microsoft.com/office/drawing/2014/main" id="{ED5E7CB3-44FE-408D-AF42-6403D37D13D6}"/>
              </a:ext>
            </a:extLst>
          </p:cNvPr>
          <p:cNvSpPr>
            <a:spLocks noGrp="1"/>
          </p:cNvSpPr>
          <p:nvPr/>
        </p:nvSpPr>
        <p:spPr>
          <a:xfrm>
            <a:off x="7067217" y="1385246"/>
            <a:ext cx="74053" cy="74053"/>
          </a:xfrm>
          <a:custGeom>
            <a:avLst/>
            <a:gdLst/>
            <a:ahLst/>
            <a:cxnLst/>
            <a:rect l="0" t="0" r="0" b="0"/>
            <a:pathLst>
              <a:path w="74053" h="74053">
                <a:moveTo>
                  <a:pt x="37027" y="74053"/>
                </a:moveTo>
                <a:lnTo>
                  <a:pt x="74053" y="37027"/>
                </a:lnTo>
                <a:lnTo>
                  <a:pt x="37027" y="0"/>
                </a:lnTo>
                <a:lnTo>
                  <a:pt x="0" y="3702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F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7" name="ABCD-path-0248">
            <a:extLst>
              <a:ext uri="{FF2B5EF4-FFF2-40B4-BE49-F238E27FC236}">
                <a16:creationId xmlns:a16="http://schemas.microsoft.com/office/drawing/2014/main" id="{72C91818-00E2-408F-9EF3-9579E1C1284A}"/>
              </a:ext>
            </a:extLst>
          </p:cNvPr>
          <p:cNvSpPr>
            <a:spLocks noGrp="1"/>
          </p:cNvSpPr>
          <p:nvPr/>
        </p:nvSpPr>
        <p:spPr>
          <a:xfrm>
            <a:off x="1051428" y="2704807"/>
            <a:ext cx="48486" cy="110086"/>
          </a:xfrm>
          <a:custGeom>
            <a:avLst/>
            <a:gdLst/>
            <a:ahLst/>
            <a:cxnLst/>
            <a:rect l="0" t="0" r="0" b="0"/>
            <a:pathLst>
              <a:path w="48486" h="110086">
                <a:moveTo>
                  <a:pt x="0" y="110086"/>
                </a:moveTo>
                <a:lnTo>
                  <a:pt x="48486" y="110086"/>
                </a:lnTo>
                <a:lnTo>
                  <a:pt x="4848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ABCD-path-0249">
            <a:extLst>
              <a:ext uri="{FF2B5EF4-FFF2-40B4-BE49-F238E27FC236}">
                <a16:creationId xmlns:a16="http://schemas.microsoft.com/office/drawing/2014/main" id="{459F95A9-BE27-4B98-968F-05D4913390BD}"/>
              </a:ext>
            </a:extLst>
          </p:cNvPr>
          <p:cNvSpPr>
            <a:spLocks noGrp="1"/>
          </p:cNvSpPr>
          <p:nvPr/>
        </p:nvSpPr>
        <p:spPr>
          <a:xfrm>
            <a:off x="1649416" y="270191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CBDBE8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ABCD-path-0250">
            <a:extLst>
              <a:ext uri="{FF2B5EF4-FFF2-40B4-BE49-F238E27FC236}">
                <a16:creationId xmlns:a16="http://schemas.microsoft.com/office/drawing/2014/main" id="{EF7753C7-DC00-4C07-829F-31685A368718}"/>
              </a:ext>
            </a:extLst>
          </p:cNvPr>
          <p:cNvSpPr>
            <a:spLocks noGrp="1"/>
          </p:cNvSpPr>
          <p:nvPr/>
        </p:nvSpPr>
        <p:spPr>
          <a:xfrm>
            <a:off x="2295889" y="270191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DDE8F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ABCD-path-0251">
            <a:extLst>
              <a:ext uri="{FF2B5EF4-FFF2-40B4-BE49-F238E27FC236}">
                <a16:creationId xmlns:a16="http://schemas.microsoft.com/office/drawing/2014/main" id="{5C47E488-B3CE-41B8-AF0D-A0EB254AFC94}"/>
              </a:ext>
            </a:extLst>
          </p:cNvPr>
          <p:cNvSpPr>
            <a:spLocks noGrp="1"/>
          </p:cNvSpPr>
          <p:nvPr/>
        </p:nvSpPr>
        <p:spPr>
          <a:xfrm>
            <a:off x="2942363" y="270191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96B6CF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ABCD-path-0252">
            <a:extLst>
              <a:ext uri="{FF2B5EF4-FFF2-40B4-BE49-F238E27FC236}">
                <a16:creationId xmlns:a16="http://schemas.microsoft.com/office/drawing/2014/main" id="{FB6041B1-FE39-49E9-89EB-E6EBEC3B55E1}"/>
              </a:ext>
            </a:extLst>
          </p:cNvPr>
          <p:cNvSpPr>
            <a:spLocks noGrp="1"/>
          </p:cNvSpPr>
          <p:nvPr/>
        </p:nvSpPr>
        <p:spPr>
          <a:xfrm>
            <a:off x="3588836" y="270191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8DB0CB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2" name="ABCD-path-0253">
            <a:extLst>
              <a:ext uri="{FF2B5EF4-FFF2-40B4-BE49-F238E27FC236}">
                <a16:creationId xmlns:a16="http://schemas.microsoft.com/office/drawing/2014/main" id="{6C3D1236-026D-4A85-AEEE-4DD8FF7E6EC6}"/>
              </a:ext>
            </a:extLst>
          </p:cNvPr>
          <p:cNvSpPr>
            <a:spLocks noGrp="1"/>
          </p:cNvSpPr>
          <p:nvPr/>
        </p:nvSpPr>
        <p:spPr>
          <a:xfrm>
            <a:off x="1051428" y="2856900"/>
            <a:ext cx="48486" cy="110086"/>
          </a:xfrm>
          <a:custGeom>
            <a:avLst/>
            <a:gdLst/>
            <a:ahLst/>
            <a:cxnLst/>
            <a:rect l="0" t="0" r="0" b="0"/>
            <a:pathLst>
              <a:path w="48486" h="110086">
                <a:moveTo>
                  <a:pt x="0" y="110086"/>
                </a:moveTo>
                <a:lnTo>
                  <a:pt x="48486" y="110086"/>
                </a:lnTo>
                <a:lnTo>
                  <a:pt x="484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3" name="ABCD-path-0254">
            <a:extLst>
              <a:ext uri="{FF2B5EF4-FFF2-40B4-BE49-F238E27FC236}">
                <a16:creationId xmlns:a16="http://schemas.microsoft.com/office/drawing/2014/main" id="{B557E528-7F71-47D7-97EF-92A30091324F}"/>
              </a:ext>
            </a:extLst>
          </p:cNvPr>
          <p:cNvSpPr>
            <a:spLocks noGrp="1"/>
          </p:cNvSpPr>
          <p:nvPr/>
        </p:nvSpPr>
        <p:spPr>
          <a:xfrm>
            <a:off x="1649416" y="2854003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8DB0CB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ABCD-path-0255">
            <a:extLst>
              <a:ext uri="{FF2B5EF4-FFF2-40B4-BE49-F238E27FC236}">
                <a16:creationId xmlns:a16="http://schemas.microsoft.com/office/drawing/2014/main" id="{0CE1D98C-677C-4508-94BF-1478F6C7FE27}"/>
              </a:ext>
            </a:extLst>
          </p:cNvPr>
          <p:cNvSpPr>
            <a:spLocks noGrp="1"/>
          </p:cNvSpPr>
          <p:nvPr/>
        </p:nvSpPr>
        <p:spPr>
          <a:xfrm>
            <a:off x="2295889" y="2854003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95B6CF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ABCD-path-0256">
            <a:extLst>
              <a:ext uri="{FF2B5EF4-FFF2-40B4-BE49-F238E27FC236}">
                <a16:creationId xmlns:a16="http://schemas.microsoft.com/office/drawing/2014/main" id="{36696CF6-4CA3-49E3-AAFD-FC33FA2C8CB7}"/>
              </a:ext>
            </a:extLst>
          </p:cNvPr>
          <p:cNvSpPr>
            <a:spLocks noGrp="1"/>
          </p:cNvSpPr>
          <p:nvPr/>
        </p:nvSpPr>
        <p:spPr>
          <a:xfrm>
            <a:off x="2942363" y="2854003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ADC6DA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6" name="ABCD-path-0257">
            <a:extLst>
              <a:ext uri="{FF2B5EF4-FFF2-40B4-BE49-F238E27FC236}">
                <a16:creationId xmlns:a16="http://schemas.microsoft.com/office/drawing/2014/main" id="{DBDE9913-9947-4C39-8277-561D22F57112}"/>
              </a:ext>
            </a:extLst>
          </p:cNvPr>
          <p:cNvSpPr>
            <a:spLocks noGrp="1"/>
          </p:cNvSpPr>
          <p:nvPr/>
        </p:nvSpPr>
        <p:spPr>
          <a:xfrm>
            <a:off x="3588836" y="2854003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BCD1E1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7" name="ABCD-path-0258">
            <a:extLst>
              <a:ext uri="{FF2B5EF4-FFF2-40B4-BE49-F238E27FC236}">
                <a16:creationId xmlns:a16="http://schemas.microsoft.com/office/drawing/2014/main" id="{4CE91A10-B129-471C-8B08-27BE47FEAB96}"/>
              </a:ext>
            </a:extLst>
          </p:cNvPr>
          <p:cNvSpPr>
            <a:spLocks noGrp="1"/>
          </p:cNvSpPr>
          <p:nvPr/>
        </p:nvSpPr>
        <p:spPr>
          <a:xfrm>
            <a:off x="1051428" y="3008992"/>
            <a:ext cx="48486" cy="110086"/>
          </a:xfrm>
          <a:custGeom>
            <a:avLst/>
            <a:gdLst/>
            <a:ahLst/>
            <a:cxnLst/>
            <a:rect l="0" t="0" r="0" b="0"/>
            <a:pathLst>
              <a:path w="48486" h="110086">
                <a:moveTo>
                  <a:pt x="0" y="110086"/>
                </a:moveTo>
                <a:lnTo>
                  <a:pt x="48486" y="110086"/>
                </a:lnTo>
                <a:lnTo>
                  <a:pt x="4848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ABCD-path-0259">
            <a:extLst>
              <a:ext uri="{FF2B5EF4-FFF2-40B4-BE49-F238E27FC236}">
                <a16:creationId xmlns:a16="http://schemas.microsoft.com/office/drawing/2014/main" id="{E6A2EA5D-C68B-4BF4-B4EC-E203A0E1C81F}"/>
              </a:ext>
            </a:extLst>
          </p:cNvPr>
          <p:cNvSpPr>
            <a:spLocks noGrp="1"/>
          </p:cNvSpPr>
          <p:nvPr/>
        </p:nvSpPr>
        <p:spPr>
          <a:xfrm>
            <a:off x="1649416" y="3006095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8FB2CC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9" name="ABCD-path-0260">
            <a:extLst>
              <a:ext uri="{FF2B5EF4-FFF2-40B4-BE49-F238E27FC236}">
                <a16:creationId xmlns:a16="http://schemas.microsoft.com/office/drawing/2014/main" id="{6310507A-F3C0-4D53-9487-EF18BDEA9EFE}"/>
              </a:ext>
            </a:extLst>
          </p:cNvPr>
          <p:cNvSpPr>
            <a:spLocks noGrp="1"/>
          </p:cNvSpPr>
          <p:nvPr/>
        </p:nvSpPr>
        <p:spPr>
          <a:xfrm>
            <a:off x="2295889" y="3006095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D3E1EB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ABCD-path-0261">
            <a:extLst>
              <a:ext uri="{FF2B5EF4-FFF2-40B4-BE49-F238E27FC236}">
                <a16:creationId xmlns:a16="http://schemas.microsoft.com/office/drawing/2014/main" id="{577F31ED-BA98-46F4-B2FC-4E26B83E9A86}"/>
              </a:ext>
            </a:extLst>
          </p:cNvPr>
          <p:cNvSpPr>
            <a:spLocks noGrp="1"/>
          </p:cNvSpPr>
          <p:nvPr/>
        </p:nvSpPr>
        <p:spPr>
          <a:xfrm>
            <a:off x="2942363" y="3006095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81A9C6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ABCD-path-0262">
            <a:extLst>
              <a:ext uri="{FF2B5EF4-FFF2-40B4-BE49-F238E27FC236}">
                <a16:creationId xmlns:a16="http://schemas.microsoft.com/office/drawing/2014/main" id="{36CFDC4C-0104-4A63-BC5F-FB21663BDC1D}"/>
              </a:ext>
            </a:extLst>
          </p:cNvPr>
          <p:cNvSpPr>
            <a:spLocks noGrp="1"/>
          </p:cNvSpPr>
          <p:nvPr/>
        </p:nvSpPr>
        <p:spPr>
          <a:xfrm>
            <a:off x="3588836" y="3006095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6293B7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2" name="ABCD-path-0263">
            <a:extLst>
              <a:ext uri="{FF2B5EF4-FFF2-40B4-BE49-F238E27FC236}">
                <a16:creationId xmlns:a16="http://schemas.microsoft.com/office/drawing/2014/main" id="{593DA733-2284-4272-B726-3FBD6F6578EC}"/>
              </a:ext>
            </a:extLst>
          </p:cNvPr>
          <p:cNvSpPr>
            <a:spLocks noGrp="1"/>
          </p:cNvSpPr>
          <p:nvPr/>
        </p:nvSpPr>
        <p:spPr>
          <a:xfrm>
            <a:off x="1051428" y="3161085"/>
            <a:ext cx="48486" cy="110086"/>
          </a:xfrm>
          <a:custGeom>
            <a:avLst/>
            <a:gdLst/>
            <a:ahLst/>
            <a:cxnLst/>
            <a:rect l="0" t="0" r="0" b="0"/>
            <a:pathLst>
              <a:path w="48486" h="110086">
                <a:moveTo>
                  <a:pt x="0" y="110086"/>
                </a:moveTo>
                <a:lnTo>
                  <a:pt x="48486" y="110086"/>
                </a:lnTo>
                <a:lnTo>
                  <a:pt x="4848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3" name="ABCD-path-0264">
            <a:extLst>
              <a:ext uri="{FF2B5EF4-FFF2-40B4-BE49-F238E27FC236}">
                <a16:creationId xmlns:a16="http://schemas.microsoft.com/office/drawing/2014/main" id="{F1577343-D3A0-4AA4-AFCC-1113DE415E89}"/>
              </a:ext>
            </a:extLst>
          </p:cNvPr>
          <p:cNvSpPr>
            <a:spLocks noGrp="1"/>
          </p:cNvSpPr>
          <p:nvPr/>
        </p:nvSpPr>
        <p:spPr>
          <a:xfrm>
            <a:off x="1649416" y="3158188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4B83AB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ABCD-path-0265">
            <a:extLst>
              <a:ext uri="{FF2B5EF4-FFF2-40B4-BE49-F238E27FC236}">
                <a16:creationId xmlns:a16="http://schemas.microsoft.com/office/drawing/2014/main" id="{14B1075A-C53C-404F-BA25-676167389BC0}"/>
              </a:ext>
            </a:extLst>
          </p:cNvPr>
          <p:cNvSpPr>
            <a:spLocks noGrp="1"/>
          </p:cNvSpPr>
          <p:nvPr/>
        </p:nvSpPr>
        <p:spPr>
          <a:xfrm>
            <a:off x="2295889" y="3158188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6695B9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5" name="ABCD-path-0266">
            <a:extLst>
              <a:ext uri="{FF2B5EF4-FFF2-40B4-BE49-F238E27FC236}">
                <a16:creationId xmlns:a16="http://schemas.microsoft.com/office/drawing/2014/main" id="{741758FB-D413-41A0-BC17-BB80CFC3E380}"/>
              </a:ext>
            </a:extLst>
          </p:cNvPr>
          <p:cNvSpPr>
            <a:spLocks noGrp="1"/>
          </p:cNvSpPr>
          <p:nvPr/>
        </p:nvSpPr>
        <p:spPr>
          <a:xfrm>
            <a:off x="2942363" y="3158188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8FB2CC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ABCD-path-0267">
            <a:extLst>
              <a:ext uri="{FF2B5EF4-FFF2-40B4-BE49-F238E27FC236}">
                <a16:creationId xmlns:a16="http://schemas.microsoft.com/office/drawing/2014/main" id="{F38AEA86-1802-4B5B-9D9C-CEB64B4F4105}"/>
              </a:ext>
            </a:extLst>
          </p:cNvPr>
          <p:cNvSpPr>
            <a:spLocks noGrp="1"/>
          </p:cNvSpPr>
          <p:nvPr/>
        </p:nvSpPr>
        <p:spPr>
          <a:xfrm>
            <a:off x="3588836" y="3158188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BCD1E1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ABCD-path-0268">
            <a:extLst>
              <a:ext uri="{FF2B5EF4-FFF2-40B4-BE49-F238E27FC236}">
                <a16:creationId xmlns:a16="http://schemas.microsoft.com/office/drawing/2014/main" id="{265611ED-BFA0-4C21-84F2-929D7A76EFEF}"/>
              </a:ext>
            </a:extLst>
          </p:cNvPr>
          <p:cNvSpPr>
            <a:spLocks noGrp="1"/>
          </p:cNvSpPr>
          <p:nvPr/>
        </p:nvSpPr>
        <p:spPr>
          <a:xfrm>
            <a:off x="1051428" y="3313177"/>
            <a:ext cx="48486" cy="110086"/>
          </a:xfrm>
          <a:custGeom>
            <a:avLst/>
            <a:gdLst/>
            <a:ahLst/>
            <a:cxnLst/>
            <a:rect l="0" t="0" r="0" b="0"/>
            <a:pathLst>
              <a:path w="48486" h="110086">
                <a:moveTo>
                  <a:pt x="0" y="110086"/>
                </a:moveTo>
                <a:lnTo>
                  <a:pt x="48486" y="110086"/>
                </a:lnTo>
                <a:lnTo>
                  <a:pt x="484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" name="ABCD-path-0269">
            <a:extLst>
              <a:ext uri="{FF2B5EF4-FFF2-40B4-BE49-F238E27FC236}">
                <a16:creationId xmlns:a16="http://schemas.microsoft.com/office/drawing/2014/main" id="{125E49AE-3156-4F29-BFBF-3851B835DA5E}"/>
              </a:ext>
            </a:extLst>
          </p:cNvPr>
          <p:cNvSpPr>
            <a:spLocks noGrp="1"/>
          </p:cNvSpPr>
          <p:nvPr/>
        </p:nvSpPr>
        <p:spPr>
          <a:xfrm>
            <a:off x="1649416" y="331028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6494B8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9" name="ABCD-path-0270">
            <a:extLst>
              <a:ext uri="{FF2B5EF4-FFF2-40B4-BE49-F238E27FC236}">
                <a16:creationId xmlns:a16="http://schemas.microsoft.com/office/drawing/2014/main" id="{51D366B2-55AA-411F-8F99-043C101AB09F}"/>
              </a:ext>
            </a:extLst>
          </p:cNvPr>
          <p:cNvSpPr>
            <a:spLocks noGrp="1"/>
          </p:cNvSpPr>
          <p:nvPr/>
        </p:nvSpPr>
        <p:spPr>
          <a:xfrm>
            <a:off x="2295889" y="331028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C7D9E6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0" name="ABCD-path-0271">
            <a:extLst>
              <a:ext uri="{FF2B5EF4-FFF2-40B4-BE49-F238E27FC236}">
                <a16:creationId xmlns:a16="http://schemas.microsoft.com/office/drawing/2014/main" id="{1C1AFB69-27EE-40C0-9D06-467FE4A52993}"/>
              </a:ext>
            </a:extLst>
          </p:cNvPr>
          <p:cNvSpPr>
            <a:spLocks noGrp="1"/>
          </p:cNvSpPr>
          <p:nvPr/>
        </p:nvSpPr>
        <p:spPr>
          <a:xfrm>
            <a:off x="2942363" y="331028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C8D9E6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ABCD-path-0272">
            <a:extLst>
              <a:ext uri="{FF2B5EF4-FFF2-40B4-BE49-F238E27FC236}">
                <a16:creationId xmlns:a16="http://schemas.microsoft.com/office/drawing/2014/main" id="{E7EE838B-6103-4995-AB84-7EA891472322}"/>
              </a:ext>
            </a:extLst>
          </p:cNvPr>
          <p:cNvSpPr>
            <a:spLocks noGrp="1"/>
          </p:cNvSpPr>
          <p:nvPr/>
        </p:nvSpPr>
        <p:spPr>
          <a:xfrm>
            <a:off x="3588836" y="3310280"/>
            <a:ext cx="581826" cy="115880"/>
          </a:xfrm>
          <a:custGeom>
            <a:avLst/>
            <a:gdLst/>
            <a:ahLst/>
            <a:cxnLst/>
            <a:rect l="0" t="0" r="0" b="0"/>
            <a:pathLst>
              <a:path w="581826" h="115880">
                <a:moveTo>
                  <a:pt x="32324" y="115880"/>
                </a:moveTo>
                <a:lnTo>
                  <a:pt x="549502" y="115880"/>
                </a:lnTo>
                <a:lnTo>
                  <a:pt x="555644" y="115764"/>
                </a:lnTo>
                <a:lnTo>
                  <a:pt x="561139" y="115417"/>
                </a:lnTo>
                <a:lnTo>
                  <a:pt x="565988" y="114837"/>
                </a:lnTo>
                <a:lnTo>
                  <a:pt x="570190" y="114026"/>
                </a:lnTo>
                <a:lnTo>
                  <a:pt x="573745" y="112983"/>
                </a:lnTo>
                <a:lnTo>
                  <a:pt x="576654" y="111708"/>
                </a:lnTo>
                <a:lnTo>
                  <a:pt x="578917" y="110202"/>
                </a:lnTo>
                <a:lnTo>
                  <a:pt x="580533" y="108464"/>
                </a:lnTo>
                <a:lnTo>
                  <a:pt x="581503" y="106494"/>
                </a:lnTo>
                <a:lnTo>
                  <a:pt x="581826" y="104292"/>
                </a:lnTo>
                <a:lnTo>
                  <a:pt x="581826" y="11588"/>
                </a:lnTo>
                <a:lnTo>
                  <a:pt x="581503" y="9386"/>
                </a:lnTo>
                <a:lnTo>
                  <a:pt x="580533" y="7416"/>
                </a:lnTo>
                <a:lnTo>
                  <a:pt x="578917" y="5678"/>
                </a:lnTo>
                <a:lnTo>
                  <a:pt x="576654" y="4172"/>
                </a:lnTo>
                <a:lnTo>
                  <a:pt x="573745" y="2897"/>
                </a:lnTo>
                <a:lnTo>
                  <a:pt x="570190" y="1854"/>
                </a:lnTo>
                <a:lnTo>
                  <a:pt x="565988" y="1043"/>
                </a:lnTo>
                <a:lnTo>
                  <a:pt x="561139" y="464"/>
                </a:lnTo>
                <a:lnTo>
                  <a:pt x="555644" y="116"/>
                </a:lnTo>
                <a:lnTo>
                  <a:pt x="549502" y="0"/>
                </a:lnTo>
                <a:lnTo>
                  <a:pt x="32324" y="0"/>
                </a:lnTo>
                <a:lnTo>
                  <a:pt x="26182" y="116"/>
                </a:lnTo>
                <a:lnTo>
                  <a:pt x="20687" y="464"/>
                </a:lnTo>
                <a:lnTo>
                  <a:pt x="15839" y="1043"/>
                </a:lnTo>
                <a:lnTo>
                  <a:pt x="11637" y="1854"/>
                </a:lnTo>
                <a:lnTo>
                  <a:pt x="8081" y="2897"/>
                </a:lnTo>
                <a:lnTo>
                  <a:pt x="5172" y="4172"/>
                </a:lnTo>
                <a:lnTo>
                  <a:pt x="2909" y="5678"/>
                </a:lnTo>
                <a:lnTo>
                  <a:pt x="1293" y="7416"/>
                </a:lnTo>
                <a:lnTo>
                  <a:pt x="323" y="9386"/>
                </a:lnTo>
                <a:lnTo>
                  <a:pt x="0" y="11588"/>
                </a:lnTo>
                <a:lnTo>
                  <a:pt x="0" y="104292"/>
                </a:lnTo>
                <a:lnTo>
                  <a:pt x="323" y="106494"/>
                </a:lnTo>
                <a:lnTo>
                  <a:pt x="1293" y="108464"/>
                </a:lnTo>
                <a:lnTo>
                  <a:pt x="2909" y="110202"/>
                </a:lnTo>
                <a:lnTo>
                  <a:pt x="5172" y="111708"/>
                </a:lnTo>
                <a:lnTo>
                  <a:pt x="8081" y="112983"/>
                </a:lnTo>
                <a:lnTo>
                  <a:pt x="11637" y="114026"/>
                </a:lnTo>
                <a:lnTo>
                  <a:pt x="15839" y="114837"/>
                </a:lnTo>
                <a:lnTo>
                  <a:pt x="20687" y="115417"/>
                </a:lnTo>
                <a:lnTo>
                  <a:pt x="26182" y="115764"/>
                </a:lnTo>
                <a:lnTo>
                  <a:pt x="32324" y="115880"/>
                </a:lnTo>
                <a:close/>
              </a:path>
            </a:pathLst>
          </a:custGeom>
          <a:solidFill>
            <a:srgbClr val="ADC6DA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" name="ABCD-path-0273">
            <a:extLst>
              <a:ext uri="{FF2B5EF4-FFF2-40B4-BE49-F238E27FC236}">
                <a16:creationId xmlns:a16="http://schemas.microsoft.com/office/drawing/2014/main" id="{5F265D95-146C-4BC5-9F07-2DE4EC285EBC}"/>
              </a:ext>
            </a:extLst>
          </p:cNvPr>
          <p:cNvSpPr>
            <a:spLocks noGrp="1"/>
          </p:cNvSpPr>
          <p:nvPr/>
        </p:nvSpPr>
        <p:spPr>
          <a:xfrm>
            <a:off x="233781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8F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" name="ABCD-path-0274">
            <a:extLst>
              <a:ext uri="{FF2B5EF4-FFF2-40B4-BE49-F238E27FC236}">
                <a16:creationId xmlns:a16="http://schemas.microsoft.com/office/drawing/2014/main" id="{73B92A41-7EC9-43E2-8877-8120BE340208}"/>
              </a:ext>
            </a:extLst>
          </p:cNvPr>
          <p:cNvSpPr>
            <a:spLocks noGrp="1"/>
          </p:cNvSpPr>
          <p:nvPr/>
        </p:nvSpPr>
        <p:spPr>
          <a:xfrm>
            <a:off x="235195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4" name="ABCD-path-0275">
            <a:extLst>
              <a:ext uri="{FF2B5EF4-FFF2-40B4-BE49-F238E27FC236}">
                <a16:creationId xmlns:a16="http://schemas.microsoft.com/office/drawing/2014/main" id="{FF75F8C9-29AD-49B1-9E43-729DC0A67838}"/>
              </a:ext>
            </a:extLst>
          </p:cNvPr>
          <p:cNvSpPr>
            <a:spLocks noGrp="1"/>
          </p:cNvSpPr>
          <p:nvPr/>
        </p:nvSpPr>
        <p:spPr>
          <a:xfrm>
            <a:off x="236609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FF5F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" name="ABCD-path-0276">
            <a:extLst>
              <a:ext uri="{FF2B5EF4-FFF2-40B4-BE49-F238E27FC236}">
                <a16:creationId xmlns:a16="http://schemas.microsoft.com/office/drawing/2014/main" id="{0DE4EBB6-01D6-438E-B63E-C07F0241F01F}"/>
              </a:ext>
            </a:extLst>
          </p:cNvPr>
          <p:cNvSpPr>
            <a:spLocks noGrp="1"/>
          </p:cNvSpPr>
          <p:nvPr/>
        </p:nvSpPr>
        <p:spPr>
          <a:xfrm>
            <a:off x="238023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DF3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" name="ABCD-path-0277">
            <a:extLst>
              <a:ext uri="{FF2B5EF4-FFF2-40B4-BE49-F238E27FC236}">
                <a16:creationId xmlns:a16="http://schemas.microsoft.com/office/drawing/2014/main" id="{C7031B2A-7385-4B55-9650-33B441737871}"/>
              </a:ext>
            </a:extLst>
          </p:cNvPr>
          <p:cNvSpPr>
            <a:spLocks noGrp="1"/>
          </p:cNvSpPr>
          <p:nvPr/>
        </p:nvSpPr>
        <p:spPr>
          <a:xfrm>
            <a:off x="239437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1F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7" name="ABCD-path-0278">
            <a:extLst>
              <a:ext uri="{FF2B5EF4-FFF2-40B4-BE49-F238E27FC236}">
                <a16:creationId xmlns:a16="http://schemas.microsoft.com/office/drawing/2014/main" id="{0321B7FE-7E61-455B-9D6F-19608A0FA40B}"/>
              </a:ext>
            </a:extLst>
          </p:cNvPr>
          <p:cNvSpPr>
            <a:spLocks noGrp="1"/>
          </p:cNvSpPr>
          <p:nvPr/>
        </p:nvSpPr>
        <p:spPr>
          <a:xfrm>
            <a:off x="240851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F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8" name="ABCD-path-0279">
            <a:extLst>
              <a:ext uri="{FF2B5EF4-FFF2-40B4-BE49-F238E27FC236}">
                <a16:creationId xmlns:a16="http://schemas.microsoft.com/office/drawing/2014/main" id="{C9614C3C-219F-4305-A34E-760B93FA7F36}"/>
              </a:ext>
            </a:extLst>
          </p:cNvPr>
          <p:cNvSpPr>
            <a:spLocks noGrp="1"/>
          </p:cNvSpPr>
          <p:nvPr/>
        </p:nvSpPr>
        <p:spPr>
          <a:xfrm>
            <a:off x="242266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EF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9" name="ABCD-path-0280">
            <a:extLst>
              <a:ext uri="{FF2B5EF4-FFF2-40B4-BE49-F238E27FC236}">
                <a16:creationId xmlns:a16="http://schemas.microsoft.com/office/drawing/2014/main" id="{5368203B-C98D-4B39-A6F7-4EA69C551A3C}"/>
              </a:ext>
            </a:extLst>
          </p:cNvPr>
          <p:cNvSpPr>
            <a:spLocks noGrp="1"/>
          </p:cNvSpPr>
          <p:nvPr/>
        </p:nvSpPr>
        <p:spPr>
          <a:xfrm>
            <a:off x="243680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ECF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ABCD-path-0281">
            <a:extLst>
              <a:ext uri="{FF2B5EF4-FFF2-40B4-BE49-F238E27FC236}">
                <a16:creationId xmlns:a16="http://schemas.microsoft.com/office/drawing/2014/main" id="{079D09F5-F09D-4946-84DC-292EBF0DF465}"/>
              </a:ext>
            </a:extLst>
          </p:cNvPr>
          <p:cNvSpPr>
            <a:spLocks noGrp="1"/>
          </p:cNvSpPr>
          <p:nvPr/>
        </p:nvSpPr>
        <p:spPr>
          <a:xfrm>
            <a:off x="245094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EA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ABCD-path-0282">
            <a:extLst>
              <a:ext uri="{FF2B5EF4-FFF2-40B4-BE49-F238E27FC236}">
                <a16:creationId xmlns:a16="http://schemas.microsoft.com/office/drawing/2014/main" id="{4BC47202-D9AB-4B59-99C2-C13ED1F6C64C}"/>
              </a:ext>
            </a:extLst>
          </p:cNvPr>
          <p:cNvSpPr>
            <a:spLocks noGrp="1"/>
          </p:cNvSpPr>
          <p:nvPr/>
        </p:nvSpPr>
        <p:spPr>
          <a:xfrm>
            <a:off x="246508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EE8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2" name="ABCD-path-0283">
            <a:extLst>
              <a:ext uri="{FF2B5EF4-FFF2-40B4-BE49-F238E27FC236}">
                <a16:creationId xmlns:a16="http://schemas.microsoft.com/office/drawing/2014/main" id="{3B00EBFF-16E3-4FDA-BFE7-5CEE6AB300A4}"/>
              </a:ext>
            </a:extLst>
          </p:cNvPr>
          <p:cNvSpPr>
            <a:spLocks noGrp="1"/>
          </p:cNvSpPr>
          <p:nvPr/>
        </p:nvSpPr>
        <p:spPr>
          <a:xfrm>
            <a:off x="247922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E7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ABCD-path-0284">
            <a:extLst>
              <a:ext uri="{FF2B5EF4-FFF2-40B4-BE49-F238E27FC236}">
                <a16:creationId xmlns:a16="http://schemas.microsoft.com/office/drawing/2014/main" id="{843DF2DA-AC79-4754-8BC9-EA847BFE2550}"/>
              </a:ext>
            </a:extLst>
          </p:cNvPr>
          <p:cNvSpPr>
            <a:spLocks noGrp="1"/>
          </p:cNvSpPr>
          <p:nvPr/>
        </p:nvSpPr>
        <p:spPr>
          <a:xfrm>
            <a:off x="249336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5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" name="ABCD-path-0285">
            <a:extLst>
              <a:ext uri="{FF2B5EF4-FFF2-40B4-BE49-F238E27FC236}">
                <a16:creationId xmlns:a16="http://schemas.microsoft.com/office/drawing/2014/main" id="{3F30F7FF-0616-49CE-84A2-759E98334373}"/>
              </a:ext>
            </a:extLst>
          </p:cNvPr>
          <p:cNvSpPr>
            <a:spLocks noGrp="1"/>
          </p:cNvSpPr>
          <p:nvPr/>
        </p:nvSpPr>
        <p:spPr>
          <a:xfrm>
            <a:off x="250751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3E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5" name="ABCD-path-0286">
            <a:extLst>
              <a:ext uri="{FF2B5EF4-FFF2-40B4-BE49-F238E27FC236}">
                <a16:creationId xmlns:a16="http://schemas.microsoft.com/office/drawing/2014/main" id="{B93386FD-A00D-4841-AE53-CF4E77B9E205}"/>
              </a:ext>
            </a:extLst>
          </p:cNvPr>
          <p:cNvSpPr>
            <a:spLocks noGrp="1"/>
          </p:cNvSpPr>
          <p:nvPr/>
        </p:nvSpPr>
        <p:spPr>
          <a:xfrm>
            <a:off x="252165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4E1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6" name="ABCD-path-0287">
            <a:extLst>
              <a:ext uri="{FF2B5EF4-FFF2-40B4-BE49-F238E27FC236}">
                <a16:creationId xmlns:a16="http://schemas.microsoft.com/office/drawing/2014/main" id="{3BDED53E-BA5D-4621-AF44-F41D1A7A7DC7}"/>
              </a:ext>
            </a:extLst>
          </p:cNvPr>
          <p:cNvSpPr>
            <a:spLocks noGrp="1"/>
          </p:cNvSpPr>
          <p:nvPr/>
        </p:nvSpPr>
        <p:spPr>
          <a:xfrm>
            <a:off x="253579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7" name="ABCD-path-0288">
            <a:extLst>
              <a:ext uri="{FF2B5EF4-FFF2-40B4-BE49-F238E27FC236}">
                <a16:creationId xmlns:a16="http://schemas.microsoft.com/office/drawing/2014/main" id="{A22A26C8-9032-43AA-8E4F-67945C10680C}"/>
              </a:ext>
            </a:extLst>
          </p:cNvPr>
          <p:cNvSpPr>
            <a:spLocks noGrp="1"/>
          </p:cNvSpPr>
          <p:nvPr/>
        </p:nvSpPr>
        <p:spPr>
          <a:xfrm>
            <a:off x="254993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FDE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8" name="ABCD-path-0289">
            <a:extLst>
              <a:ext uri="{FF2B5EF4-FFF2-40B4-BE49-F238E27FC236}">
                <a16:creationId xmlns:a16="http://schemas.microsoft.com/office/drawing/2014/main" id="{82C15D26-C193-4E14-A266-4CB82B311584}"/>
              </a:ext>
            </a:extLst>
          </p:cNvPr>
          <p:cNvSpPr>
            <a:spLocks noGrp="1"/>
          </p:cNvSpPr>
          <p:nvPr/>
        </p:nvSpPr>
        <p:spPr>
          <a:xfrm>
            <a:off x="256407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DC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9" name="ABCD-path-0290">
            <a:extLst>
              <a:ext uri="{FF2B5EF4-FFF2-40B4-BE49-F238E27FC236}">
                <a16:creationId xmlns:a16="http://schemas.microsoft.com/office/drawing/2014/main" id="{738D9E2D-71F5-40CB-A291-A85635E3E858}"/>
              </a:ext>
            </a:extLst>
          </p:cNvPr>
          <p:cNvSpPr>
            <a:spLocks noGrp="1"/>
          </p:cNvSpPr>
          <p:nvPr/>
        </p:nvSpPr>
        <p:spPr>
          <a:xfrm>
            <a:off x="257821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D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ABCD-path-0291">
            <a:extLst>
              <a:ext uri="{FF2B5EF4-FFF2-40B4-BE49-F238E27FC236}">
                <a16:creationId xmlns:a16="http://schemas.microsoft.com/office/drawing/2014/main" id="{59BD4674-0F1A-482C-92F9-D9F632B808E2}"/>
              </a:ext>
            </a:extLst>
          </p:cNvPr>
          <p:cNvSpPr>
            <a:spLocks noGrp="1"/>
          </p:cNvSpPr>
          <p:nvPr/>
        </p:nvSpPr>
        <p:spPr>
          <a:xfrm>
            <a:off x="259236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7D9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1" name="ABCD-path-0292">
            <a:extLst>
              <a:ext uri="{FF2B5EF4-FFF2-40B4-BE49-F238E27FC236}">
                <a16:creationId xmlns:a16="http://schemas.microsoft.com/office/drawing/2014/main" id="{286CE01C-FB85-4826-AA54-636EFBC6D9DB}"/>
              </a:ext>
            </a:extLst>
          </p:cNvPr>
          <p:cNvSpPr>
            <a:spLocks noGrp="1"/>
          </p:cNvSpPr>
          <p:nvPr/>
        </p:nvSpPr>
        <p:spPr>
          <a:xfrm>
            <a:off x="260650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5D7E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2" name="ABCD-path-0293">
            <a:extLst>
              <a:ext uri="{FF2B5EF4-FFF2-40B4-BE49-F238E27FC236}">
                <a16:creationId xmlns:a16="http://schemas.microsoft.com/office/drawing/2014/main" id="{6D258FDF-3447-4FF6-B9C2-B9D3B03E3B9A}"/>
              </a:ext>
            </a:extLst>
          </p:cNvPr>
          <p:cNvSpPr>
            <a:spLocks noGrp="1"/>
          </p:cNvSpPr>
          <p:nvPr/>
        </p:nvSpPr>
        <p:spPr>
          <a:xfrm>
            <a:off x="262064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D5E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3" name="ABCD-path-0294">
            <a:extLst>
              <a:ext uri="{FF2B5EF4-FFF2-40B4-BE49-F238E27FC236}">
                <a16:creationId xmlns:a16="http://schemas.microsoft.com/office/drawing/2014/main" id="{394814C5-2A23-4C54-8E7A-1B8ECF1B55D9}"/>
              </a:ext>
            </a:extLst>
          </p:cNvPr>
          <p:cNvSpPr>
            <a:spLocks noGrp="1"/>
          </p:cNvSpPr>
          <p:nvPr/>
        </p:nvSpPr>
        <p:spPr>
          <a:xfrm>
            <a:off x="263478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D4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4" name="ABCD-path-0295">
            <a:extLst>
              <a:ext uri="{FF2B5EF4-FFF2-40B4-BE49-F238E27FC236}">
                <a16:creationId xmlns:a16="http://schemas.microsoft.com/office/drawing/2014/main" id="{FB626453-33A5-4FFF-B9FA-3B16A04E6A9C}"/>
              </a:ext>
            </a:extLst>
          </p:cNvPr>
          <p:cNvSpPr>
            <a:spLocks noGrp="1"/>
          </p:cNvSpPr>
          <p:nvPr/>
        </p:nvSpPr>
        <p:spPr>
          <a:xfrm>
            <a:off x="264892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D2E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5" name="ABCD-path-0296">
            <a:extLst>
              <a:ext uri="{FF2B5EF4-FFF2-40B4-BE49-F238E27FC236}">
                <a16:creationId xmlns:a16="http://schemas.microsoft.com/office/drawing/2014/main" id="{DF1EA9AA-0593-4BCC-BE14-AAB9A9DF3157}"/>
              </a:ext>
            </a:extLst>
          </p:cNvPr>
          <p:cNvSpPr>
            <a:spLocks noGrp="1"/>
          </p:cNvSpPr>
          <p:nvPr/>
        </p:nvSpPr>
        <p:spPr>
          <a:xfrm>
            <a:off x="266306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0E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6" name="ABCD-path-0297">
            <a:extLst>
              <a:ext uri="{FF2B5EF4-FFF2-40B4-BE49-F238E27FC236}">
                <a16:creationId xmlns:a16="http://schemas.microsoft.com/office/drawing/2014/main" id="{ED11D64D-C496-4A89-A0FA-214CDDFDD3CD}"/>
              </a:ext>
            </a:extLst>
          </p:cNvPr>
          <p:cNvSpPr>
            <a:spLocks noGrp="1"/>
          </p:cNvSpPr>
          <p:nvPr/>
        </p:nvSpPr>
        <p:spPr>
          <a:xfrm>
            <a:off x="267720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E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ABCD-path-0298">
            <a:extLst>
              <a:ext uri="{FF2B5EF4-FFF2-40B4-BE49-F238E27FC236}">
                <a16:creationId xmlns:a16="http://schemas.microsoft.com/office/drawing/2014/main" id="{88F126CB-C5E6-495A-A939-4380A0737777}"/>
              </a:ext>
            </a:extLst>
          </p:cNvPr>
          <p:cNvSpPr>
            <a:spLocks noGrp="1"/>
          </p:cNvSpPr>
          <p:nvPr/>
        </p:nvSpPr>
        <p:spPr>
          <a:xfrm>
            <a:off x="269135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6CDD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ABCD-path-0299">
            <a:extLst>
              <a:ext uri="{FF2B5EF4-FFF2-40B4-BE49-F238E27FC236}">
                <a16:creationId xmlns:a16="http://schemas.microsoft.com/office/drawing/2014/main" id="{716F9BD4-B68F-4426-868A-F92450768F96}"/>
              </a:ext>
            </a:extLst>
          </p:cNvPr>
          <p:cNvSpPr>
            <a:spLocks noGrp="1"/>
          </p:cNvSpPr>
          <p:nvPr/>
        </p:nvSpPr>
        <p:spPr>
          <a:xfrm>
            <a:off x="270549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CB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9" name="ABCD-path-0300">
            <a:extLst>
              <a:ext uri="{FF2B5EF4-FFF2-40B4-BE49-F238E27FC236}">
                <a16:creationId xmlns:a16="http://schemas.microsoft.com/office/drawing/2014/main" id="{BBFBE060-67A9-4FBB-91CF-153726B20719}"/>
              </a:ext>
            </a:extLst>
          </p:cNvPr>
          <p:cNvSpPr>
            <a:spLocks noGrp="1"/>
          </p:cNvSpPr>
          <p:nvPr/>
        </p:nvSpPr>
        <p:spPr>
          <a:xfrm>
            <a:off x="271963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C9D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ABCD-path-0301">
            <a:extLst>
              <a:ext uri="{FF2B5EF4-FFF2-40B4-BE49-F238E27FC236}">
                <a16:creationId xmlns:a16="http://schemas.microsoft.com/office/drawing/2014/main" id="{A8435D3D-3D74-45EC-A3DF-6AEB74DAA059}"/>
              </a:ext>
            </a:extLst>
          </p:cNvPr>
          <p:cNvSpPr>
            <a:spLocks noGrp="1"/>
          </p:cNvSpPr>
          <p:nvPr/>
        </p:nvSpPr>
        <p:spPr>
          <a:xfrm>
            <a:off x="273377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EC7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1" name="ABCD-path-0302">
            <a:extLst>
              <a:ext uri="{FF2B5EF4-FFF2-40B4-BE49-F238E27FC236}">
                <a16:creationId xmlns:a16="http://schemas.microsoft.com/office/drawing/2014/main" id="{E8E060AE-0EA7-4756-81AD-D8DB8117783E}"/>
              </a:ext>
            </a:extLst>
          </p:cNvPr>
          <p:cNvSpPr>
            <a:spLocks noGrp="1"/>
          </p:cNvSpPr>
          <p:nvPr/>
        </p:nvSpPr>
        <p:spPr>
          <a:xfrm>
            <a:off x="274791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C6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ABCD-path-0303">
            <a:extLst>
              <a:ext uri="{FF2B5EF4-FFF2-40B4-BE49-F238E27FC236}">
                <a16:creationId xmlns:a16="http://schemas.microsoft.com/office/drawing/2014/main" id="{807EB0D4-3333-49F0-AB36-1BB2AEF6DAB0}"/>
              </a:ext>
            </a:extLst>
          </p:cNvPr>
          <p:cNvSpPr>
            <a:spLocks noGrp="1"/>
          </p:cNvSpPr>
          <p:nvPr/>
        </p:nvSpPr>
        <p:spPr>
          <a:xfrm>
            <a:off x="276205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3" name="ABCD-path-0304">
            <a:extLst>
              <a:ext uri="{FF2B5EF4-FFF2-40B4-BE49-F238E27FC236}">
                <a16:creationId xmlns:a16="http://schemas.microsoft.com/office/drawing/2014/main" id="{D78C88AE-2963-46BF-97A6-F73548376A21}"/>
              </a:ext>
            </a:extLst>
          </p:cNvPr>
          <p:cNvSpPr>
            <a:spLocks noGrp="1"/>
          </p:cNvSpPr>
          <p:nvPr/>
        </p:nvSpPr>
        <p:spPr>
          <a:xfrm>
            <a:off x="277620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7C2D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ABCD-path-0305">
            <a:extLst>
              <a:ext uri="{FF2B5EF4-FFF2-40B4-BE49-F238E27FC236}">
                <a16:creationId xmlns:a16="http://schemas.microsoft.com/office/drawing/2014/main" id="{DBCD7840-8B6D-4D65-B492-ED60CB30911A}"/>
              </a:ext>
            </a:extLst>
          </p:cNvPr>
          <p:cNvSpPr>
            <a:spLocks noGrp="1"/>
          </p:cNvSpPr>
          <p:nvPr/>
        </p:nvSpPr>
        <p:spPr>
          <a:xfrm>
            <a:off x="279034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C1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ABCD-path-0306">
            <a:extLst>
              <a:ext uri="{FF2B5EF4-FFF2-40B4-BE49-F238E27FC236}">
                <a16:creationId xmlns:a16="http://schemas.microsoft.com/office/drawing/2014/main" id="{AC45A412-2A48-4C10-B8C5-035F71A52D43}"/>
              </a:ext>
            </a:extLst>
          </p:cNvPr>
          <p:cNvSpPr>
            <a:spLocks noGrp="1"/>
          </p:cNvSpPr>
          <p:nvPr/>
        </p:nvSpPr>
        <p:spPr>
          <a:xfrm>
            <a:off x="280448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BF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6" name="ABCD-path-0307">
            <a:extLst>
              <a:ext uri="{FF2B5EF4-FFF2-40B4-BE49-F238E27FC236}">
                <a16:creationId xmlns:a16="http://schemas.microsoft.com/office/drawing/2014/main" id="{3F8275BE-11AD-4634-B625-FA2D7A60223A}"/>
              </a:ext>
            </a:extLst>
          </p:cNvPr>
          <p:cNvSpPr>
            <a:spLocks noGrp="1"/>
          </p:cNvSpPr>
          <p:nvPr/>
        </p:nvSpPr>
        <p:spPr>
          <a:xfrm>
            <a:off x="281862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BD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7" name="ABCD-path-0308">
            <a:extLst>
              <a:ext uri="{FF2B5EF4-FFF2-40B4-BE49-F238E27FC236}">
                <a16:creationId xmlns:a16="http://schemas.microsoft.com/office/drawing/2014/main" id="{A5A26B38-7765-44CE-95AE-F319919BAE73}"/>
              </a:ext>
            </a:extLst>
          </p:cNvPr>
          <p:cNvSpPr>
            <a:spLocks noGrp="1"/>
          </p:cNvSpPr>
          <p:nvPr/>
        </p:nvSpPr>
        <p:spPr>
          <a:xfrm>
            <a:off x="283276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BBD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8" name="ABCD-path-0309">
            <a:extLst>
              <a:ext uri="{FF2B5EF4-FFF2-40B4-BE49-F238E27FC236}">
                <a16:creationId xmlns:a16="http://schemas.microsoft.com/office/drawing/2014/main" id="{C1E505E7-9482-4C8F-8DAC-AA59E686E975}"/>
              </a:ext>
            </a:extLst>
          </p:cNvPr>
          <p:cNvSpPr>
            <a:spLocks noGrp="1"/>
          </p:cNvSpPr>
          <p:nvPr/>
        </p:nvSpPr>
        <p:spPr>
          <a:xfrm>
            <a:off x="284690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BA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" name="ABCD-path-0310">
            <a:extLst>
              <a:ext uri="{FF2B5EF4-FFF2-40B4-BE49-F238E27FC236}">
                <a16:creationId xmlns:a16="http://schemas.microsoft.com/office/drawing/2014/main" id="{B517F8C1-A096-40CF-9D63-ED4DED691F5C}"/>
              </a:ext>
            </a:extLst>
          </p:cNvPr>
          <p:cNvSpPr>
            <a:spLocks noGrp="1"/>
          </p:cNvSpPr>
          <p:nvPr/>
        </p:nvSpPr>
        <p:spPr>
          <a:xfrm>
            <a:off x="286105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B8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" name="ABCD-path-0311">
            <a:extLst>
              <a:ext uri="{FF2B5EF4-FFF2-40B4-BE49-F238E27FC236}">
                <a16:creationId xmlns:a16="http://schemas.microsoft.com/office/drawing/2014/main" id="{9D99B394-45FA-4BC9-9998-96AD9603C27F}"/>
              </a:ext>
            </a:extLst>
          </p:cNvPr>
          <p:cNvSpPr>
            <a:spLocks noGrp="1"/>
          </p:cNvSpPr>
          <p:nvPr/>
        </p:nvSpPr>
        <p:spPr>
          <a:xfrm>
            <a:off x="287519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B6C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ABCD-path-0312">
            <a:extLst>
              <a:ext uri="{FF2B5EF4-FFF2-40B4-BE49-F238E27FC236}">
                <a16:creationId xmlns:a16="http://schemas.microsoft.com/office/drawing/2014/main" id="{9BF562F9-EAD2-4392-ABB2-D7604805DEF6}"/>
              </a:ext>
            </a:extLst>
          </p:cNvPr>
          <p:cNvSpPr>
            <a:spLocks noGrp="1"/>
          </p:cNvSpPr>
          <p:nvPr/>
        </p:nvSpPr>
        <p:spPr>
          <a:xfrm>
            <a:off x="288933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B4C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" name="ABCD-path-0313">
            <a:extLst>
              <a:ext uri="{FF2B5EF4-FFF2-40B4-BE49-F238E27FC236}">
                <a16:creationId xmlns:a16="http://schemas.microsoft.com/office/drawing/2014/main" id="{C1714AC9-814D-47A3-BB48-C283CF1CBC5C}"/>
              </a:ext>
            </a:extLst>
          </p:cNvPr>
          <p:cNvSpPr>
            <a:spLocks noGrp="1"/>
          </p:cNvSpPr>
          <p:nvPr/>
        </p:nvSpPr>
        <p:spPr>
          <a:xfrm>
            <a:off x="290347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B3C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" name="ABCD-path-0314">
            <a:extLst>
              <a:ext uri="{FF2B5EF4-FFF2-40B4-BE49-F238E27FC236}">
                <a16:creationId xmlns:a16="http://schemas.microsoft.com/office/drawing/2014/main" id="{CC6507EB-8CF2-4288-AA8B-73D913383392}"/>
              </a:ext>
            </a:extLst>
          </p:cNvPr>
          <p:cNvSpPr>
            <a:spLocks noGrp="1"/>
          </p:cNvSpPr>
          <p:nvPr/>
        </p:nvSpPr>
        <p:spPr>
          <a:xfrm>
            <a:off x="291761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EB1C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4" name="ABCD-path-0315">
            <a:extLst>
              <a:ext uri="{FF2B5EF4-FFF2-40B4-BE49-F238E27FC236}">
                <a16:creationId xmlns:a16="http://schemas.microsoft.com/office/drawing/2014/main" id="{05C4F96B-96B9-4317-A84D-FF7879078DF4}"/>
              </a:ext>
            </a:extLst>
          </p:cNvPr>
          <p:cNvSpPr>
            <a:spLocks noGrp="1"/>
          </p:cNvSpPr>
          <p:nvPr/>
        </p:nvSpPr>
        <p:spPr>
          <a:xfrm>
            <a:off x="293175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AFC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5" name="ABCD-path-0316">
            <a:extLst>
              <a:ext uri="{FF2B5EF4-FFF2-40B4-BE49-F238E27FC236}">
                <a16:creationId xmlns:a16="http://schemas.microsoft.com/office/drawing/2014/main" id="{D1946357-B773-4725-8145-892864E9D4FA}"/>
              </a:ext>
            </a:extLst>
          </p:cNvPr>
          <p:cNvSpPr>
            <a:spLocks noGrp="1"/>
          </p:cNvSpPr>
          <p:nvPr/>
        </p:nvSpPr>
        <p:spPr>
          <a:xfrm>
            <a:off x="294590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9ADC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" name="ABCD-path-0317">
            <a:extLst>
              <a:ext uri="{FF2B5EF4-FFF2-40B4-BE49-F238E27FC236}">
                <a16:creationId xmlns:a16="http://schemas.microsoft.com/office/drawing/2014/main" id="{A6F93BF3-320F-47E6-80B8-53CF008FEF05}"/>
              </a:ext>
            </a:extLst>
          </p:cNvPr>
          <p:cNvSpPr>
            <a:spLocks noGrp="1"/>
          </p:cNvSpPr>
          <p:nvPr/>
        </p:nvSpPr>
        <p:spPr>
          <a:xfrm>
            <a:off x="296004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CC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7" name="ABCD-path-0318">
            <a:extLst>
              <a:ext uri="{FF2B5EF4-FFF2-40B4-BE49-F238E27FC236}">
                <a16:creationId xmlns:a16="http://schemas.microsoft.com/office/drawing/2014/main" id="{78788100-D901-4CE8-9B3C-E89528AC9B5B}"/>
              </a:ext>
            </a:extLst>
          </p:cNvPr>
          <p:cNvSpPr>
            <a:spLocks noGrp="1"/>
          </p:cNvSpPr>
          <p:nvPr/>
        </p:nvSpPr>
        <p:spPr>
          <a:xfrm>
            <a:off x="297418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4AAC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" name="ABCD-path-0319">
            <a:extLst>
              <a:ext uri="{FF2B5EF4-FFF2-40B4-BE49-F238E27FC236}">
                <a16:creationId xmlns:a16="http://schemas.microsoft.com/office/drawing/2014/main" id="{419CFEC2-701F-435A-9DC1-45A2A096246D}"/>
              </a:ext>
            </a:extLst>
          </p:cNvPr>
          <p:cNvSpPr>
            <a:spLocks noGrp="1"/>
          </p:cNvSpPr>
          <p:nvPr/>
        </p:nvSpPr>
        <p:spPr>
          <a:xfrm>
            <a:off x="298832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1A8C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9" name="ABCD-path-0320">
            <a:extLst>
              <a:ext uri="{FF2B5EF4-FFF2-40B4-BE49-F238E27FC236}">
                <a16:creationId xmlns:a16="http://schemas.microsoft.com/office/drawing/2014/main" id="{A0651D8C-281B-481D-B1A7-680C74B9BDB7}"/>
              </a:ext>
            </a:extLst>
          </p:cNvPr>
          <p:cNvSpPr>
            <a:spLocks noGrp="1"/>
          </p:cNvSpPr>
          <p:nvPr/>
        </p:nvSpPr>
        <p:spPr>
          <a:xfrm>
            <a:off x="300246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A6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0" name="ABCD-path-0321">
            <a:extLst>
              <a:ext uri="{FF2B5EF4-FFF2-40B4-BE49-F238E27FC236}">
                <a16:creationId xmlns:a16="http://schemas.microsoft.com/office/drawing/2014/main" id="{E5C89613-6520-423A-BE0A-6C2517A6A1D9}"/>
              </a:ext>
            </a:extLst>
          </p:cNvPr>
          <p:cNvSpPr>
            <a:spLocks noGrp="1"/>
          </p:cNvSpPr>
          <p:nvPr/>
        </p:nvSpPr>
        <p:spPr>
          <a:xfrm>
            <a:off x="301660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CA5C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1" name="ABCD-path-0322">
            <a:extLst>
              <a:ext uri="{FF2B5EF4-FFF2-40B4-BE49-F238E27FC236}">
                <a16:creationId xmlns:a16="http://schemas.microsoft.com/office/drawing/2014/main" id="{9C8FECF9-25D4-4A71-9476-647334A00898}"/>
              </a:ext>
            </a:extLst>
          </p:cNvPr>
          <p:cNvSpPr>
            <a:spLocks noGrp="1"/>
          </p:cNvSpPr>
          <p:nvPr/>
        </p:nvSpPr>
        <p:spPr>
          <a:xfrm>
            <a:off x="303075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A3C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2" name="ABCD-path-0323">
            <a:extLst>
              <a:ext uri="{FF2B5EF4-FFF2-40B4-BE49-F238E27FC236}">
                <a16:creationId xmlns:a16="http://schemas.microsoft.com/office/drawing/2014/main" id="{40D9D65C-ECB4-4340-9A4F-FC8C6E2E598B}"/>
              </a:ext>
            </a:extLst>
          </p:cNvPr>
          <p:cNvSpPr>
            <a:spLocks noGrp="1"/>
          </p:cNvSpPr>
          <p:nvPr/>
        </p:nvSpPr>
        <p:spPr>
          <a:xfrm>
            <a:off x="304489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1C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3" name="ABCD-path-0324">
            <a:extLst>
              <a:ext uri="{FF2B5EF4-FFF2-40B4-BE49-F238E27FC236}">
                <a16:creationId xmlns:a16="http://schemas.microsoft.com/office/drawing/2014/main" id="{0AC3D9B1-6149-49A9-9CDB-52E2052E3A86}"/>
              </a:ext>
            </a:extLst>
          </p:cNvPr>
          <p:cNvSpPr>
            <a:spLocks noGrp="1"/>
          </p:cNvSpPr>
          <p:nvPr/>
        </p:nvSpPr>
        <p:spPr>
          <a:xfrm>
            <a:off x="305903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0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4" name="ABCD-path-0325">
            <a:extLst>
              <a:ext uri="{FF2B5EF4-FFF2-40B4-BE49-F238E27FC236}">
                <a16:creationId xmlns:a16="http://schemas.microsoft.com/office/drawing/2014/main" id="{F5F4A17B-AFD4-41A0-B42E-7F4C18DC4D30}"/>
              </a:ext>
            </a:extLst>
          </p:cNvPr>
          <p:cNvSpPr>
            <a:spLocks noGrp="1"/>
          </p:cNvSpPr>
          <p:nvPr/>
        </p:nvSpPr>
        <p:spPr>
          <a:xfrm>
            <a:off x="307317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E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5" name="ABCD-path-0326">
            <a:extLst>
              <a:ext uri="{FF2B5EF4-FFF2-40B4-BE49-F238E27FC236}">
                <a16:creationId xmlns:a16="http://schemas.microsoft.com/office/drawing/2014/main" id="{03F3B2B2-DBF6-4EB1-B993-350CE4A1DA67}"/>
              </a:ext>
            </a:extLst>
          </p:cNvPr>
          <p:cNvSpPr>
            <a:spLocks noGrp="1"/>
          </p:cNvSpPr>
          <p:nvPr/>
        </p:nvSpPr>
        <p:spPr>
          <a:xfrm>
            <a:off x="308731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CB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6" name="ABCD-path-0327">
            <a:extLst>
              <a:ext uri="{FF2B5EF4-FFF2-40B4-BE49-F238E27FC236}">
                <a16:creationId xmlns:a16="http://schemas.microsoft.com/office/drawing/2014/main" id="{A29EE7AC-9E59-41DC-BD62-401887E908EF}"/>
              </a:ext>
            </a:extLst>
          </p:cNvPr>
          <p:cNvSpPr>
            <a:spLocks noGrp="1"/>
          </p:cNvSpPr>
          <p:nvPr/>
        </p:nvSpPr>
        <p:spPr>
          <a:xfrm>
            <a:off x="310145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B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7" name="ABCD-path-0328">
            <a:extLst>
              <a:ext uri="{FF2B5EF4-FFF2-40B4-BE49-F238E27FC236}">
                <a16:creationId xmlns:a16="http://schemas.microsoft.com/office/drawing/2014/main" id="{FFE7781B-F05D-41F8-9F60-F5E7F74ADA40}"/>
              </a:ext>
            </a:extLst>
          </p:cNvPr>
          <p:cNvSpPr>
            <a:spLocks noGrp="1"/>
          </p:cNvSpPr>
          <p:nvPr/>
        </p:nvSpPr>
        <p:spPr>
          <a:xfrm>
            <a:off x="311559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9B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ABCD-path-0329">
            <a:extLst>
              <a:ext uri="{FF2B5EF4-FFF2-40B4-BE49-F238E27FC236}">
                <a16:creationId xmlns:a16="http://schemas.microsoft.com/office/drawing/2014/main" id="{302A2251-5D4E-44A0-B4D6-B56297E7BB7A}"/>
              </a:ext>
            </a:extLst>
          </p:cNvPr>
          <p:cNvSpPr>
            <a:spLocks noGrp="1"/>
          </p:cNvSpPr>
          <p:nvPr/>
        </p:nvSpPr>
        <p:spPr>
          <a:xfrm>
            <a:off x="312974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7B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9" name="ABCD-path-0330">
            <a:extLst>
              <a:ext uri="{FF2B5EF4-FFF2-40B4-BE49-F238E27FC236}">
                <a16:creationId xmlns:a16="http://schemas.microsoft.com/office/drawing/2014/main" id="{D9850E34-7B16-4124-B653-AFAB830EA30D}"/>
              </a:ext>
            </a:extLst>
          </p:cNvPr>
          <p:cNvSpPr>
            <a:spLocks noGrp="1"/>
          </p:cNvSpPr>
          <p:nvPr/>
        </p:nvSpPr>
        <p:spPr>
          <a:xfrm>
            <a:off x="314388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95B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" name="ABCD-path-0331">
            <a:extLst>
              <a:ext uri="{FF2B5EF4-FFF2-40B4-BE49-F238E27FC236}">
                <a16:creationId xmlns:a16="http://schemas.microsoft.com/office/drawing/2014/main" id="{08BD97DB-6659-4B44-AF9D-884EFB34FD33}"/>
              </a:ext>
            </a:extLst>
          </p:cNvPr>
          <p:cNvSpPr>
            <a:spLocks noGrp="1"/>
          </p:cNvSpPr>
          <p:nvPr/>
        </p:nvSpPr>
        <p:spPr>
          <a:xfrm>
            <a:off x="315802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93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" name="ABCD-path-0332">
            <a:extLst>
              <a:ext uri="{FF2B5EF4-FFF2-40B4-BE49-F238E27FC236}">
                <a16:creationId xmlns:a16="http://schemas.microsoft.com/office/drawing/2014/main" id="{89CBD757-753D-4984-B991-F078E20F6B87}"/>
              </a:ext>
            </a:extLst>
          </p:cNvPr>
          <p:cNvSpPr>
            <a:spLocks noGrp="1"/>
          </p:cNvSpPr>
          <p:nvPr/>
        </p:nvSpPr>
        <p:spPr>
          <a:xfrm>
            <a:off x="317216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92B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" name="ABCD-path-0333">
            <a:extLst>
              <a:ext uri="{FF2B5EF4-FFF2-40B4-BE49-F238E27FC236}">
                <a16:creationId xmlns:a16="http://schemas.microsoft.com/office/drawing/2014/main" id="{00760BC9-FA7F-4D53-BF42-83FEA4F49751}"/>
              </a:ext>
            </a:extLst>
          </p:cNvPr>
          <p:cNvSpPr>
            <a:spLocks noGrp="1"/>
          </p:cNvSpPr>
          <p:nvPr/>
        </p:nvSpPr>
        <p:spPr>
          <a:xfrm>
            <a:off x="318630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90B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" name="ABCD-path-0334">
            <a:extLst>
              <a:ext uri="{FF2B5EF4-FFF2-40B4-BE49-F238E27FC236}">
                <a16:creationId xmlns:a16="http://schemas.microsoft.com/office/drawing/2014/main" id="{BA93F4BE-14BC-416A-A485-760AE3123B1E}"/>
              </a:ext>
            </a:extLst>
          </p:cNvPr>
          <p:cNvSpPr>
            <a:spLocks noGrp="1"/>
          </p:cNvSpPr>
          <p:nvPr/>
        </p:nvSpPr>
        <p:spPr>
          <a:xfrm>
            <a:off x="320044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8EB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" name="ABCD-path-0335">
            <a:extLst>
              <a:ext uri="{FF2B5EF4-FFF2-40B4-BE49-F238E27FC236}">
                <a16:creationId xmlns:a16="http://schemas.microsoft.com/office/drawing/2014/main" id="{52F32DA9-C324-43A4-AF5E-3E55CEB9148F}"/>
              </a:ext>
            </a:extLst>
          </p:cNvPr>
          <p:cNvSpPr>
            <a:spLocks noGrp="1"/>
          </p:cNvSpPr>
          <p:nvPr/>
        </p:nvSpPr>
        <p:spPr>
          <a:xfrm>
            <a:off x="321459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8CB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5" name="ABCD-path-0336">
            <a:extLst>
              <a:ext uri="{FF2B5EF4-FFF2-40B4-BE49-F238E27FC236}">
                <a16:creationId xmlns:a16="http://schemas.microsoft.com/office/drawing/2014/main" id="{F6EB8887-60AD-4AA5-8259-44A4AD214A6D}"/>
              </a:ext>
            </a:extLst>
          </p:cNvPr>
          <p:cNvSpPr>
            <a:spLocks noGrp="1"/>
          </p:cNvSpPr>
          <p:nvPr/>
        </p:nvSpPr>
        <p:spPr>
          <a:xfrm>
            <a:off x="322873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8BB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" name="ABCD-path-0337">
            <a:extLst>
              <a:ext uri="{FF2B5EF4-FFF2-40B4-BE49-F238E27FC236}">
                <a16:creationId xmlns:a16="http://schemas.microsoft.com/office/drawing/2014/main" id="{B8B6BA4C-FA1D-4B45-9650-7A1BB5CA0779}"/>
              </a:ext>
            </a:extLst>
          </p:cNvPr>
          <p:cNvSpPr>
            <a:spLocks noGrp="1"/>
          </p:cNvSpPr>
          <p:nvPr/>
        </p:nvSpPr>
        <p:spPr>
          <a:xfrm>
            <a:off x="3242874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89B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7" name="ABCD-path-0338">
            <a:extLst>
              <a:ext uri="{FF2B5EF4-FFF2-40B4-BE49-F238E27FC236}">
                <a16:creationId xmlns:a16="http://schemas.microsoft.com/office/drawing/2014/main" id="{ADF9F491-9369-44F3-BA11-5D87A3D32F76}"/>
              </a:ext>
            </a:extLst>
          </p:cNvPr>
          <p:cNvSpPr>
            <a:spLocks noGrp="1"/>
          </p:cNvSpPr>
          <p:nvPr/>
        </p:nvSpPr>
        <p:spPr>
          <a:xfrm>
            <a:off x="325701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5287A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8" name="ABCD-path-0339">
            <a:extLst>
              <a:ext uri="{FF2B5EF4-FFF2-40B4-BE49-F238E27FC236}">
                <a16:creationId xmlns:a16="http://schemas.microsoft.com/office/drawing/2014/main" id="{AACFEF70-FE35-4709-829F-BC9E804CEA6B}"/>
              </a:ext>
            </a:extLst>
          </p:cNvPr>
          <p:cNvSpPr>
            <a:spLocks noGrp="1"/>
          </p:cNvSpPr>
          <p:nvPr/>
        </p:nvSpPr>
        <p:spPr>
          <a:xfrm>
            <a:off x="327115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F86A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9" name="ABCD-path-0340">
            <a:extLst>
              <a:ext uri="{FF2B5EF4-FFF2-40B4-BE49-F238E27FC236}">
                <a16:creationId xmlns:a16="http://schemas.microsoft.com/office/drawing/2014/main" id="{7B778829-15A1-4559-9FA7-C38FF0854753}"/>
              </a:ext>
            </a:extLst>
          </p:cNvPr>
          <p:cNvSpPr>
            <a:spLocks noGrp="1"/>
          </p:cNvSpPr>
          <p:nvPr/>
        </p:nvSpPr>
        <p:spPr>
          <a:xfrm>
            <a:off x="3285299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D84A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0" name="ABCD-path-0341">
            <a:extLst>
              <a:ext uri="{FF2B5EF4-FFF2-40B4-BE49-F238E27FC236}">
                <a16:creationId xmlns:a16="http://schemas.microsoft.com/office/drawing/2014/main" id="{400FCAB0-CD9B-4DC5-8131-7A1421F4D86E}"/>
              </a:ext>
            </a:extLst>
          </p:cNvPr>
          <p:cNvSpPr>
            <a:spLocks noGrp="1"/>
          </p:cNvSpPr>
          <p:nvPr/>
        </p:nvSpPr>
        <p:spPr>
          <a:xfrm>
            <a:off x="329944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A82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1" name="ABCD-path-0342">
            <a:extLst>
              <a:ext uri="{FF2B5EF4-FFF2-40B4-BE49-F238E27FC236}">
                <a16:creationId xmlns:a16="http://schemas.microsoft.com/office/drawing/2014/main" id="{ACFF85BD-D69D-4024-92A8-70BEA1354AB0}"/>
              </a:ext>
            </a:extLst>
          </p:cNvPr>
          <p:cNvSpPr>
            <a:spLocks noGrp="1"/>
          </p:cNvSpPr>
          <p:nvPr/>
        </p:nvSpPr>
        <p:spPr>
          <a:xfrm>
            <a:off x="3313582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880A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2" name="ABCD-path-0343">
            <a:extLst>
              <a:ext uri="{FF2B5EF4-FFF2-40B4-BE49-F238E27FC236}">
                <a16:creationId xmlns:a16="http://schemas.microsoft.com/office/drawing/2014/main" id="{3F5D1BAB-5BE9-4162-9B05-4A54893A09FE}"/>
              </a:ext>
            </a:extLst>
          </p:cNvPr>
          <p:cNvSpPr>
            <a:spLocks noGrp="1"/>
          </p:cNvSpPr>
          <p:nvPr/>
        </p:nvSpPr>
        <p:spPr>
          <a:xfrm>
            <a:off x="332772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57FA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3" name="ABCD-path-0344">
            <a:extLst>
              <a:ext uri="{FF2B5EF4-FFF2-40B4-BE49-F238E27FC236}">
                <a16:creationId xmlns:a16="http://schemas.microsoft.com/office/drawing/2014/main" id="{A3FF381F-CF13-4FF2-AE18-6EF3BA64DC08}"/>
              </a:ext>
            </a:extLst>
          </p:cNvPr>
          <p:cNvSpPr>
            <a:spLocks noGrp="1"/>
          </p:cNvSpPr>
          <p:nvPr/>
        </p:nvSpPr>
        <p:spPr>
          <a:xfrm>
            <a:off x="334186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37D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4" name="ABCD-path-0345">
            <a:extLst>
              <a:ext uri="{FF2B5EF4-FFF2-40B4-BE49-F238E27FC236}">
                <a16:creationId xmlns:a16="http://schemas.microsoft.com/office/drawing/2014/main" id="{061FA2BD-4775-4D41-A95A-A9D27E378EE3}"/>
              </a:ext>
            </a:extLst>
          </p:cNvPr>
          <p:cNvSpPr>
            <a:spLocks noGrp="1"/>
          </p:cNvSpPr>
          <p:nvPr/>
        </p:nvSpPr>
        <p:spPr>
          <a:xfrm>
            <a:off x="3356007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407BA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5" name="ABCD-path-0346">
            <a:extLst>
              <a:ext uri="{FF2B5EF4-FFF2-40B4-BE49-F238E27FC236}">
                <a16:creationId xmlns:a16="http://schemas.microsoft.com/office/drawing/2014/main" id="{6F2F4069-FEC1-4123-BD71-772322F0B8EB}"/>
              </a:ext>
            </a:extLst>
          </p:cNvPr>
          <p:cNvSpPr>
            <a:spLocks noGrp="1"/>
          </p:cNvSpPr>
          <p:nvPr/>
        </p:nvSpPr>
        <p:spPr>
          <a:xfrm>
            <a:off x="337014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E7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6" name="ABCD-path-0347">
            <a:extLst>
              <a:ext uri="{FF2B5EF4-FFF2-40B4-BE49-F238E27FC236}">
                <a16:creationId xmlns:a16="http://schemas.microsoft.com/office/drawing/2014/main" id="{7F4A267A-7580-490F-8171-93FAB33D352F}"/>
              </a:ext>
            </a:extLst>
          </p:cNvPr>
          <p:cNvSpPr>
            <a:spLocks noGrp="1"/>
          </p:cNvSpPr>
          <p:nvPr/>
        </p:nvSpPr>
        <p:spPr>
          <a:xfrm>
            <a:off x="3384290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B78A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7" name="ABCD-path-0348">
            <a:extLst>
              <a:ext uri="{FF2B5EF4-FFF2-40B4-BE49-F238E27FC236}">
                <a16:creationId xmlns:a16="http://schemas.microsoft.com/office/drawing/2014/main" id="{7B41FB3C-DF4F-4ED5-8620-6876D41FAE9D}"/>
              </a:ext>
            </a:extLst>
          </p:cNvPr>
          <p:cNvSpPr>
            <a:spLocks noGrp="1"/>
          </p:cNvSpPr>
          <p:nvPr/>
        </p:nvSpPr>
        <p:spPr>
          <a:xfrm>
            <a:off x="3398431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976A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8" name="ABCD-path-0349">
            <a:extLst>
              <a:ext uri="{FF2B5EF4-FFF2-40B4-BE49-F238E27FC236}">
                <a16:creationId xmlns:a16="http://schemas.microsoft.com/office/drawing/2014/main" id="{84B8ED25-FBC4-4CCC-A773-858F93A128FF}"/>
              </a:ext>
            </a:extLst>
          </p:cNvPr>
          <p:cNvSpPr>
            <a:spLocks noGrp="1"/>
          </p:cNvSpPr>
          <p:nvPr/>
        </p:nvSpPr>
        <p:spPr>
          <a:xfrm>
            <a:off x="3412573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674A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9" name="ABCD-path-0350">
            <a:extLst>
              <a:ext uri="{FF2B5EF4-FFF2-40B4-BE49-F238E27FC236}">
                <a16:creationId xmlns:a16="http://schemas.microsoft.com/office/drawing/2014/main" id="{5E084EA2-16DD-4761-BFBB-A25C9E0E53E4}"/>
              </a:ext>
            </a:extLst>
          </p:cNvPr>
          <p:cNvSpPr>
            <a:spLocks noGrp="1"/>
          </p:cNvSpPr>
          <p:nvPr/>
        </p:nvSpPr>
        <p:spPr>
          <a:xfrm>
            <a:off x="3426715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472A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0" name="ABCD-path-0351">
            <a:extLst>
              <a:ext uri="{FF2B5EF4-FFF2-40B4-BE49-F238E27FC236}">
                <a16:creationId xmlns:a16="http://schemas.microsoft.com/office/drawing/2014/main" id="{CDDE9862-7F87-4FD7-9616-2E277664B8A6}"/>
              </a:ext>
            </a:extLst>
          </p:cNvPr>
          <p:cNvSpPr>
            <a:spLocks noGrp="1"/>
          </p:cNvSpPr>
          <p:nvPr/>
        </p:nvSpPr>
        <p:spPr>
          <a:xfrm>
            <a:off x="3440856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71A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1" name="ABCD-path-0352">
            <a:extLst>
              <a:ext uri="{FF2B5EF4-FFF2-40B4-BE49-F238E27FC236}">
                <a16:creationId xmlns:a16="http://schemas.microsoft.com/office/drawing/2014/main" id="{FE3F6C6B-32AC-4BB2-89DD-BBD5C0EC76C5}"/>
              </a:ext>
            </a:extLst>
          </p:cNvPr>
          <p:cNvSpPr>
            <a:spLocks noGrp="1"/>
          </p:cNvSpPr>
          <p:nvPr/>
        </p:nvSpPr>
        <p:spPr>
          <a:xfrm>
            <a:off x="3454998" y="3663355"/>
            <a:ext cx="14142" cy="34764"/>
          </a:xfrm>
          <a:custGeom>
            <a:avLst/>
            <a:gdLst/>
            <a:ahLst/>
            <a:cxnLst/>
            <a:rect l="0" t="0" r="0" b="0"/>
            <a:pathLst>
              <a:path w="14142" h="34764">
                <a:moveTo>
                  <a:pt x="0" y="34764"/>
                </a:moveTo>
                <a:lnTo>
                  <a:pt x="14142" y="34764"/>
                </a:lnTo>
                <a:lnTo>
                  <a:pt x="1414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6F9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2" name="ABCD-text-0353-Quantiles of genelist sizes (Q1Q4)">
            <a:extLst>
              <a:ext uri="{FF2B5EF4-FFF2-40B4-BE49-F238E27FC236}">
                <a16:creationId xmlns:a16="http://schemas.microsoft.com/office/drawing/2014/main" id="{DD93E876-3606-4E80-8AA7-0BD5F78F1C50}"/>
              </a:ext>
            </a:extLst>
          </p:cNvPr>
          <p:cNvSpPr>
            <a:spLocks noGrp="1"/>
          </p:cNvSpPr>
          <p:nvPr/>
        </p:nvSpPr>
        <p:spPr>
          <a:xfrm>
            <a:off x="2032045" y="2342707"/>
            <a:ext cx="1473163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68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Quantiles of gene-list sizes (Q1-Q4)</a:t>
            </a:r>
          </a:p>
        </p:txBody>
      </p:sp>
      <p:sp>
        <p:nvSpPr>
          <p:cNvPr id="353" name="ABCD-text-0354-Q1">
            <a:extLst>
              <a:ext uri="{FF2B5EF4-FFF2-40B4-BE49-F238E27FC236}">
                <a16:creationId xmlns:a16="http://schemas.microsoft.com/office/drawing/2014/main" id="{043EAD19-A95B-4CCB-BDF9-8A462AEDCFAC}"/>
              </a:ext>
            </a:extLst>
          </p:cNvPr>
          <p:cNvSpPr>
            <a:spLocks noGrp="1"/>
          </p:cNvSpPr>
          <p:nvPr/>
        </p:nvSpPr>
        <p:spPr>
          <a:xfrm>
            <a:off x="1718079" y="2514651"/>
            <a:ext cx="444500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54" name="ABCD-text-0355-Q2">
            <a:extLst>
              <a:ext uri="{FF2B5EF4-FFF2-40B4-BE49-F238E27FC236}">
                <a16:creationId xmlns:a16="http://schemas.microsoft.com/office/drawing/2014/main" id="{2018069A-E402-4F88-A000-382DA747F6F7}"/>
              </a:ext>
            </a:extLst>
          </p:cNvPr>
          <p:cNvSpPr>
            <a:spLocks noGrp="1"/>
          </p:cNvSpPr>
          <p:nvPr/>
        </p:nvSpPr>
        <p:spPr>
          <a:xfrm>
            <a:off x="2364552" y="2514651"/>
            <a:ext cx="444500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55" name="ABCD-text-0356-Q3">
            <a:extLst>
              <a:ext uri="{FF2B5EF4-FFF2-40B4-BE49-F238E27FC236}">
                <a16:creationId xmlns:a16="http://schemas.microsoft.com/office/drawing/2014/main" id="{B4C106E7-F451-4EBA-900C-8D9DC9017971}"/>
              </a:ext>
            </a:extLst>
          </p:cNvPr>
          <p:cNvSpPr>
            <a:spLocks noGrp="1"/>
          </p:cNvSpPr>
          <p:nvPr/>
        </p:nvSpPr>
        <p:spPr>
          <a:xfrm>
            <a:off x="3011026" y="2514651"/>
            <a:ext cx="444500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6" name="ABCD-text-0357-Q4">
            <a:extLst>
              <a:ext uri="{FF2B5EF4-FFF2-40B4-BE49-F238E27FC236}">
                <a16:creationId xmlns:a16="http://schemas.microsoft.com/office/drawing/2014/main" id="{9356B06A-6517-493C-9759-682B8EC60F80}"/>
              </a:ext>
            </a:extLst>
          </p:cNvPr>
          <p:cNvSpPr>
            <a:spLocks noGrp="1"/>
          </p:cNvSpPr>
          <p:nvPr/>
        </p:nvSpPr>
        <p:spPr>
          <a:xfrm>
            <a:off x="3657499" y="2514651"/>
            <a:ext cx="444500" cy="1377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57" name="ABCD-text-0358-GO:BP">
            <a:extLst>
              <a:ext uri="{FF2B5EF4-FFF2-40B4-BE49-F238E27FC236}">
                <a16:creationId xmlns:a16="http://schemas.microsoft.com/office/drawing/2014/main" id="{F86D406F-4C85-432E-8183-DD57DB0F7210}"/>
              </a:ext>
            </a:extLst>
          </p:cNvPr>
          <p:cNvSpPr>
            <a:spLocks noGrp="1"/>
          </p:cNvSpPr>
          <p:nvPr/>
        </p:nvSpPr>
        <p:spPr>
          <a:xfrm>
            <a:off x="1140318" y="2697603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68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GO:BP</a:t>
            </a:r>
          </a:p>
        </p:txBody>
      </p:sp>
      <p:sp>
        <p:nvSpPr>
          <p:cNvPr id="358" name="ABCD-text-0359-26%">
            <a:extLst>
              <a:ext uri="{FF2B5EF4-FFF2-40B4-BE49-F238E27FC236}">
                <a16:creationId xmlns:a16="http://schemas.microsoft.com/office/drawing/2014/main" id="{57BC5C92-510D-44F7-BBF8-15D690DDB62A}"/>
              </a:ext>
            </a:extLst>
          </p:cNvPr>
          <p:cNvSpPr>
            <a:spLocks noGrp="1"/>
          </p:cNvSpPr>
          <p:nvPr/>
        </p:nvSpPr>
        <p:spPr>
          <a:xfrm>
            <a:off x="1523309" y="2702180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359" name="ABCD-text-0360-n135">
            <a:extLst>
              <a:ext uri="{FF2B5EF4-FFF2-40B4-BE49-F238E27FC236}">
                <a16:creationId xmlns:a16="http://schemas.microsoft.com/office/drawing/2014/main" id="{AF4EB7F9-2FA6-4328-B1DE-26B8BA17B182}"/>
              </a:ext>
            </a:extLst>
          </p:cNvPr>
          <p:cNvSpPr>
            <a:spLocks noGrp="1"/>
          </p:cNvSpPr>
          <p:nvPr/>
        </p:nvSpPr>
        <p:spPr>
          <a:xfrm>
            <a:off x="1940333" y="272091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n=135</a:t>
            </a:r>
          </a:p>
        </p:txBody>
      </p:sp>
      <p:sp>
        <p:nvSpPr>
          <p:cNvPr id="360" name="ABCD-text-0361-24%">
            <a:extLst>
              <a:ext uri="{FF2B5EF4-FFF2-40B4-BE49-F238E27FC236}">
                <a16:creationId xmlns:a16="http://schemas.microsoft.com/office/drawing/2014/main" id="{C2DE02CE-697E-41D9-9ACF-496C36A026CF}"/>
              </a:ext>
            </a:extLst>
          </p:cNvPr>
          <p:cNvSpPr>
            <a:spLocks noGrp="1"/>
          </p:cNvSpPr>
          <p:nvPr/>
        </p:nvSpPr>
        <p:spPr>
          <a:xfrm>
            <a:off x="2169783" y="2702180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361" name="ABCD-text-0362-n141">
            <a:extLst>
              <a:ext uri="{FF2B5EF4-FFF2-40B4-BE49-F238E27FC236}">
                <a16:creationId xmlns:a16="http://schemas.microsoft.com/office/drawing/2014/main" id="{AD0028A8-6151-456F-BED7-E838301D0DA9}"/>
              </a:ext>
            </a:extLst>
          </p:cNvPr>
          <p:cNvSpPr>
            <a:spLocks noGrp="1"/>
          </p:cNvSpPr>
          <p:nvPr/>
        </p:nvSpPr>
        <p:spPr>
          <a:xfrm>
            <a:off x="2586806" y="272091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n=141</a:t>
            </a:r>
          </a:p>
        </p:txBody>
      </p:sp>
      <p:sp>
        <p:nvSpPr>
          <p:cNvPr id="362" name="ABCD-text-0363-30%">
            <a:extLst>
              <a:ext uri="{FF2B5EF4-FFF2-40B4-BE49-F238E27FC236}">
                <a16:creationId xmlns:a16="http://schemas.microsoft.com/office/drawing/2014/main" id="{36276BAF-CC83-4FAD-9608-C4EBEDBCB80A}"/>
              </a:ext>
            </a:extLst>
          </p:cNvPr>
          <p:cNvSpPr>
            <a:spLocks noGrp="1"/>
          </p:cNvSpPr>
          <p:nvPr/>
        </p:nvSpPr>
        <p:spPr>
          <a:xfrm>
            <a:off x="2816256" y="2702180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63" name="ABCD-text-0364-n143">
            <a:extLst>
              <a:ext uri="{FF2B5EF4-FFF2-40B4-BE49-F238E27FC236}">
                <a16:creationId xmlns:a16="http://schemas.microsoft.com/office/drawing/2014/main" id="{BCF1C1C2-0880-4961-8D2E-0DF7DFF2B91A}"/>
              </a:ext>
            </a:extLst>
          </p:cNvPr>
          <p:cNvSpPr>
            <a:spLocks noGrp="1"/>
          </p:cNvSpPr>
          <p:nvPr/>
        </p:nvSpPr>
        <p:spPr>
          <a:xfrm>
            <a:off x="3233280" y="272091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n=143</a:t>
            </a:r>
          </a:p>
        </p:txBody>
      </p:sp>
      <p:sp>
        <p:nvSpPr>
          <p:cNvPr id="364" name="ABCD-text-0365-31%">
            <a:extLst>
              <a:ext uri="{FF2B5EF4-FFF2-40B4-BE49-F238E27FC236}">
                <a16:creationId xmlns:a16="http://schemas.microsoft.com/office/drawing/2014/main" id="{E4FC8AA0-AB32-49D8-91F8-4C312EAC8BB5}"/>
              </a:ext>
            </a:extLst>
          </p:cNvPr>
          <p:cNvSpPr>
            <a:spLocks noGrp="1"/>
          </p:cNvSpPr>
          <p:nvPr/>
        </p:nvSpPr>
        <p:spPr>
          <a:xfrm>
            <a:off x="3462730" y="2702180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365" name="ABCD-text-0366-n142">
            <a:extLst>
              <a:ext uri="{FF2B5EF4-FFF2-40B4-BE49-F238E27FC236}">
                <a16:creationId xmlns:a16="http://schemas.microsoft.com/office/drawing/2014/main" id="{058179F9-E987-42DE-9699-CCB010137754}"/>
              </a:ext>
            </a:extLst>
          </p:cNvPr>
          <p:cNvSpPr>
            <a:spLocks noGrp="1"/>
          </p:cNvSpPr>
          <p:nvPr/>
        </p:nvSpPr>
        <p:spPr>
          <a:xfrm>
            <a:off x="3879753" y="272091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n=142</a:t>
            </a:r>
          </a:p>
        </p:txBody>
      </p:sp>
      <p:sp>
        <p:nvSpPr>
          <p:cNvPr id="366" name="ABCD-text-0367-GO:MF">
            <a:extLst>
              <a:ext uri="{FF2B5EF4-FFF2-40B4-BE49-F238E27FC236}">
                <a16:creationId xmlns:a16="http://schemas.microsoft.com/office/drawing/2014/main" id="{81FF042B-F33C-4DC6-B0D6-D0379D787693}"/>
              </a:ext>
            </a:extLst>
          </p:cNvPr>
          <p:cNvSpPr>
            <a:spLocks noGrp="1"/>
          </p:cNvSpPr>
          <p:nvPr/>
        </p:nvSpPr>
        <p:spPr>
          <a:xfrm>
            <a:off x="1140318" y="2849696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68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GO:MF</a:t>
            </a:r>
          </a:p>
        </p:txBody>
      </p:sp>
      <p:sp>
        <p:nvSpPr>
          <p:cNvPr id="367" name="ABCD-text-0368-31%">
            <a:extLst>
              <a:ext uri="{FF2B5EF4-FFF2-40B4-BE49-F238E27FC236}">
                <a16:creationId xmlns:a16="http://schemas.microsoft.com/office/drawing/2014/main" id="{63A1FF9C-3831-4CA5-8D12-8F98A737D5E5}"/>
              </a:ext>
            </a:extLst>
          </p:cNvPr>
          <p:cNvSpPr>
            <a:spLocks noGrp="1"/>
          </p:cNvSpPr>
          <p:nvPr/>
        </p:nvSpPr>
        <p:spPr>
          <a:xfrm>
            <a:off x="1523309" y="2854273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368" name="ABCD-text-0369-n121">
            <a:extLst>
              <a:ext uri="{FF2B5EF4-FFF2-40B4-BE49-F238E27FC236}">
                <a16:creationId xmlns:a16="http://schemas.microsoft.com/office/drawing/2014/main" id="{6535A6A7-68B0-49EF-A836-8A3A9298FD3F}"/>
              </a:ext>
            </a:extLst>
          </p:cNvPr>
          <p:cNvSpPr>
            <a:spLocks noGrp="1"/>
          </p:cNvSpPr>
          <p:nvPr/>
        </p:nvSpPr>
        <p:spPr>
          <a:xfrm>
            <a:off x="1940333" y="2873005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n=120</a:t>
            </a:r>
          </a:p>
        </p:txBody>
      </p:sp>
      <p:sp>
        <p:nvSpPr>
          <p:cNvPr id="369" name="ABCD-text-0370-30%">
            <a:extLst>
              <a:ext uri="{FF2B5EF4-FFF2-40B4-BE49-F238E27FC236}">
                <a16:creationId xmlns:a16="http://schemas.microsoft.com/office/drawing/2014/main" id="{29733CF9-A608-4741-90C1-5B3B36EF622A}"/>
              </a:ext>
            </a:extLst>
          </p:cNvPr>
          <p:cNvSpPr>
            <a:spLocks noGrp="1"/>
          </p:cNvSpPr>
          <p:nvPr/>
        </p:nvSpPr>
        <p:spPr>
          <a:xfrm>
            <a:off x="2169783" y="2854273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70" name="ABCD-text-0371-n124">
            <a:extLst>
              <a:ext uri="{FF2B5EF4-FFF2-40B4-BE49-F238E27FC236}">
                <a16:creationId xmlns:a16="http://schemas.microsoft.com/office/drawing/2014/main" id="{CC903875-5066-43F2-83CC-49018F692FB7}"/>
              </a:ext>
            </a:extLst>
          </p:cNvPr>
          <p:cNvSpPr>
            <a:spLocks noGrp="1"/>
          </p:cNvSpPr>
          <p:nvPr/>
        </p:nvSpPr>
        <p:spPr>
          <a:xfrm>
            <a:off x="2586806" y="2873005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n=124</a:t>
            </a:r>
          </a:p>
        </p:txBody>
      </p:sp>
      <p:sp>
        <p:nvSpPr>
          <p:cNvPr id="371" name="ABCD-text-0372-28%">
            <a:extLst>
              <a:ext uri="{FF2B5EF4-FFF2-40B4-BE49-F238E27FC236}">
                <a16:creationId xmlns:a16="http://schemas.microsoft.com/office/drawing/2014/main" id="{47628130-D9BB-4894-A0E4-B0451959B5A8}"/>
              </a:ext>
            </a:extLst>
          </p:cNvPr>
          <p:cNvSpPr>
            <a:spLocks noGrp="1"/>
          </p:cNvSpPr>
          <p:nvPr/>
        </p:nvSpPr>
        <p:spPr>
          <a:xfrm>
            <a:off x="2816256" y="2854273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28%</a:t>
            </a:r>
          </a:p>
        </p:txBody>
      </p:sp>
      <p:sp>
        <p:nvSpPr>
          <p:cNvPr id="372" name="ABCD-text-0373-n140">
            <a:extLst>
              <a:ext uri="{FF2B5EF4-FFF2-40B4-BE49-F238E27FC236}">
                <a16:creationId xmlns:a16="http://schemas.microsoft.com/office/drawing/2014/main" id="{9D06DB99-A3D7-4158-8BB3-1BF21CFF6C76}"/>
              </a:ext>
            </a:extLst>
          </p:cNvPr>
          <p:cNvSpPr>
            <a:spLocks noGrp="1"/>
          </p:cNvSpPr>
          <p:nvPr/>
        </p:nvSpPr>
        <p:spPr>
          <a:xfrm>
            <a:off x="3233280" y="2873005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n=140</a:t>
            </a:r>
          </a:p>
        </p:txBody>
      </p:sp>
      <p:sp>
        <p:nvSpPr>
          <p:cNvPr id="373" name="ABCD-text-0374-27%">
            <a:extLst>
              <a:ext uri="{FF2B5EF4-FFF2-40B4-BE49-F238E27FC236}">
                <a16:creationId xmlns:a16="http://schemas.microsoft.com/office/drawing/2014/main" id="{D7F6C961-7C98-4BB9-A863-630EC33086CD}"/>
              </a:ext>
            </a:extLst>
          </p:cNvPr>
          <p:cNvSpPr>
            <a:spLocks noGrp="1"/>
          </p:cNvSpPr>
          <p:nvPr/>
        </p:nvSpPr>
        <p:spPr>
          <a:xfrm>
            <a:off x="3462730" y="2854273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374" name="ABCD-text-0375-n141">
            <a:extLst>
              <a:ext uri="{FF2B5EF4-FFF2-40B4-BE49-F238E27FC236}">
                <a16:creationId xmlns:a16="http://schemas.microsoft.com/office/drawing/2014/main" id="{6C4DAAF6-D85A-4B31-A5CC-296D8866031F}"/>
              </a:ext>
            </a:extLst>
          </p:cNvPr>
          <p:cNvSpPr>
            <a:spLocks noGrp="1"/>
          </p:cNvSpPr>
          <p:nvPr/>
        </p:nvSpPr>
        <p:spPr>
          <a:xfrm>
            <a:off x="3879753" y="2873005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n=141</a:t>
            </a:r>
          </a:p>
        </p:txBody>
      </p:sp>
      <p:sp>
        <p:nvSpPr>
          <p:cNvPr id="375" name="ABCD-text-0376-GO:CC">
            <a:extLst>
              <a:ext uri="{FF2B5EF4-FFF2-40B4-BE49-F238E27FC236}">
                <a16:creationId xmlns:a16="http://schemas.microsoft.com/office/drawing/2014/main" id="{65930E74-D429-46E4-AAF7-045CF5D6488D}"/>
              </a:ext>
            </a:extLst>
          </p:cNvPr>
          <p:cNvSpPr>
            <a:spLocks noGrp="1"/>
          </p:cNvSpPr>
          <p:nvPr/>
        </p:nvSpPr>
        <p:spPr>
          <a:xfrm>
            <a:off x="1140318" y="3001789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68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GO:CC</a:t>
            </a:r>
          </a:p>
        </p:txBody>
      </p:sp>
      <p:sp>
        <p:nvSpPr>
          <p:cNvPr id="376" name="ABCD-text-0377-31%">
            <a:extLst>
              <a:ext uri="{FF2B5EF4-FFF2-40B4-BE49-F238E27FC236}">
                <a16:creationId xmlns:a16="http://schemas.microsoft.com/office/drawing/2014/main" id="{D8247327-16ED-40FB-9DB7-57B3EC42C934}"/>
              </a:ext>
            </a:extLst>
          </p:cNvPr>
          <p:cNvSpPr>
            <a:spLocks noGrp="1"/>
          </p:cNvSpPr>
          <p:nvPr/>
        </p:nvSpPr>
        <p:spPr>
          <a:xfrm>
            <a:off x="1523309" y="3006366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77" name="ABCD-text-0378-n137">
            <a:extLst>
              <a:ext uri="{FF2B5EF4-FFF2-40B4-BE49-F238E27FC236}">
                <a16:creationId xmlns:a16="http://schemas.microsoft.com/office/drawing/2014/main" id="{628EE915-1EB7-48CA-8FA1-0920E034DAD1}"/>
              </a:ext>
            </a:extLst>
          </p:cNvPr>
          <p:cNvSpPr>
            <a:spLocks noGrp="1"/>
          </p:cNvSpPr>
          <p:nvPr/>
        </p:nvSpPr>
        <p:spPr>
          <a:xfrm>
            <a:off x="1940333" y="3025097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n=137</a:t>
            </a:r>
          </a:p>
        </p:txBody>
      </p:sp>
      <p:sp>
        <p:nvSpPr>
          <p:cNvPr id="378" name="ABCD-text-0379-25%">
            <a:extLst>
              <a:ext uri="{FF2B5EF4-FFF2-40B4-BE49-F238E27FC236}">
                <a16:creationId xmlns:a16="http://schemas.microsoft.com/office/drawing/2014/main" id="{0F73F08E-A1E9-48C4-A991-F8230922A6ED}"/>
              </a:ext>
            </a:extLst>
          </p:cNvPr>
          <p:cNvSpPr>
            <a:spLocks noGrp="1"/>
          </p:cNvSpPr>
          <p:nvPr/>
        </p:nvSpPr>
        <p:spPr>
          <a:xfrm>
            <a:off x="2169783" y="3006366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379" name="ABCD-text-0380-n142">
            <a:extLst>
              <a:ext uri="{FF2B5EF4-FFF2-40B4-BE49-F238E27FC236}">
                <a16:creationId xmlns:a16="http://schemas.microsoft.com/office/drawing/2014/main" id="{9CCF9F9C-DD8D-4469-AF19-43ED149FF9F0}"/>
              </a:ext>
            </a:extLst>
          </p:cNvPr>
          <p:cNvSpPr>
            <a:spLocks noGrp="1"/>
          </p:cNvSpPr>
          <p:nvPr/>
        </p:nvSpPr>
        <p:spPr>
          <a:xfrm>
            <a:off x="2586806" y="3025097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n=142</a:t>
            </a:r>
          </a:p>
        </p:txBody>
      </p:sp>
      <p:sp>
        <p:nvSpPr>
          <p:cNvPr id="380" name="ABCD-text-0381-32%">
            <a:extLst>
              <a:ext uri="{FF2B5EF4-FFF2-40B4-BE49-F238E27FC236}">
                <a16:creationId xmlns:a16="http://schemas.microsoft.com/office/drawing/2014/main" id="{BB080AF3-AED3-4B5F-A21D-F65266070EF2}"/>
              </a:ext>
            </a:extLst>
          </p:cNvPr>
          <p:cNvSpPr>
            <a:spLocks noGrp="1"/>
          </p:cNvSpPr>
          <p:nvPr/>
        </p:nvSpPr>
        <p:spPr>
          <a:xfrm>
            <a:off x="2816256" y="3006366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381" name="ABCD-text-0382-n143">
            <a:extLst>
              <a:ext uri="{FF2B5EF4-FFF2-40B4-BE49-F238E27FC236}">
                <a16:creationId xmlns:a16="http://schemas.microsoft.com/office/drawing/2014/main" id="{275BD1E7-FF0B-45AF-98DC-BFA57A941DFA}"/>
              </a:ext>
            </a:extLst>
          </p:cNvPr>
          <p:cNvSpPr>
            <a:spLocks noGrp="1"/>
          </p:cNvSpPr>
          <p:nvPr/>
        </p:nvSpPr>
        <p:spPr>
          <a:xfrm>
            <a:off x="3233280" y="3025097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EDF3F7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EDF3F7"/>
                </a:solidFill>
                <a:latin typeface="Arial"/>
                <a:ea typeface="Arial"/>
                <a:cs typeface="Arial"/>
              </a:rPr>
              <a:t>n=143</a:t>
            </a:r>
          </a:p>
        </p:txBody>
      </p:sp>
      <p:sp>
        <p:nvSpPr>
          <p:cNvPr id="382" name="ABCD-text-0383-34%">
            <a:extLst>
              <a:ext uri="{FF2B5EF4-FFF2-40B4-BE49-F238E27FC236}">
                <a16:creationId xmlns:a16="http://schemas.microsoft.com/office/drawing/2014/main" id="{0E12A51C-49A1-4B49-A8CC-FD1FD2BE186B}"/>
              </a:ext>
            </a:extLst>
          </p:cNvPr>
          <p:cNvSpPr>
            <a:spLocks noGrp="1"/>
          </p:cNvSpPr>
          <p:nvPr/>
        </p:nvSpPr>
        <p:spPr>
          <a:xfrm>
            <a:off x="3462730" y="3006366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383" name="ABCD-text-0384-n142">
            <a:extLst>
              <a:ext uri="{FF2B5EF4-FFF2-40B4-BE49-F238E27FC236}">
                <a16:creationId xmlns:a16="http://schemas.microsoft.com/office/drawing/2014/main" id="{7A6EDD2A-56B4-4D83-8E05-7C7C8265314A}"/>
              </a:ext>
            </a:extLst>
          </p:cNvPr>
          <p:cNvSpPr>
            <a:spLocks noGrp="1"/>
          </p:cNvSpPr>
          <p:nvPr/>
        </p:nvSpPr>
        <p:spPr>
          <a:xfrm>
            <a:off x="3879753" y="3025097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EDF3F7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EDF3F7"/>
                </a:solidFill>
                <a:latin typeface="Arial"/>
                <a:ea typeface="Arial"/>
                <a:cs typeface="Arial"/>
              </a:rPr>
              <a:t>n=142</a:t>
            </a:r>
          </a:p>
        </p:txBody>
      </p:sp>
      <p:sp>
        <p:nvSpPr>
          <p:cNvPr id="384" name="ABCD-text-0385-KEGG">
            <a:extLst>
              <a:ext uri="{FF2B5EF4-FFF2-40B4-BE49-F238E27FC236}">
                <a16:creationId xmlns:a16="http://schemas.microsoft.com/office/drawing/2014/main" id="{0B587FEB-1252-469C-8804-103640CCBE70}"/>
              </a:ext>
            </a:extLst>
          </p:cNvPr>
          <p:cNvSpPr>
            <a:spLocks noGrp="1"/>
          </p:cNvSpPr>
          <p:nvPr/>
        </p:nvSpPr>
        <p:spPr>
          <a:xfrm>
            <a:off x="1140318" y="3153881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68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KEGG</a:t>
            </a:r>
          </a:p>
        </p:txBody>
      </p:sp>
      <p:sp>
        <p:nvSpPr>
          <p:cNvPr id="385" name="ABCD-text-0386-36%">
            <a:extLst>
              <a:ext uri="{FF2B5EF4-FFF2-40B4-BE49-F238E27FC236}">
                <a16:creationId xmlns:a16="http://schemas.microsoft.com/office/drawing/2014/main" id="{F2C5D6DD-E65D-4F3E-819E-83A71A20134A}"/>
              </a:ext>
            </a:extLst>
          </p:cNvPr>
          <p:cNvSpPr>
            <a:spLocks noGrp="1"/>
          </p:cNvSpPr>
          <p:nvPr/>
        </p:nvSpPr>
        <p:spPr>
          <a:xfrm>
            <a:off x="1523309" y="3158458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36%</a:t>
            </a:r>
          </a:p>
        </p:txBody>
      </p:sp>
      <p:sp>
        <p:nvSpPr>
          <p:cNvPr id="386" name="ABCD-text-0387-n90">
            <a:extLst>
              <a:ext uri="{FF2B5EF4-FFF2-40B4-BE49-F238E27FC236}">
                <a16:creationId xmlns:a16="http://schemas.microsoft.com/office/drawing/2014/main" id="{41D1622E-100E-46C3-8271-5F781E70DD9F}"/>
              </a:ext>
            </a:extLst>
          </p:cNvPr>
          <p:cNvSpPr>
            <a:spLocks noGrp="1"/>
          </p:cNvSpPr>
          <p:nvPr/>
        </p:nvSpPr>
        <p:spPr>
          <a:xfrm>
            <a:off x="1940333" y="3177190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EDF3F7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EDF3F7"/>
                </a:solidFill>
                <a:latin typeface="Arial"/>
                <a:ea typeface="Arial"/>
                <a:cs typeface="Arial"/>
              </a:rPr>
              <a:t>n=90</a:t>
            </a:r>
          </a:p>
        </p:txBody>
      </p:sp>
      <p:sp>
        <p:nvSpPr>
          <p:cNvPr id="387" name="ABCD-text-0388-34%">
            <a:extLst>
              <a:ext uri="{FF2B5EF4-FFF2-40B4-BE49-F238E27FC236}">
                <a16:creationId xmlns:a16="http://schemas.microsoft.com/office/drawing/2014/main" id="{22B00EE0-A50A-448A-906A-935E8A99998A}"/>
              </a:ext>
            </a:extLst>
          </p:cNvPr>
          <p:cNvSpPr>
            <a:spLocks noGrp="1"/>
          </p:cNvSpPr>
          <p:nvPr/>
        </p:nvSpPr>
        <p:spPr>
          <a:xfrm>
            <a:off x="2169783" y="3158458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388" name="ABCD-text-0389-n114">
            <a:extLst>
              <a:ext uri="{FF2B5EF4-FFF2-40B4-BE49-F238E27FC236}">
                <a16:creationId xmlns:a16="http://schemas.microsoft.com/office/drawing/2014/main" id="{8E17766D-2E5F-4690-A93C-FAFC716A27B9}"/>
              </a:ext>
            </a:extLst>
          </p:cNvPr>
          <p:cNvSpPr>
            <a:spLocks noGrp="1"/>
          </p:cNvSpPr>
          <p:nvPr/>
        </p:nvSpPr>
        <p:spPr>
          <a:xfrm>
            <a:off x="2586806" y="3177190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EDF3F7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EDF3F7"/>
                </a:solidFill>
                <a:latin typeface="Arial"/>
                <a:ea typeface="Arial"/>
                <a:cs typeface="Arial"/>
              </a:rPr>
              <a:t>n=114</a:t>
            </a:r>
          </a:p>
        </p:txBody>
      </p:sp>
      <p:sp>
        <p:nvSpPr>
          <p:cNvPr id="389" name="ABCD-text-0390-31%">
            <a:extLst>
              <a:ext uri="{FF2B5EF4-FFF2-40B4-BE49-F238E27FC236}">
                <a16:creationId xmlns:a16="http://schemas.microsoft.com/office/drawing/2014/main" id="{660FBA46-934D-45DC-AE01-74A733D2D83B}"/>
              </a:ext>
            </a:extLst>
          </p:cNvPr>
          <p:cNvSpPr>
            <a:spLocks noGrp="1"/>
          </p:cNvSpPr>
          <p:nvPr/>
        </p:nvSpPr>
        <p:spPr>
          <a:xfrm>
            <a:off x="2816256" y="3158458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90" name="ABCD-text-0391-n127">
            <a:extLst>
              <a:ext uri="{FF2B5EF4-FFF2-40B4-BE49-F238E27FC236}">
                <a16:creationId xmlns:a16="http://schemas.microsoft.com/office/drawing/2014/main" id="{F96480A8-13F7-4177-8E7E-C4908C664FA9}"/>
              </a:ext>
            </a:extLst>
          </p:cNvPr>
          <p:cNvSpPr>
            <a:spLocks noGrp="1"/>
          </p:cNvSpPr>
          <p:nvPr/>
        </p:nvSpPr>
        <p:spPr>
          <a:xfrm>
            <a:off x="3233280" y="3177190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n=127</a:t>
            </a:r>
          </a:p>
        </p:txBody>
      </p:sp>
      <p:sp>
        <p:nvSpPr>
          <p:cNvPr id="391" name="ABCD-text-0392-27%">
            <a:extLst>
              <a:ext uri="{FF2B5EF4-FFF2-40B4-BE49-F238E27FC236}">
                <a16:creationId xmlns:a16="http://schemas.microsoft.com/office/drawing/2014/main" id="{9EFC4346-8CAF-4EC3-B3D9-4101C85F7367}"/>
              </a:ext>
            </a:extLst>
          </p:cNvPr>
          <p:cNvSpPr>
            <a:spLocks noGrp="1"/>
          </p:cNvSpPr>
          <p:nvPr/>
        </p:nvSpPr>
        <p:spPr>
          <a:xfrm>
            <a:off x="3462730" y="3158458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392" name="ABCD-text-0393-n138">
            <a:extLst>
              <a:ext uri="{FF2B5EF4-FFF2-40B4-BE49-F238E27FC236}">
                <a16:creationId xmlns:a16="http://schemas.microsoft.com/office/drawing/2014/main" id="{8C63A06E-4B1B-4FE4-B103-E20B7A23442D}"/>
              </a:ext>
            </a:extLst>
          </p:cNvPr>
          <p:cNvSpPr>
            <a:spLocks noGrp="1"/>
          </p:cNvSpPr>
          <p:nvPr/>
        </p:nvSpPr>
        <p:spPr>
          <a:xfrm>
            <a:off x="3879753" y="3177190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n=138</a:t>
            </a:r>
          </a:p>
        </p:txBody>
      </p:sp>
      <p:sp>
        <p:nvSpPr>
          <p:cNvPr id="393" name="ABCD-text-0394-REAC">
            <a:extLst>
              <a:ext uri="{FF2B5EF4-FFF2-40B4-BE49-F238E27FC236}">
                <a16:creationId xmlns:a16="http://schemas.microsoft.com/office/drawing/2014/main" id="{1CADE648-BA68-4249-999C-5C31F0A51D0C}"/>
              </a:ext>
            </a:extLst>
          </p:cNvPr>
          <p:cNvSpPr>
            <a:spLocks noGrp="1"/>
          </p:cNvSpPr>
          <p:nvPr/>
        </p:nvSpPr>
        <p:spPr>
          <a:xfrm>
            <a:off x="1140318" y="3305974"/>
            <a:ext cx="431800" cy="133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68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8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REAC</a:t>
            </a:r>
          </a:p>
        </p:txBody>
      </p:sp>
      <p:sp>
        <p:nvSpPr>
          <p:cNvPr id="394" name="ABCD-text-0395-34%">
            <a:extLst>
              <a:ext uri="{FF2B5EF4-FFF2-40B4-BE49-F238E27FC236}">
                <a16:creationId xmlns:a16="http://schemas.microsoft.com/office/drawing/2014/main" id="{9DD97333-E766-4F09-801F-7B334D3068E5}"/>
              </a:ext>
            </a:extLst>
          </p:cNvPr>
          <p:cNvSpPr>
            <a:spLocks noGrp="1"/>
          </p:cNvSpPr>
          <p:nvPr/>
        </p:nvSpPr>
        <p:spPr>
          <a:xfrm>
            <a:off x="1523309" y="3310551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395" name="ABCD-text-0396-n81">
            <a:extLst>
              <a:ext uri="{FF2B5EF4-FFF2-40B4-BE49-F238E27FC236}">
                <a16:creationId xmlns:a16="http://schemas.microsoft.com/office/drawing/2014/main" id="{68CB33C1-ABFD-49F6-BDBC-0E3FE2DD1A72}"/>
              </a:ext>
            </a:extLst>
          </p:cNvPr>
          <p:cNvSpPr>
            <a:spLocks noGrp="1"/>
          </p:cNvSpPr>
          <p:nvPr/>
        </p:nvSpPr>
        <p:spPr>
          <a:xfrm>
            <a:off x="1940333" y="332928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EDF3F7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EDF3F7"/>
                </a:solidFill>
                <a:latin typeface="Arial"/>
                <a:ea typeface="Arial"/>
                <a:cs typeface="Arial"/>
              </a:rPr>
              <a:t>n=81</a:t>
            </a:r>
          </a:p>
        </p:txBody>
      </p:sp>
      <p:sp>
        <p:nvSpPr>
          <p:cNvPr id="396" name="ABCD-text-0397-26%">
            <a:extLst>
              <a:ext uri="{FF2B5EF4-FFF2-40B4-BE49-F238E27FC236}">
                <a16:creationId xmlns:a16="http://schemas.microsoft.com/office/drawing/2014/main" id="{5B7BF33F-1E2D-4BA6-AC37-0DA79A86DC11}"/>
              </a:ext>
            </a:extLst>
          </p:cNvPr>
          <p:cNvSpPr>
            <a:spLocks noGrp="1"/>
          </p:cNvSpPr>
          <p:nvPr/>
        </p:nvSpPr>
        <p:spPr>
          <a:xfrm>
            <a:off x="2169783" y="3310551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397" name="ABCD-text-0398-n121">
            <a:extLst>
              <a:ext uri="{FF2B5EF4-FFF2-40B4-BE49-F238E27FC236}">
                <a16:creationId xmlns:a16="http://schemas.microsoft.com/office/drawing/2014/main" id="{B28EDDFD-256A-4550-AD8A-462388DCB57F}"/>
              </a:ext>
            </a:extLst>
          </p:cNvPr>
          <p:cNvSpPr>
            <a:spLocks noGrp="1"/>
          </p:cNvSpPr>
          <p:nvPr/>
        </p:nvSpPr>
        <p:spPr>
          <a:xfrm>
            <a:off x="2586806" y="332928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n=121</a:t>
            </a:r>
          </a:p>
        </p:txBody>
      </p:sp>
      <p:sp>
        <p:nvSpPr>
          <p:cNvPr id="398" name="ABCD-text-0399-26%">
            <a:extLst>
              <a:ext uri="{FF2B5EF4-FFF2-40B4-BE49-F238E27FC236}">
                <a16:creationId xmlns:a16="http://schemas.microsoft.com/office/drawing/2014/main" id="{F416B6D5-869E-43AC-873B-A95F17082297}"/>
              </a:ext>
            </a:extLst>
          </p:cNvPr>
          <p:cNvSpPr>
            <a:spLocks noGrp="1"/>
          </p:cNvSpPr>
          <p:nvPr/>
        </p:nvSpPr>
        <p:spPr>
          <a:xfrm>
            <a:off x="2816256" y="3310551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399" name="ABCD-text-0400-n135">
            <a:extLst>
              <a:ext uri="{FF2B5EF4-FFF2-40B4-BE49-F238E27FC236}">
                <a16:creationId xmlns:a16="http://schemas.microsoft.com/office/drawing/2014/main" id="{00AB8AA9-DA9F-4992-B8E7-B76233BB35D3}"/>
              </a:ext>
            </a:extLst>
          </p:cNvPr>
          <p:cNvSpPr>
            <a:spLocks noGrp="1"/>
          </p:cNvSpPr>
          <p:nvPr/>
        </p:nvSpPr>
        <p:spPr>
          <a:xfrm>
            <a:off x="3233280" y="332928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n=135</a:t>
            </a:r>
          </a:p>
        </p:txBody>
      </p:sp>
      <p:sp>
        <p:nvSpPr>
          <p:cNvPr id="400" name="ABCD-text-0401-28%">
            <a:extLst>
              <a:ext uri="{FF2B5EF4-FFF2-40B4-BE49-F238E27FC236}">
                <a16:creationId xmlns:a16="http://schemas.microsoft.com/office/drawing/2014/main" id="{09E8C03E-E744-4D35-B268-1E4C1DBFFECE}"/>
              </a:ext>
            </a:extLst>
          </p:cNvPr>
          <p:cNvSpPr>
            <a:spLocks noGrp="1"/>
          </p:cNvSpPr>
          <p:nvPr/>
        </p:nvSpPr>
        <p:spPr>
          <a:xfrm>
            <a:off x="3462730" y="3310551"/>
            <a:ext cx="400050" cy="124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630" b="1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28%</a:t>
            </a:r>
          </a:p>
        </p:txBody>
      </p:sp>
      <p:sp>
        <p:nvSpPr>
          <p:cNvPr id="401" name="ABCD-text-0402-n134">
            <a:extLst>
              <a:ext uri="{FF2B5EF4-FFF2-40B4-BE49-F238E27FC236}">
                <a16:creationId xmlns:a16="http://schemas.microsoft.com/office/drawing/2014/main" id="{BD1B0AA1-9409-4E1B-A9EB-59202A907E6E}"/>
              </a:ext>
            </a:extLst>
          </p:cNvPr>
          <p:cNvSpPr>
            <a:spLocks noGrp="1"/>
          </p:cNvSpPr>
          <p:nvPr/>
        </p:nvSpPr>
        <p:spPr>
          <a:xfrm>
            <a:off x="3879753" y="3329282"/>
            <a:ext cx="269875" cy="836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425" b="0" i="0">
                <a:solidFill>
                  <a:srgbClr val="5E6670"/>
                </a:solidFill>
                <a:latin typeface="Arial"/>
                <a:ea typeface="Arial"/>
                <a:cs typeface="Arial"/>
              </a:defRPr>
            </a:pPr>
            <a:r>
              <a:rPr sz="425">
                <a:solidFill>
                  <a:srgbClr val="5E6670"/>
                </a:solidFill>
                <a:latin typeface="Arial"/>
                <a:ea typeface="Arial"/>
                <a:cs typeface="Arial"/>
              </a:rPr>
              <a:t>n=134</a:t>
            </a:r>
          </a:p>
        </p:txBody>
      </p:sp>
      <p:sp>
        <p:nvSpPr>
          <p:cNvPr id="402" name="ABCD-text-0403-Mean pass rate (%)">
            <a:extLst>
              <a:ext uri="{FF2B5EF4-FFF2-40B4-BE49-F238E27FC236}">
                <a16:creationId xmlns:a16="http://schemas.microsoft.com/office/drawing/2014/main" id="{6922A7A8-B847-46F4-9F96-779DB7144553}"/>
              </a:ext>
            </a:extLst>
          </p:cNvPr>
          <p:cNvSpPr>
            <a:spLocks noGrp="1"/>
          </p:cNvSpPr>
          <p:nvPr/>
        </p:nvSpPr>
        <p:spPr>
          <a:xfrm>
            <a:off x="2519107" y="3529186"/>
            <a:ext cx="768736" cy="118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6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600">
                <a:solidFill>
                  <a:srgbClr val="333333"/>
                </a:solidFill>
                <a:latin typeface="Arial"/>
                <a:ea typeface="Arial"/>
                <a:cs typeface="Arial"/>
              </a:rPr>
              <a:t>Mean pass rate (%)</a:t>
            </a:r>
          </a:p>
        </p:txBody>
      </p:sp>
      <p:sp>
        <p:nvSpPr>
          <p:cNvPr id="403" name="ABCD-text-0404-22">
            <a:extLst>
              <a:ext uri="{FF2B5EF4-FFF2-40B4-BE49-F238E27FC236}">
                <a16:creationId xmlns:a16="http://schemas.microsoft.com/office/drawing/2014/main" id="{3FE3A2EE-88F9-4C7E-9A01-4A5BE8370A38}"/>
              </a:ext>
            </a:extLst>
          </p:cNvPr>
          <p:cNvSpPr>
            <a:spLocks noGrp="1"/>
          </p:cNvSpPr>
          <p:nvPr/>
        </p:nvSpPr>
        <p:spPr>
          <a:xfrm>
            <a:off x="2194936" y="3703302"/>
            <a:ext cx="285750" cy="88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45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04" name="ABCD-text-0405-30">
            <a:extLst>
              <a:ext uri="{FF2B5EF4-FFF2-40B4-BE49-F238E27FC236}">
                <a16:creationId xmlns:a16="http://schemas.microsoft.com/office/drawing/2014/main" id="{E2F7EDF2-7A72-46E5-8F37-1C5827E90EEA}"/>
              </a:ext>
            </a:extLst>
          </p:cNvPr>
          <p:cNvSpPr>
            <a:spLocks noGrp="1"/>
          </p:cNvSpPr>
          <p:nvPr/>
        </p:nvSpPr>
        <p:spPr>
          <a:xfrm>
            <a:off x="2760600" y="3703302"/>
            <a:ext cx="285750" cy="88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45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05" name="ABCD-text-0406-37">
            <a:extLst>
              <a:ext uri="{FF2B5EF4-FFF2-40B4-BE49-F238E27FC236}">
                <a16:creationId xmlns:a16="http://schemas.microsoft.com/office/drawing/2014/main" id="{ED6AA521-526B-4B6F-B778-5EFF08432A0C}"/>
              </a:ext>
            </a:extLst>
          </p:cNvPr>
          <p:cNvSpPr>
            <a:spLocks noGrp="1"/>
          </p:cNvSpPr>
          <p:nvPr/>
        </p:nvSpPr>
        <p:spPr>
          <a:xfrm>
            <a:off x="3326264" y="3703302"/>
            <a:ext cx="285750" cy="88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4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450">
                <a:solidFill>
                  <a:srgbClr val="66666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36" name="ABCD-text-0537-A">
            <a:extLst>
              <a:ext uri="{FF2B5EF4-FFF2-40B4-BE49-F238E27FC236}">
                <a16:creationId xmlns:a16="http://schemas.microsoft.com/office/drawing/2014/main" id="{944EFD84-3A22-400B-AB2E-28BD4C6A4058}"/>
              </a:ext>
            </a:extLst>
          </p:cNvPr>
          <p:cNvSpPr>
            <a:spLocks noGrp="1"/>
          </p:cNvSpPr>
          <p:nvPr/>
        </p:nvSpPr>
        <p:spPr>
          <a:xfrm>
            <a:off x="48047" y="24167"/>
            <a:ext cx="698500" cy="216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37" name="ABCD-text-0538-Statistical validation pass rate across all genedisease contexts">
            <a:extLst>
              <a:ext uri="{FF2B5EF4-FFF2-40B4-BE49-F238E27FC236}">
                <a16:creationId xmlns:a16="http://schemas.microsoft.com/office/drawing/2014/main" id="{4D846728-AB22-4D5F-B3BE-8894403CCD7A}"/>
              </a:ext>
            </a:extLst>
          </p:cNvPr>
          <p:cNvSpPr>
            <a:spLocks noGrp="1"/>
          </p:cNvSpPr>
          <p:nvPr/>
        </p:nvSpPr>
        <p:spPr>
          <a:xfrm>
            <a:off x="746205" y="91799"/>
            <a:ext cx="351440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Statistical validation pass rate across all gene-disease contexts</a:t>
            </a:r>
          </a:p>
        </p:txBody>
      </p:sp>
      <p:sp>
        <p:nvSpPr>
          <p:cNvPr id="538" name="ABCD-text-0539-B">
            <a:extLst>
              <a:ext uri="{FF2B5EF4-FFF2-40B4-BE49-F238E27FC236}">
                <a16:creationId xmlns:a16="http://schemas.microsoft.com/office/drawing/2014/main" id="{5E31F917-D83E-4687-B43A-1DB539B61821}"/>
              </a:ext>
            </a:extLst>
          </p:cNvPr>
          <p:cNvSpPr>
            <a:spLocks noGrp="1"/>
          </p:cNvSpPr>
          <p:nvPr/>
        </p:nvSpPr>
        <p:spPr>
          <a:xfrm>
            <a:off x="5093441" y="24167"/>
            <a:ext cx="698500" cy="216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39" name="ABCD-text-0540-Statistical validation pass rate at the disease level">
            <a:extLst>
              <a:ext uri="{FF2B5EF4-FFF2-40B4-BE49-F238E27FC236}">
                <a16:creationId xmlns:a16="http://schemas.microsoft.com/office/drawing/2014/main" id="{78F34D49-173F-484E-82FE-88CD1F35C4F4}"/>
              </a:ext>
            </a:extLst>
          </p:cNvPr>
          <p:cNvSpPr>
            <a:spLocks noGrp="1"/>
          </p:cNvSpPr>
          <p:nvPr/>
        </p:nvSpPr>
        <p:spPr>
          <a:xfrm>
            <a:off x="6462389" y="91799"/>
            <a:ext cx="2856586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Statistical validation pass rate at the disease level</a:t>
            </a:r>
          </a:p>
        </p:txBody>
      </p:sp>
      <p:sp>
        <p:nvSpPr>
          <p:cNvPr id="540" name="ABCD-text-0541-C">
            <a:extLst>
              <a:ext uri="{FF2B5EF4-FFF2-40B4-BE49-F238E27FC236}">
                <a16:creationId xmlns:a16="http://schemas.microsoft.com/office/drawing/2014/main" id="{80181D91-B244-4CD1-8B46-0198EA4C12A4}"/>
              </a:ext>
            </a:extLst>
          </p:cNvPr>
          <p:cNvSpPr>
            <a:spLocks noGrp="1"/>
          </p:cNvSpPr>
          <p:nvPr/>
        </p:nvSpPr>
        <p:spPr>
          <a:xfrm>
            <a:off x="27327" y="1889360"/>
            <a:ext cx="698500" cy="216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1" name="ABCD-text-0542-Statistical validation pass rate stratified by genelist size">
            <a:extLst>
              <a:ext uri="{FF2B5EF4-FFF2-40B4-BE49-F238E27FC236}">
                <a16:creationId xmlns:a16="http://schemas.microsoft.com/office/drawing/2014/main" id="{41AB3FF8-5984-447A-A000-7DA4885109E3}"/>
              </a:ext>
            </a:extLst>
          </p:cNvPr>
          <p:cNvSpPr>
            <a:spLocks noGrp="1"/>
          </p:cNvSpPr>
          <p:nvPr/>
        </p:nvSpPr>
        <p:spPr>
          <a:xfrm>
            <a:off x="988612" y="1976834"/>
            <a:ext cx="3236793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Statistical validation pass rate stratified by gene-list size</a:t>
            </a:r>
          </a:p>
        </p:txBody>
      </p:sp>
      <p:sp>
        <p:nvSpPr>
          <p:cNvPr id="544" name="ABCD-path-0545">
            <a:extLst>
              <a:ext uri="{FF2B5EF4-FFF2-40B4-BE49-F238E27FC236}">
                <a16:creationId xmlns:a16="http://schemas.microsoft.com/office/drawing/2014/main" id="{F38C8161-F3D9-4FAD-A20F-F182CF2E3082}"/>
              </a:ext>
            </a:extLst>
          </p:cNvPr>
          <p:cNvSpPr>
            <a:spLocks noGrp="1"/>
          </p:cNvSpPr>
          <p:nvPr/>
        </p:nvSpPr>
        <p:spPr>
          <a:xfrm>
            <a:off x="1655617" y="390418"/>
            <a:ext cx="74041" cy="95"/>
          </a:xfrm>
          <a:custGeom>
            <a:avLst/>
            <a:gdLst/>
            <a:ahLst/>
            <a:cxnLst/>
            <a:rect l="0" t="0" r="0" b="0"/>
            <a:pathLst>
              <a:path w="74041" h="95">
                <a:moveTo>
                  <a:pt x="0" y="0"/>
                </a:moveTo>
                <a:lnTo>
                  <a:pt x="37020" y="0"/>
                </a:lnTo>
                <a:lnTo>
                  <a:pt x="74041" y="0"/>
                </a:lnTo>
              </a:path>
            </a:pathLst>
          </a:custGeom>
          <a:noFill/>
          <a:ln w="20320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5" name="ABCD-use-0546">
            <a:extLst>
              <a:ext uri="{FF2B5EF4-FFF2-40B4-BE49-F238E27FC236}">
                <a16:creationId xmlns:a16="http://schemas.microsoft.com/office/drawing/2014/main" id="{2C5C8B17-FD3E-47DA-B7B7-178B293ED611}"/>
              </a:ext>
            </a:extLst>
          </p:cNvPr>
          <p:cNvSpPr>
            <a:spLocks noGrp="1"/>
          </p:cNvSpPr>
          <p:nvPr/>
        </p:nvSpPr>
        <p:spPr>
          <a:xfrm>
            <a:off x="1665963" y="363744"/>
            <a:ext cx="53340" cy="53340"/>
          </a:xfrm>
          <a:custGeom>
            <a:avLst/>
            <a:gdLst/>
            <a:ahLst/>
            <a:cxnLst/>
            <a:rect l="0" t="0" r="0" b="0"/>
            <a:pathLst>
              <a:path w="53340" h="53340">
                <a:moveTo>
                  <a:pt x="26670" y="53340"/>
                </a:moveTo>
                <a:lnTo>
                  <a:pt x="28431" y="53282"/>
                </a:lnTo>
                <a:lnTo>
                  <a:pt x="30176" y="53109"/>
                </a:lnTo>
                <a:lnTo>
                  <a:pt x="31897" y="52823"/>
                </a:lnTo>
                <a:lnTo>
                  <a:pt x="33591" y="52426"/>
                </a:lnTo>
                <a:lnTo>
                  <a:pt x="35253" y="51921"/>
                </a:lnTo>
                <a:lnTo>
                  <a:pt x="36876" y="51310"/>
                </a:lnTo>
                <a:lnTo>
                  <a:pt x="38456" y="50594"/>
                </a:lnTo>
                <a:lnTo>
                  <a:pt x="39988" y="49777"/>
                </a:lnTo>
                <a:lnTo>
                  <a:pt x="41467" y="48859"/>
                </a:lnTo>
                <a:lnTo>
                  <a:pt x="42886" y="47844"/>
                </a:lnTo>
                <a:lnTo>
                  <a:pt x="44242" y="46733"/>
                </a:lnTo>
                <a:lnTo>
                  <a:pt x="45529" y="45529"/>
                </a:lnTo>
                <a:lnTo>
                  <a:pt x="46733" y="44242"/>
                </a:lnTo>
                <a:lnTo>
                  <a:pt x="47844" y="42886"/>
                </a:lnTo>
                <a:lnTo>
                  <a:pt x="48859" y="41467"/>
                </a:lnTo>
                <a:lnTo>
                  <a:pt x="49777" y="39988"/>
                </a:lnTo>
                <a:lnTo>
                  <a:pt x="50594" y="38456"/>
                </a:lnTo>
                <a:lnTo>
                  <a:pt x="51310" y="36876"/>
                </a:lnTo>
                <a:lnTo>
                  <a:pt x="51921" y="35253"/>
                </a:lnTo>
                <a:lnTo>
                  <a:pt x="52426" y="33591"/>
                </a:lnTo>
                <a:lnTo>
                  <a:pt x="52823" y="31897"/>
                </a:lnTo>
                <a:lnTo>
                  <a:pt x="53109" y="30176"/>
                </a:lnTo>
                <a:lnTo>
                  <a:pt x="53282" y="28431"/>
                </a:lnTo>
                <a:lnTo>
                  <a:pt x="53340" y="26670"/>
                </a:lnTo>
                <a:lnTo>
                  <a:pt x="53282" y="24909"/>
                </a:lnTo>
                <a:lnTo>
                  <a:pt x="53109" y="23164"/>
                </a:lnTo>
                <a:lnTo>
                  <a:pt x="52823" y="21443"/>
                </a:lnTo>
                <a:lnTo>
                  <a:pt x="52426" y="19749"/>
                </a:lnTo>
                <a:lnTo>
                  <a:pt x="51921" y="18087"/>
                </a:lnTo>
                <a:lnTo>
                  <a:pt x="51310" y="16464"/>
                </a:lnTo>
                <a:lnTo>
                  <a:pt x="50594" y="14884"/>
                </a:lnTo>
                <a:lnTo>
                  <a:pt x="49777" y="13352"/>
                </a:lnTo>
                <a:lnTo>
                  <a:pt x="48859" y="11873"/>
                </a:lnTo>
                <a:lnTo>
                  <a:pt x="47844" y="10454"/>
                </a:lnTo>
                <a:lnTo>
                  <a:pt x="46733" y="9098"/>
                </a:lnTo>
                <a:lnTo>
                  <a:pt x="45529" y="7811"/>
                </a:lnTo>
                <a:lnTo>
                  <a:pt x="44242" y="6607"/>
                </a:lnTo>
                <a:lnTo>
                  <a:pt x="42886" y="5496"/>
                </a:lnTo>
                <a:lnTo>
                  <a:pt x="41467" y="4481"/>
                </a:lnTo>
                <a:lnTo>
                  <a:pt x="39988" y="3563"/>
                </a:lnTo>
                <a:lnTo>
                  <a:pt x="38456" y="2746"/>
                </a:lnTo>
                <a:lnTo>
                  <a:pt x="36876" y="2030"/>
                </a:lnTo>
                <a:lnTo>
                  <a:pt x="35253" y="1419"/>
                </a:lnTo>
                <a:lnTo>
                  <a:pt x="33591" y="914"/>
                </a:lnTo>
                <a:lnTo>
                  <a:pt x="31897" y="517"/>
                </a:lnTo>
                <a:lnTo>
                  <a:pt x="30176" y="231"/>
                </a:lnTo>
                <a:lnTo>
                  <a:pt x="28431" y="58"/>
                </a:lnTo>
                <a:lnTo>
                  <a:pt x="26670" y="0"/>
                </a:lnTo>
                <a:lnTo>
                  <a:pt x="24909" y="58"/>
                </a:lnTo>
                <a:lnTo>
                  <a:pt x="23164" y="231"/>
                </a:lnTo>
                <a:lnTo>
                  <a:pt x="21443" y="517"/>
                </a:lnTo>
                <a:lnTo>
                  <a:pt x="19749" y="914"/>
                </a:lnTo>
                <a:lnTo>
                  <a:pt x="18087" y="1419"/>
                </a:lnTo>
                <a:lnTo>
                  <a:pt x="16464" y="2030"/>
                </a:lnTo>
                <a:lnTo>
                  <a:pt x="14884" y="2746"/>
                </a:lnTo>
                <a:lnTo>
                  <a:pt x="13352" y="3563"/>
                </a:lnTo>
                <a:lnTo>
                  <a:pt x="11873" y="4481"/>
                </a:lnTo>
                <a:lnTo>
                  <a:pt x="10454" y="5496"/>
                </a:lnTo>
                <a:lnTo>
                  <a:pt x="9098" y="6607"/>
                </a:lnTo>
                <a:lnTo>
                  <a:pt x="7811" y="7811"/>
                </a:lnTo>
                <a:lnTo>
                  <a:pt x="6607" y="9098"/>
                </a:lnTo>
                <a:lnTo>
                  <a:pt x="5496" y="10454"/>
                </a:lnTo>
                <a:lnTo>
                  <a:pt x="4481" y="11873"/>
                </a:lnTo>
                <a:lnTo>
                  <a:pt x="3563" y="13352"/>
                </a:lnTo>
                <a:lnTo>
                  <a:pt x="2746" y="14884"/>
                </a:lnTo>
                <a:lnTo>
                  <a:pt x="2030" y="16464"/>
                </a:lnTo>
                <a:lnTo>
                  <a:pt x="1419" y="18087"/>
                </a:lnTo>
                <a:lnTo>
                  <a:pt x="914" y="19749"/>
                </a:lnTo>
                <a:lnTo>
                  <a:pt x="517" y="21443"/>
                </a:lnTo>
                <a:lnTo>
                  <a:pt x="231" y="23164"/>
                </a:lnTo>
                <a:lnTo>
                  <a:pt x="58" y="24909"/>
                </a:lnTo>
                <a:lnTo>
                  <a:pt x="0" y="26670"/>
                </a:lnTo>
                <a:lnTo>
                  <a:pt x="58" y="28431"/>
                </a:lnTo>
                <a:lnTo>
                  <a:pt x="231" y="30176"/>
                </a:lnTo>
                <a:lnTo>
                  <a:pt x="517" y="31897"/>
                </a:lnTo>
                <a:lnTo>
                  <a:pt x="914" y="33591"/>
                </a:lnTo>
                <a:lnTo>
                  <a:pt x="1419" y="35253"/>
                </a:lnTo>
                <a:lnTo>
                  <a:pt x="2030" y="36876"/>
                </a:lnTo>
                <a:lnTo>
                  <a:pt x="2746" y="38456"/>
                </a:lnTo>
                <a:lnTo>
                  <a:pt x="3563" y="39988"/>
                </a:lnTo>
                <a:lnTo>
                  <a:pt x="4481" y="41467"/>
                </a:lnTo>
                <a:lnTo>
                  <a:pt x="5496" y="42886"/>
                </a:lnTo>
                <a:lnTo>
                  <a:pt x="6607" y="44242"/>
                </a:lnTo>
                <a:lnTo>
                  <a:pt x="7811" y="45529"/>
                </a:lnTo>
                <a:lnTo>
                  <a:pt x="9098" y="46733"/>
                </a:lnTo>
                <a:lnTo>
                  <a:pt x="10454" y="47844"/>
                </a:lnTo>
                <a:lnTo>
                  <a:pt x="11873" y="48859"/>
                </a:lnTo>
                <a:lnTo>
                  <a:pt x="13352" y="49777"/>
                </a:lnTo>
                <a:lnTo>
                  <a:pt x="14884" y="50594"/>
                </a:lnTo>
                <a:lnTo>
                  <a:pt x="16464" y="51310"/>
                </a:lnTo>
                <a:lnTo>
                  <a:pt x="18087" y="51921"/>
                </a:lnTo>
                <a:lnTo>
                  <a:pt x="19749" y="52426"/>
                </a:lnTo>
                <a:lnTo>
                  <a:pt x="21443" y="52823"/>
                </a:lnTo>
                <a:lnTo>
                  <a:pt x="23164" y="53109"/>
                </a:lnTo>
                <a:lnTo>
                  <a:pt x="24909" y="53282"/>
                </a:lnTo>
                <a:lnTo>
                  <a:pt x="26670" y="53340"/>
                </a:lnTo>
                <a:close/>
              </a:path>
            </a:pathLst>
          </a:custGeom>
          <a:solidFill>
            <a:srgbClr val="7E57C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6" name="ABCD-text-0547-GO:BP">
            <a:extLst>
              <a:ext uri="{FF2B5EF4-FFF2-40B4-BE49-F238E27FC236}">
                <a16:creationId xmlns:a16="http://schemas.microsoft.com/office/drawing/2014/main" id="{018A9661-231D-4005-BB20-EEB0CD0037F1}"/>
              </a:ext>
            </a:extLst>
          </p:cNvPr>
          <p:cNvSpPr>
            <a:spLocks noGrp="1"/>
          </p:cNvSpPr>
          <p:nvPr/>
        </p:nvSpPr>
        <p:spPr>
          <a:xfrm>
            <a:off x="1749847" y="348012"/>
            <a:ext cx="336550" cy="10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5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30">
                <a:solidFill>
                  <a:srgbClr val="000000"/>
                </a:solidFill>
                <a:latin typeface="Arial"/>
                <a:ea typeface="Arial"/>
                <a:cs typeface="Arial"/>
              </a:rPr>
              <a:t>GO:BP</a:t>
            </a:r>
          </a:p>
        </p:txBody>
      </p:sp>
      <p:sp>
        <p:nvSpPr>
          <p:cNvPr id="547" name="ABCD-path-0548">
            <a:extLst>
              <a:ext uri="{FF2B5EF4-FFF2-40B4-BE49-F238E27FC236}">
                <a16:creationId xmlns:a16="http://schemas.microsoft.com/office/drawing/2014/main" id="{920925E0-8E25-46B3-AC73-6E58D5267CBC}"/>
              </a:ext>
            </a:extLst>
          </p:cNvPr>
          <p:cNvSpPr>
            <a:spLocks noGrp="1"/>
          </p:cNvSpPr>
          <p:nvPr/>
        </p:nvSpPr>
        <p:spPr>
          <a:xfrm>
            <a:off x="2010172" y="390418"/>
            <a:ext cx="74041" cy="95"/>
          </a:xfrm>
          <a:custGeom>
            <a:avLst/>
            <a:gdLst/>
            <a:ahLst/>
            <a:cxnLst/>
            <a:rect l="0" t="0" r="0" b="0"/>
            <a:pathLst>
              <a:path w="74041" h="95">
                <a:moveTo>
                  <a:pt x="0" y="0"/>
                </a:moveTo>
                <a:lnTo>
                  <a:pt x="37020" y="0"/>
                </a:lnTo>
                <a:lnTo>
                  <a:pt x="74041" y="0"/>
                </a:lnTo>
              </a:path>
            </a:pathLst>
          </a:custGeom>
          <a:noFill/>
          <a:ln w="20320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8" name="ABCD-use-0549">
            <a:extLst>
              <a:ext uri="{FF2B5EF4-FFF2-40B4-BE49-F238E27FC236}">
                <a16:creationId xmlns:a16="http://schemas.microsoft.com/office/drawing/2014/main" id="{7C8438AA-CD4A-4849-9B5D-4F754AA599C9}"/>
              </a:ext>
            </a:extLst>
          </p:cNvPr>
          <p:cNvSpPr>
            <a:spLocks noGrp="1"/>
          </p:cNvSpPr>
          <p:nvPr/>
        </p:nvSpPr>
        <p:spPr>
          <a:xfrm>
            <a:off x="2020519" y="363744"/>
            <a:ext cx="53340" cy="53340"/>
          </a:xfrm>
          <a:custGeom>
            <a:avLst/>
            <a:gdLst/>
            <a:ahLst/>
            <a:cxnLst/>
            <a:rect l="0" t="0" r="0" b="0"/>
            <a:pathLst>
              <a:path w="53340" h="53340">
                <a:moveTo>
                  <a:pt x="26670" y="53340"/>
                </a:moveTo>
                <a:lnTo>
                  <a:pt x="28431" y="53282"/>
                </a:lnTo>
                <a:lnTo>
                  <a:pt x="30176" y="53109"/>
                </a:lnTo>
                <a:lnTo>
                  <a:pt x="31897" y="52823"/>
                </a:lnTo>
                <a:lnTo>
                  <a:pt x="33591" y="52426"/>
                </a:lnTo>
                <a:lnTo>
                  <a:pt x="35253" y="51921"/>
                </a:lnTo>
                <a:lnTo>
                  <a:pt x="36876" y="51310"/>
                </a:lnTo>
                <a:lnTo>
                  <a:pt x="38456" y="50594"/>
                </a:lnTo>
                <a:lnTo>
                  <a:pt x="39988" y="49777"/>
                </a:lnTo>
                <a:lnTo>
                  <a:pt x="41467" y="48859"/>
                </a:lnTo>
                <a:lnTo>
                  <a:pt x="42886" y="47844"/>
                </a:lnTo>
                <a:lnTo>
                  <a:pt x="44242" y="46733"/>
                </a:lnTo>
                <a:lnTo>
                  <a:pt x="45529" y="45529"/>
                </a:lnTo>
                <a:lnTo>
                  <a:pt x="46733" y="44242"/>
                </a:lnTo>
                <a:lnTo>
                  <a:pt x="47844" y="42886"/>
                </a:lnTo>
                <a:lnTo>
                  <a:pt x="48859" y="41467"/>
                </a:lnTo>
                <a:lnTo>
                  <a:pt x="49777" y="39988"/>
                </a:lnTo>
                <a:lnTo>
                  <a:pt x="50594" y="38456"/>
                </a:lnTo>
                <a:lnTo>
                  <a:pt x="51310" y="36876"/>
                </a:lnTo>
                <a:lnTo>
                  <a:pt x="51921" y="35253"/>
                </a:lnTo>
                <a:lnTo>
                  <a:pt x="52426" y="33591"/>
                </a:lnTo>
                <a:lnTo>
                  <a:pt x="52823" y="31897"/>
                </a:lnTo>
                <a:lnTo>
                  <a:pt x="53109" y="30176"/>
                </a:lnTo>
                <a:lnTo>
                  <a:pt x="53282" y="28431"/>
                </a:lnTo>
                <a:lnTo>
                  <a:pt x="53340" y="26670"/>
                </a:lnTo>
                <a:lnTo>
                  <a:pt x="53282" y="24909"/>
                </a:lnTo>
                <a:lnTo>
                  <a:pt x="53109" y="23164"/>
                </a:lnTo>
                <a:lnTo>
                  <a:pt x="52823" y="21443"/>
                </a:lnTo>
                <a:lnTo>
                  <a:pt x="52426" y="19749"/>
                </a:lnTo>
                <a:lnTo>
                  <a:pt x="51921" y="18087"/>
                </a:lnTo>
                <a:lnTo>
                  <a:pt x="51310" y="16464"/>
                </a:lnTo>
                <a:lnTo>
                  <a:pt x="50594" y="14884"/>
                </a:lnTo>
                <a:lnTo>
                  <a:pt x="49777" y="13352"/>
                </a:lnTo>
                <a:lnTo>
                  <a:pt x="48859" y="11873"/>
                </a:lnTo>
                <a:lnTo>
                  <a:pt x="47844" y="10454"/>
                </a:lnTo>
                <a:lnTo>
                  <a:pt x="46733" y="9098"/>
                </a:lnTo>
                <a:lnTo>
                  <a:pt x="45529" y="7811"/>
                </a:lnTo>
                <a:lnTo>
                  <a:pt x="44242" y="6607"/>
                </a:lnTo>
                <a:lnTo>
                  <a:pt x="42886" y="5496"/>
                </a:lnTo>
                <a:lnTo>
                  <a:pt x="41467" y="4481"/>
                </a:lnTo>
                <a:lnTo>
                  <a:pt x="39988" y="3563"/>
                </a:lnTo>
                <a:lnTo>
                  <a:pt x="38456" y="2746"/>
                </a:lnTo>
                <a:lnTo>
                  <a:pt x="36876" y="2030"/>
                </a:lnTo>
                <a:lnTo>
                  <a:pt x="35253" y="1419"/>
                </a:lnTo>
                <a:lnTo>
                  <a:pt x="33591" y="914"/>
                </a:lnTo>
                <a:lnTo>
                  <a:pt x="31897" y="517"/>
                </a:lnTo>
                <a:lnTo>
                  <a:pt x="30176" y="231"/>
                </a:lnTo>
                <a:lnTo>
                  <a:pt x="28431" y="58"/>
                </a:lnTo>
                <a:lnTo>
                  <a:pt x="26670" y="0"/>
                </a:lnTo>
                <a:lnTo>
                  <a:pt x="24909" y="58"/>
                </a:lnTo>
                <a:lnTo>
                  <a:pt x="23164" y="231"/>
                </a:lnTo>
                <a:lnTo>
                  <a:pt x="21443" y="517"/>
                </a:lnTo>
                <a:lnTo>
                  <a:pt x="19749" y="914"/>
                </a:lnTo>
                <a:lnTo>
                  <a:pt x="18087" y="1419"/>
                </a:lnTo>
                <a:lnTo>
                  <a:pt x="16464" y="2030"/>
                </a:lnTo>
                <a:lnTo>
                  <a:pt x="14884" y="2746"/>
                </a:lnTo>
                <a:lnTo>
                  <a:pt x="13352" y="3563"/>
                </a:lnTo>
                <a:lnTo>
                  <a:pt x="11873" y="4481"/>
                </a:lnTo>
                <a:lnTo>
                  <a:pt x="10454" y="5496"/>
                </a:lnTo>
                <a:lnTo>
                  <a:pt x="9098" y="6607"/>
                </a:lnTo>
                <a:lnTo>
                  <a:pt x="7811" y="7811"/>
                </a:lnTo>
                <a:lnTo>
                  <a:pt x="6607" y="9098"/>
                </a:lnTo>
                <a:lnTo>
                  <a:pt x="5496" y="10454"/>
                </a:lnTo>
                <a:lnTo>
                  <a:pt x="4481" y="11873"/>
                </a:lnTo>
                <a:lnTo>
                  <a:pt x="3563" y="13352"/>
                </a:lnTo>
                <a:lnTo>
                  <a:pt x="2746" y="14884"/>
                </a:lnTo>
                <a:lnTo>
                  <a:pt x="2030" y="16464"/>
                </a:lnTo>
                <a:lnTo>
                  <a:pt x="1419" y="18087"/>
                </a:lnTo>
                <a:lnTo>
                  <a:pt x="914" y="19749"/>
                </a:lnTo>
                <a:lnTo>
                  <a:pt x="517" y="21443"/>
                </a:lnTo>
                <a:lnTo>
                  <a:pt x="231" y="23164"/>
                </a:lnTo>
                <a:lnTo>
                  <a:pt x="58" y="24909"/>
                </a:lnTo>
                <a:lnTo>
                  <a:pt x="0" y="26670"/>
                </a:lnTo>
                <a:lnTo>
                  <a:pt x="58" y="28431"/>
                </a:lnTo>
                <a:lnTo>
                  <a:pt x="231" y="30176"/>
                </a:lnTo>
                <a:lnTo>
                  <a:pt x="517" y="31897"/>
                </a:lnTo>
                <a:lnTo>
                  <a:pt x="914" y="33591"/>
                </a:lnTo>
                <a:lnTo>
                  <a:pt x="1419" y="35253"/>
                </a:lnTo>
                <a:lnTo>
                  <a:pt x="2030" y="36876"/>
                </a:lnTo>
                <a:lnTo>
                  <a:pt x="2746" y="38456"/>
                </a:lnTo>
                <a:lnTo>
                  <a:pt x="3563" y="39988"/>
                </a:lnTo>
                <a:lnTo>
                  <a:pt x="4481" y="41467"/>
                </a:lnTo>
                <a:lnTo>
                  <a:pt x="5496" y="42886"/>
                </a:lnTo>
                <a:lnTo>
                  <a:pt x="6607" y="44242"/>
                </a:lnTo>
                <a:lnTo>
                  <a:pt x="7811" y="45529"/>
                </a:lnTo>
                <a:lnTo>
                  <a:pt x="9098" y="46733"/>
                </a:lnTo>
                <a:lnTo>
                  <a:pt x="10454" y="47844"/>
                </a:lnTo>
                <a:lnTo>
                  <a:pt x="11873" y="48859"/>
                </a:lnTo>
                <a:lnTo>
                  <a:pt x="13352" y="49777"/>
                </a:lnTo>
                <a:lnTo>
                  <a:pt x="14884" y="50594"/>
                </a:lnTo>
                <a:lnTo>
                  <a:pt x="16464" y="51310"/>
                </a:lnTo>
                <a:lnTo>
                  <a:pt x="18087" y="51921"/>
                </a:lnTo>
                <a:lnTo>
                  <a:pt x="19749" y="52426"/>
                </a:lnTo>
                <a:lnTo>
                  <a:pt x="21443" y="52823"/>
                </a:lnTo>
                <a:lnTo>
                  <a:pt x="23164" y="53109"/>
                </a:lnTo>
                <a:lnTo>
                  <a:pt x="24909" y="53282"/>
                </a:lnTo>
                <a:lnTo>
                  <a:pt x="26670" y="53340"/>
                </a:lnTo>
                <a:close/>
              </a:path>
            </a:pathLst>
          </a:custGeom>
          <a:solidFill>
            <a:srgbClr val="26A69A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9" name="ABCD-text-0550-GO:MF">
            <a:extLst>
              <a:ext uri="{FF2B5EF4-FFF2-40B4-BE49-F238E27FC236}">
                <a16:creationId xmlns:a16="http://schemas.microsoft.com/office/drawing/2014/main" id="{A576FC55-F5DC-4F74-B048-9531DEBAEE24}"/>
              </a:ext>
            </a:extLst>
          </p:cNvPr>
          <p:cNvSpPr>
            <a:spLocks noGrp="1"/>
          </p:cNvSpPr>
          <p:nvPr/>
        </p:nvSpPr>
        <p:spPr>
          <a:xfrm>
            <a:off x="2104402" y="348012"/>
            <a:ext cx="336550" cy="10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5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30">
                <a:solidFill>
                  <a:srgbClr val="000000"/>
                </a:solidFill>
                <a:latin typeface="Arial"/>
                <a:ea typeface="Arial"/>
                <a:cs typeface="Arial"/>
              </a:rPr>
              <a:t>GO:MF</a:t>
            </a:r>
          </a:p>
        </p:txBody>
      </p:sp>
      <p:sp>
        <p:nvSpPr>
          <p:cNvPr id="550" name="ABCD-path-0551">
            <a:extLst>
              <a:ext uri="{FF2B5EF4-FFF2-40B4-BE49-F238E27FC236}">
                <a16:creationId xmlns:a16="http://schemas.microsoft.com/office/drawing/2014/main" id="{44135E01-EE11-4473-B267-384E3C1826FD}"/>
              </a:ext>
            </a:extLst>
          </p:cNvPr>
          <p:cNvSpPr>
            <a:spLocks noGrp="1"/>
          </p:cNvSpPr>
          <p:nvPr/>
        </p:nvSpPr>
        <p:spPr>
          <a:xfrm>
            <a:off x="2372111" y="390418"/>
            <a:ext cx="74041" cy="95"/>
          </a:xfrm>
          <a:custGeom>
            <a:avLst/>
            <a:gdLst/>
            <a:ahLst/>
            <a:cxnLst/>
            <a:rect l="0" t="0" r="0" b="0"/>
            <a:pathLst>
              <a:path w="74041" h="95">
                <a:moveTo>
                  <a:pt x="0" y="0"/>
                </a:moveTo>
                <a:lnTo>
                  <a:pt x="37020" y="0"/>
                </a:lnTo>
                <a:lnTo>
                  <a:pt x="74041" y="0"/>
                </a:lnTo>
              </a:path>
            </a:pathLst>
          </a:custGeom>
          <a:noFill/>
          <a:ln w="20320">
            <a:solidFill>
              <a:srgbClr val="42A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1" name="ABCD-use-0552">
            <a:extLst>
              <a:ext uri="{FF2B5EF4-FFF2-40B4-BE49-F238E27FC236}">
                <a16:creationId xmlns:a16="http://schemas.microsoft.com/office/drawing/2014/main" id="{763B8460-3DAD-49E9-AD9E-A78684386318}"/>
              </a:ext>
            </a:extLst>
          </p:cNvPr>
          <p:cNvSpPr>
            <a:spLocks noGrp="1"/>
          </p:cNvSpPr>
          <p:nvPr/>
        </p:nvSpPr>
        <p:spPr>
          <a:xfrm>
            <a:off x="2382457" y="363744"/>
            <a:ext cx="53340" cy="53340"/>
          </a:xfrm>
          <a:custGeom>
            <a:avLst/>
            <a:gdLst/>
            <a:ahLst/>
            <a:cxnLst/>
            <a:rect l="0" t="0" r="0" b="0"/>
            <a:pathLst>
              <a:path w="53340" h="53340">
                <a:moveTo>
                  <a:pt x="26670" y="53340"/>
                </a:moveTo>
                <a:lnTo>
                  <a:pt x="28431" y="53282"/>
                </a:lnTo>
                <a:lnTo>
                  <a:pt x="30176" y="53109"/>
                </a:lnTo>
                <a:lnTo>
                  <a:pt x="31897" y="52823"/>
                </a:lnTo>
                <a:lnTo>
                  <a:pt x="33591" y="52426"/>
                </a:lnTo>
                <a:lnTo>
                  <a:pt x="35253" y="51921"/>
                </a:lnTo>
                <a:lnTo>
                  <a:pt x="36876" y="51310"/>
                </a:lnTo>
                <a:lnTo>
                  <a:pt x="38456" y="50594"/>
                </a:lnTo>
                <a:lnTo>
                  <a:pt x="39988" y="49777"/>
                </a:lnTo>
                <a:lnTo>
                  <a:pt x="41467" y="48859"/>
                </a:lnTo>
                <a:lnTo>
                  <a:pt x="42886" y="47844"/>
                </a:lnTo>
                <a:lnTo>
                  <a:pt x="44242" y="46733"/>
                </a:lnTo>
                <a:lnTo>
                  <a:pt x="45529" y="45529"/>
                </a:lnTo>
                <a:lnTo>
                  <a:pt x="46733" y="44242"/>
                </a:lnTo>
                <a:lnTo>
                  <a:pt x="47844" y="42886"/>
                </a:lnTo>
                <a:lnTo>
                  <a:pt x="48859" y="41467"/>
                </a:lnTo>
                <a:lnTo>
                  <a:pt x="49777" y="39988"/>
                </a:lnTo>
                <a:lnTo>
                  <a:pt x="50594" y="38456"/>
                </a:lnTo>
                <a:lnTo>
                  <a:pt x="51310" y="36876"/>
                </a:lnTo>
                <a:lnTo>
                  <a:pt x="51921" y="35253"/>
                </a:lnTo>
                <a:lnTo>
                  <a:pt x="52426" y="33591"/>
                </a:lnTo>
                <a:lnTo>
                  <a:pt x="52823" y="31897"/>
                </a:lnTo>
                <a:lnTo>
                  <a:pt x="53109" y="30176"/>
                </a:lnTo>
                <a:lnTo>
                  <a:pt x="53282" y="28431"/>
                </a:lnTo>
                <a:lnTo>
                  <a:pt x="53340" y="26670"/>
                </a:lnTo>
                <a:lnTo>
                  <a:pt x="53282" y="24909"/>
                </a:lnTo>
                <a:lnTo>
                  <a:pt x="53109" y="23164"/>
                </a:lnTo>
                <a:lnTo>
                  <a:pt x="52823" y="21443"/>
                </a:lnTo>
                <a:lnTo>
                  <a:pt x="52426" y="19749"/>
                </a:lnTo>
                <a:lnTo>
                  <a:pt x="51921" y="18087"/>
                </a:lnTo>
                <a:lnTo>
                  <a:pt x="51310" y="16464"/>
                </a:lnTo>
                <a:lnTo>
                  <a:pt x="50594" y="14884"/>
                </a:lnTo>
                <a:lnTo>
                  <a:pt x="49777" y="13352"/>
                </a:lnTo>
                <a:lnTo>
                  <a:pt x="48859" y="11873"/>
                </a:lnTo>
                <a:lnTo>
                  <a:pt x="47844" y="10454"/>
                </a:lnTo>
                <a:lnTo>
                  <a:pt x="46733" y="9098"/>
                </a:lnTo>
                <a:lnTo>
                  <a:pt x="45529" y="7811"/>
                </a:lnTo>
                <a:lnTo>
                  <a:pt x="44242" y="6607"/>
                </a:lnTo>
                <a:lnTo>
                  <a:pt x="42886" y="5496"/>
                </a:lnTo>
                <a:lnTo>
                  <a:pt x="41467" y="4481"/>
                </a:lnTo>
                <a:lnTo>
                  <a:pt x="39988" y="3563"/>
                </a:lnTo>
                <a:lnTo>
                  <a:pt x="38456" y="2746"/>
                </a:lnTo>
                <a:lnTo>
                  <a:pt x="36876" y="2030"/>
                </a:lnTo>
                <a:lnTo>
                  <a:pt x="35253" y="1419"/>
                </a:lnTo>
                <a:lnTo>
                  <a:pt x="33591" y="914"/>
                </a:lnTo>
                <a:lnTo>
                  <a:pt x="31897" y="517"/>
                </a:lnTo>
                <a:lnTo>
                  <a:pt x="30176" y="231"/>
                </a:lnTo>
                <a:lnTo>
                  <a:pt x="28431" y="58"/>
                </a:lnTo>
                <a:lnTo>
                  <a:pt x="26670" y="0"/>
                </a:lnTo>
                <a:lnTo>
                  <a:pt x="24909" y="58"/>
                </a:lnTo>
                <a:lnTo>
                  <a:pt x="23164" y="231"/>
                </a:lnTo>
                <a:lnTo>
                  <a:pt x="21443" y="517"/>
                </a:lnTo>
                <a:lnTo>
                  <a:pt x="19749" y="914"/>
                </a:lnTo>
                <a:lnTo>
                  <a:pt x="18087" y="1419"/>
                </a:lnTo>
                <a:lnTo>
                  <a:pt x="16464" y="2030"/>
                </a:lnTo>
                <a:lnTo>
                  <a:pt x="14884" y="2746"/>
                </a:lnTo>
                <a:lnTo>
                  <a:pt x="13352" y="3563"/>
                </a:lnTo>
                <a:lnTo>
                  <a:pt x="11873" y="4481"/>
                </a:lnTo>
                <a:lnTo>
                  <a:pt x="10454" y="5496"/>
                </a:lnTo>
                <a:lnTo>
                  <a:pt x="9098" y="6607"/>
                </a:lnTo>
                <a:lnTo>
                  <a:pt x="7811" y="7811"/>
                </a:lnTo>
                <a:lnTo>
                  <a:pt x="6607" y="9098"/>
                </a:lnTo>
                <a:lnTo>
                  <a:pt x="5496" y="10454"/>
                </a:lnTo>
                <a:lnTo>
                  <a:pt x="4481" y="11873"/>
                </a:lnTo>
                <a:lnTo>
                  <a:pt x="3563" y="13352"/>
                </a:lnTo>
                <a:lnTo>
                  <a:pt x="2746" y="14884"/>
                </a:lnTo>
                <a:lnTo>
                  <a:pt x="2030" y="16464"/>
                </a:lnTo>
                <a:lnTo>
                  <a:pt x="1419" y="18087"/>
                </a:lnTo>
                <a:lnTo>
                  <a:pt x="914" y="19749"/>
                </a:lnTo>
                <a:lnTo>
                  <a:pt x="517" y="21443"/>
                </a:lnTo>
                <a:lnTo>
                  <a:pt x="231" y="23164"/>
                </a:lnTo>
                <a:lnTo>
                  <a:pt x="58" y="24909"/>
                </a:lnTo>
                <a:lnTo>
                  <a:pt x="0" y="26670"/>
                </a:lnTo>
                <a:lnTo>
                  <a:pt x="58" y="28431"/>
                </a:lnTo>
                <a:lnTo>
                  <a:pt x="231" y="30176"/>
                </a:lnTo>
                <a:lnTo>
                  <a:pt x="517" y="31897"/>
                </a:lnTo>
                <a:lnTo>
                  <a:pt x="914" y="33591"/>
                </a:lnTo>
                <a:lnTo>
                  <a:pt x="1419" y="35253"/>
                </a:lnTo>
                <a:lnTo>
                  <a:pt x="2030" y="36876"/>
                </a:lnTo>
                <a:lnTo>
                  <a:pt x="2746" y="38456"/>
                </a:lnTo>
                <a:lnTo>
                  <a:pt x="3563" y="39988"/>
                </a:lnTo>
                <a:lnTo>
                  <a:pt x="4481" y="41467"/>
                </a:lnTo>
                <a:lnTo>
                  <a:pt x="5496" y="42886"/>
                </a:lnTo>
                <a:lnTo>
                  <a:pt x="6607" y="44242"/>
                </a:lnTo>
                <a:lnTo>
                  <a:pt x="7811" y="45529"/>
                </a:lnTo>
                <a:lnTo>
                  <a:pt x="9098" y="46733"/>
                </a:lnTo>
                <a:lnTo>
                  <a:pt x="10454" y="47844"/>
                </a:lnTo>
                <a:lnTo>
                  <a:pt x="11873" y="48859"/>
                </a:lnTo>
                <a:lnTo>
                  <a:pt x="13352" y="49777"/>
                </a:lnTo>
                <a:lnTo>
                  <a:pt x="14884" y="50594"/>
                </a:lnTo>
                <a:lnTo>
                  <a:pt x="16464" y="51310"/>
                </a:lnTo>
                <a:lnTo>
                  <a:pt x="18087" y="51921"/>
                </a:lnTo>
                <a:lnTo>
                  <a:pt x="19749" y="52426"/>
                </a:lnTo>
                <a:lnTo>
                  <a:pt x="21443" y="52823"/>
                </a:lnTo>
                <a:lnTo>
                  <a:pt x="23164" y="53109"/>
                </a:lnTo>
                <a:lnTo>
                  <a:pt x="24909" y="53282"/>
                </a:lnTo>
                <a:lnTo>
                  <a:pt x="26670" y="53340"/>
                </a:lnTo>
                <a:close/>
              </a:path>
            </a:pathLst>
          </a:custGeom>
          <a:solidFill>
            <a:srgbClr val="42A5F5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2" name="ABCD-text-0553-GO:CC">
            <a:extLst>
              <a:ext uri="{FF2B5EF4-FFF2-40B4-BE49-F238E27FC236}">
                <a16:creationId xmlns:a16="http://schemas.microsoft.com/office/drawing/2014/main" id="{055E059E-7D8B-47BA-9C70-C1E116EF4A28}"/>
              </a:ext>
            </a:extLst>
          </p:cNvPr>
          <p:cNvSpPr>
            <a:spLocks noGrp="1"/>
          </p:cNvSpPr>
          <p:nvPr/>
        </p:nvSpPr>
        <p:spPr>
          <a:xfrm>
            <a:off x="2466341" y="348012"/>
            <a:ext cx="336550" cy="10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5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30">
                <a:solidFill>
                  <a:srgbClr val="000000"/>
                </a:solidFill>
                <a:latin typeface="Arial"/>
                <a:ea typeface="Arial"/>
                <a:cs typeface="Arial"/>
              </a:rPr>
              <a:t>GO:CC</a:t>
            </a:r>
          </a:p>
        </p:txBody>
      </p:sp>
      <p:sp>
        <p:nvSpPr>
          <p:cNvPr id="553" name="ABCD-path-0554">
            <a:extLst>
              <a:ext uri="{FF2B5EF4-FFF2-40B4-BE49-F238E27FC236}">
                <a16:creationId xmlns:a16="http://schemas.microsoft.com/office/drawing/2014/main" id="{26866DE6-D111-47D7-B9CA-F2613C269533}"/>
              </a:ext>
            </a:extLst>
          </p:cNvPr>
          <p:cNvSpPr>
            <a:spLocks noGrp="1"/>
          </p:cNvSpPr>
          <p:nvPr/>
        </p:nvSpPr>
        <p:spPr>
          <a:xfrm>
            <a:off x="2734091" y="390418"/>
            <a:ext cx="74041" cy="95"/>
          </a:xfrm>
          <a:custGeom>
            <a:avLst/>
            <a:gdLst/>
            <a:ahLst/>
            <a:cxnLst/>
            <a:rect l="0" t="0" r="0" b="0"/>
            <a:pathLst>
              <a:path w="74041" h="95">
                <a:moveTo>
                  <a:pt x="0" y="0"/>
                </a:moveTo>
                <a:lnTo>
                  <a:pt x="37020" y="0"/>
                </a:lnTo>
                <a:lnTo>
                  <a:pt x="74041" y="0"/>
                </a:lnTo>
              </a:path>
            </a:pathLst>
          </a:custGeom>
          <a:noFill/>
          <a:ln w="2032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4" name="ABCD-use-0555">
            <a:extLst>
              <a:ext uri="{FF2B5EF4-FFF2-40B4-BE49-F238E27FC236}">
                <a16:creationId xmlns:a16="http://schemas.microsoft.com/office/drawing/2014/main" id="{6153316D-5774-4C4F-8521-54971C6FBE83}"/>
              </a:ext>
            </a:extLst>
          </p:cNvPr>
          <p:cNvSpPr>
            <a:spLocks noGrp="1"/>
          </p:cNvSpPr>
          <p:nvPr/>
        </p:nvSpPr>
        <p:spPr>
          <a:xfrm>
            <a:off x="2744438" y="363744"/>
            <a:ext cx="53340" cy="53340"/>
          </a:xfrm>
          <a:custGeom>
            <a:avLst/>
            <a:gdLst/>
            <a:ahLst/>
            <a:cxnLst/>
            <a:rect l="0" t="0" r="0" b="0"/>
            <a:pathLst>
              <a:path w="53340" h="53340">
                <a:moveTo>
                  <a:pt x="26670" y="53340"/>
                </a:moveTo>
                <a:lnTo>
                  <a:pt x="28431" y="53282"/>
                </a:lnTo>
                <a:lnTo>
                  <a:pt x="30176" y="53109"/>
                </a:lnTo>
                <a:lnTo>
                  <a:pt x="31897" y="52823"/>
                </a:lnTo>
                <a:lnTo>
                  <a:pt x="33591" y="52426"/>
                </a:lnTo>
                <a:lnTo>
                  <a:pt x="35253" y="51921"/>
                </a:lnTo>
                <a:lnTo>
                  <a:pt x="36876" y="51310"/>
                </a:lnTo>
                <a:lnTo>
                  <a:pt x="38456" y="50594"/>
                </a:lnTo>
                <a:lnTo>
                  <a:pt x="39988" y="49777"/>
                </a:lnTo>
                <a:lnTo>
                  <a:pt x="41467" y="48859"/>
                </a:lnTo>
                <a:lnTo>
                  <a:pt x="42886" y="47844"/>
                </a:lnTo>
                <a:lnTo>
                  <a:pt x="44242" y="46733"/>
                </a:lnTo>
                <a:lnTo>
                  <a:pt x="45529" y="45529"/>
                </a:lnTo>
                <a:lnTo>
                  <a:pt x="46733" y="44242"/>
                </a:lnTo>
                <a:lnTo>
                  <a:pt x="47844" y="42886"/>
                </a:lnTo>
                <a:lnTo>
                  <a:pt x="48859" y="41467"/>
                </a:lnTo>
                <a:lnTo>
                  <a:pt x="49777" y="39988"/>
                </a:lnTo>
                <a:lnTo>
                  <a:pt x="50594" y="38456"/>
                </a:lnTo>
                <a:lnTo>
                  <a:pt x="51310" y="36876"/>
                </a:lnTo>
                <a:lnTo>
                  <a:pt x="51921" y="35253"/>
                </a:lnTo>
                <a:lnTo>
                  <a:pt x="52426" y="33591"/>
                </a:lnTo>
                <a:lnTo>
                  <a:pt x="52823" y="31897"/>
                </a:lnTo>
                <a:lnTo>
                  <a:pt x="53109" y="30176"/>
                </a:lnTo>
                <a:lnTo>
                  <a:pt x="53282" y="28431"/>
                </a:lnTo>
                <a:lnTo>
                  <a:pt x="53340" y="26670"/>
                </a:lnTo>
                <a:lnTo>
                  <a:pt x="53282" y="24909"/>
                </a:lnTo>
                <a:lnTo>
                  <a:pt x="53109" y="23164"/>
                </a:lnTo>
                <a:lnTo>
                  <a:pt x="52823" y="21443"/>
                </a:lnTo>
                <a:lnTo>
                  <a:pt x="52426" y="19749"/>
                </a:lnTo>
                <a:lnTo>
                  <a:pt x="51921" y="18087"/>
                </a:lnTo>
                <a:lnTo>
                  <a:pt x="51310" y="16464"/>
                </a:lnTo>
                <a:lnTo>
                  <a:pt x="50594" y="14884"/>
                </a:lnTo>
                <a:lnTo>
                  <a:pt x="49777" y="13352"/>
                </a:lnTo>
                <a:lnTo>
                  <a:pt x="48859" y="11873"/>
                </a:lnTo>
                <a:lnTo>
                  <a:pt x="47844" y="10454"/>
                </a:lnTo>
                <a:lnTo>
                  <a:pt x="46733" y="9098"/>
                </a:lnTo>
                <a:lnTo>
                  <a:pt x="45529" y="7811"/>
                </a:lnTo>
                <a:lnTo>
                  <a:pt x="44242" y="6607"/>
                </a:lnTo>
                <a:lnTo>
                  <a:pt x="42886" y="5496"/>
                </a:lnTo>
                <a:lnTo>
                  <a:pt x="41467" y="4481"/>
                </a:lnTo>
                <a:lnTo>
                  <a:pt x="39988" y="3563"/>
                </a:lnTo>
                <a:lnTo>
                  <a:pt x="38456" y="2746"/>
                </a:lnTo>
                <a:lnTo>
                  <a:pt x="36876" y="2030"/>
                </a:lnTo>
                <a:lnTo>
                  <a:pt x="35253" y="1419"/>
                </a:lnTo>
                <a:lnTo>
                  <a:pt x="33591" y="914"/>
                </a:lnTo>
                <a:lnTo>
                  <a:pt x="31897" y="517"/>
                </a:lnTo>
                <a:lnTo>
                  <a:pt x="30176" y="231"/>
                </a:lnTo>
                <a:lnTo>
                  <a:pt x="28431" y="58"/>
                </a:lnTo>
                <a:lnTo>
                  <a:pt x="26670" y="0"/>
                </a:lnTo>
                <a:lnTo>
                  <a:pt x="24909" y="58"/>
                </a:lnTo>
                <a:lnTo>
                  <a:pt x="23164" y="231"/>
                </a:lnTo>
                <a:lnTo>
                  <a:pt x="21443" y="517"/>
                </a:lnTo>
                <a:lnTo>
                  <a:pt x="19749" y="914"/>
                </a:lnTo>
                <a:lnTo>
                  <a:pt x="18087" y="1419"/>
                </a:lnTo>
                <a:lnTo>
                  <a:pt x="16464" y="2030"/>
                </a:lnTo>
                <a:lnTo>
                  <a:pt x="14884" y="2746"/>
                </a:lnTo>
                <a:lnTo>
                  <a:pt x="13352" y="3563"/>
                </a:lnTo>
                <a:lnTo>
                  <a:pt x="11873" y="4481"/>
                </a:lnTo>
                <a:lnTo>
                  <a:pt x="10454" y="5496"/>
                </a:lnTo>
                <a:lnTo>
                  <a:pt x="9098" y="6607"/>
                </a:lnTo>
                <a:lnTo>
                  <a:pt x="7811" y="7811"/>
                </a:lnTo>
                <a:lnTo>
                  <a:pt x="6607" y="9098"/>
                </a:lnTo>
                <a:lnTo>
                  <a:pt x="5496" y="10454"/>
                </a:lnTo>
                <a:lnTo>
                  <a:pt x="4481" y="11873"/>
                </a:lnTo>
                <a:lnTo>
                  <a:pt x="3563" y="13352"/>
                </a:lnTo>
                <a:lnTo>
                  <a:pt x="2746" y="14884"/>
                </a:lnTo>
                <a:lnTo>
                  <a:pt x="2030" y="16464"/>
                </a:lnTo>
                <a:lnTo>
                  <a:pt x="1419" y="18087"/>
                </a:lnTo>
                <a:lnTo>
                  <a:pt x="914" y="19749"/>
                </a:lnTo>
                <a:lnTo>
                  <a:pt x="517" y="21443"/>
                </a:lnTo>
                <a:lnTo>
                  <a:pt x="231" y="23164"/>
                </a:lnTo>
                <a:lnTo>
                  <a:pt x="58" y="24909"/>
                </a:lnTo>
                <a:lnTo>
                  <a:pt x="0" y="26670"/>
                </a:lnTo>
                <a:lnTo>
                  <a:pt x="58" y="28431"/>
                </a:lnTo>
                <a:lnTo>
                  <a:pt x="231" y="30176"/>
                </a:lnTo>
                <a:lnTo>
                  <a:pt x="517" y="31897"/>
                </a:lnTo>
                <a:lnTo>
                  <a:pt x="914" y="33591"/>
                </a:lnTo>
                <a:lnTo>
                  <a:pt x="1419" y="35253"/>
                </a:lnTo>
                <a:lnTo>
                  <a:pt x="2030" y="36876"/>
                </a:lnTo>
                <a:lnTo>
                  <a:pt x="2746" y="38456"/>
                </a:lnTo>
                <a:lnTo>
                  <a:pt x="3563" y="39988"/>
                </a:lnTo>
                <a:lnTo>
                  <a:pt x="4481" y="41467"/>
                </a:lnTo>
                <a:lnTo>
                  <a:pt x="5496" y="42886"/>
                </a:lnTo>
                <a:lnTo>
                  <a:pt x="6607" y="44242"/>
                </a:lnTo>
                <a:lnTo>
                  <a:pt x="7811" y="45529"/>
                </a:lnTo>
                <a:lnTo>
                  <a:pt x="9098" y="46733"/>
                </a:lnTo>
                <a:lnTo>
                  <a:pt x="10454" y="47844"/>
                </a:lnTo>
                <a:lnTo>
                  <a:pt x="11873" y="48859"/>
                </a:lnTo>
                <a:lnTo>
                  <a:pt x="13352" y="49777"/>
                </a:lnTo>
                <a:lnTo>
                  <a:pt x="14884" y="50594"/>
                </a:lnTo>
                <a:lnTo>
                  <a:pt x="16464" y="51310"/>
                </a:lnTo>
                <a:lnTo>
                  <a:pt x="18087" y="51921"/>
                </a:lnTo>
                <a:lnTo>
                  <a:pt x="19749" y="52426"/>
                </a:lnTo>
                <a:lnTo>
                  <a:pt x="21443" y="52823"/>
                </a:lnTo>
                <a:lnTo>
                  <a:pt x="23164" y="53109"/>
                </a:lnTo>
                <a:lnTo>
                  <a:pt x="24909" y="53282"/>
                </a:lnTo>
                <a:lnTo>
                  <a:pt x="26670" y="53340"/>
                </a:lnTo>
                <a:close/>
              </a:path>
            </a:pathLst>
          </a:custGeom>
          <a:solidFill>
            <a:srgbClr val="FFA72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5" name="ABCD-text-0556-KEGG">
            <a:extLst>
              <a:ext uri="{FF2B5EF4-FFF2-40B4-BE49-F238E27FC236}">
                <a16:creationId xmlns:a16="http://schemas.microsoft.com/office/drawing/2014/main" id="{3F583F57-D49D-4208-A6D5-DB5C66B08344}"/>
              </a:ext>
            </a:extLst>
          </p:cNvPr>
          <p:cNvSpPr>
            <a:spLocks noGrp="1"/>
          </p:cNvSpPr>
          <p:nvPr/>
        </p:nvSpPr>
        <p:spPr>
          <a:xfrm>
            <a:off x="2828321" y="348012"/>
            <a:ext cx="336550" cy="10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5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30">
                <a:solidFill>
                  <a:srgbClr val="000000"/>
                </a:solidFill>
                <a:latin typeface="Arial"/>
                <a:ea typeface="Arial"/>
                <a:cs typeface="Arial"/>
              </a:rPr>
              <a:t>KEGG</a:t>
            </a:r>
          </a:p>
        </p:txBody>
      </p:sp>
      <p:sp>
        <p:nvSpPr>
          <p:cNvPr id="556" name="ABCD-path-0557">
            <a:extLst>
              <a:ext uri="{FF2B5EF4-FFF2-40B4-BE49-F238E27FC236}">
                <a16:creationId xmlns:a16="http://schemas.microsoft.com/office/drawing/2014/main" id="{607B3F9C-DE0A-4260-8E65-E789A56B600E}"/>
              </a:ext>
            </a:extLst>
          </p:cNvPr>
          <p:cNvSpPr>
            <a:spLocks noGrp="1"/>
          </p:cNvSpPr>
          <p:nvPr/>
        </p:nvSpPr>
        <p:spPr>
          <a:xfrm>
            <a:off x="3069947" y="390418"/>
            <a:ext cx="74041" cy="95"/>
          </a:xfrm>
          <a:custGeom>
            <a:avLst/>
            <a:gdLst/>
            <a:ahLst/>
            <a:cxnLst/>
            <a:rect l="0" t="0" r="0" b="0"/>
            <a:pathLst>
              <a:path w="74041" h="95">
                <a:moveTo>
                  <a:pt x="0" y="0"/>
                </a:moveTo>
                <a:lnTo>
                  <a:pt x="37020" y="0"/>
                </a:lnTo>
                <a:lnTo>
                  <a:pt x="74041" y="0"/>
                </a:lnTo>
              </a:path>
            </a:pathLst>
          </a:custGeom>
          <a:noFill/>
          <a:ln w="20320">
            <a:solidFill>
              <a:srgbClr val="EF5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7" name="ABCD-use-0558">
            <a:extLst>
              <a:ext uri="{FF2B5EF4-FFF2-40B4-BE49-F238E27FC236}">
                <a16:creationId xmlns:a16="http://schemas.microsoft.com/office/drawing/2014/main" id="{A502FB66-5E2A-453F-BF04-160F2926EC70}"/>
              </a:ext>
            </a:extLst>
          </p:cNvPr>
          <p:cNvSpPr>
            <a:spLocks noGrp="1"/>
          </p:cNvSpPr>
          <p:nvPr/>
        </p:nvSpPr>
        <p:spPr>
          <a:xfrm>
            <a:off x="3080294" y="363744"/>
            <a:ext cx="53340" cy="53340"/>
          </a:xfrm>
          <a:custGeom>
            <a:avLst/>
            <a:gdLst/>
            <a:ahLst/>
            <a:cxnLst/>
            <a:rect l="0" t="0" r="0" b="0"/>
            <a:pathLst>
              <a:path w="53340" h="53340">
                <a:moveTo>
                  <a:pt x="26670" y="53340"/>
                </a:moveTo>
                <a:lnTo>
                  <a:pt x="28431" y="53282"/>
                </a:lnTo>
                <a:lnTo>
                  <a:pt x="30176" y="53109"/>
                </a:lnTo>
                <a:lnTo>
                  <a:pt x="31897" y="52823"/>
                </a:lnTo>
                <a:lnTo>
                  <a:pt x="33591" y="52426"/>
                </a:lnTo>
                <a:lnTo>
                  <a:pt x="35253" y="51921"/>
                </a:lnTo>
                <a:lnTo>
                  <a:pt x="36876" y="51310"/>
                </a:lnTo>
                <a:lnTo>
                  <a:pt x="38456" y="50594"/>
                </a:lnTo>
                <a:lnTo>
                  <a:pt x="39988" y="49777"/>
                </a:lnTo>
                <a:lnTo>
                  <a:pt x="41467" y="48859"/>
                </a:lnTo>
                <a:lnTo>
                  <a:pt x="42886" y="47844"/>
                </a:lnTo>
                <a:lnTo>
                  <a:pt x="44242" y="46733"/>
                </a:lnTo>
                <a:lnTo>
                  <a:pt x="45529" y="45529"/>
                </a:lnTo>
                <a:lnTo>
                  <a:pt x="46733" y="44242"/>
                </a:lnTo>
                <a:lnTo>
                  <a:pt x="47844" y="42886"/>
                </a:lnTo>
                <a:lnTo>
                  <a:pt x="48859" y="41467"/>
                </a:lnTo>
                <a:lnTo>
                  <a:pt x="49777" y="39988"/>
                </a:lnTo>
                <a:lnTo>
                  <a:pt x="50594" y="38456"/>
                </a:lnTo>
                <a:lnTo>
                  <a:pt x="51310" y="36876"/>
                </a:lnTo>
                <a:lnTo>
                  <a:pt x="51921" y="35253"/>
                </a:lnTo>
                <a:lnTo>
                  <a:pt x="52426" y="33591"/>
                </a:lnTo>
                <a:lnTo>
                  <a:pt x="52823" y="31897"/>
                </a:lnTo>
                <a:lnTo>
                  <a:pt x="53109" y="30176"/>
                </a:lnTo>
                <a:lnTo>
                  <a:pt x="53282" y="28431"/>
                </a:lnTo>
                <a:lnTo>
                  <a:pt x="53340" y="26670"/>
                </a:lnTo>
                <a:lnTo>
                  <a:pt x="53282" y="24909"/>
                </a:lnTo>
                <a:lnTo>
                  <a:pt x="53109" y="23164"/>
                </a:lnTo>
                <a:lnTo>
                  <a:pt x="52823" y="21443"/>
                </a:lnTo>
                <a:lnTo>
                  <a:pt x="52426" y="19749"/>
                </a:lnTo>
                <a:lnTo>
                  <a:pt x="51921" y="18087"/>
                </a:lnTo>
                <a:lnTo>
                  <a:pt x="51310" y="16464"/>
                </a:lnTo>
                <a:lnTo>
                  <a:pt x="50594" y="14884"/>
                </a:lnTo>
                <a:lnTo>
                  <a:pt x="49777" y="13352"/>
                </a:lnTo>
                <a:lnTo>
                  <a:pt x="48859" y="11873"/>
                </a:lnTo>
                <a:lnTo>
                  <a:pt x="47844" y="10454"/>
                </a:lnTo>
                <a:lnTo>
                  <a:pt x="46733" y="9098"/>
                </a:lnTo>
                <a:lnTo>
                  <a:pt x="45529" y="7811"/>
                </a:lnTo>
                <a:lnTo>
                  <a:pt x="44242" y="6607"/>
                </a:lnTo>
                <a:lnTo>
                  <a:pt x="42886" y="5496"/>
                </a:lnTo>
                <a:lnTo>
                  <a:pt x="41467" y="4481"/>
                </a:lnTo>
                <a:lnTo>
                  <a:pt x="39988" y="3563"/>
                </a:lnTo>
                <a:lnTo>
                  <a:pt x="38456" y="2746"/>
                </a:lnTo>
                <a:lnTo>
                  <a:pt x="36876" y="2030"/>
                </a:lnTo>
                <a:lnTo>
                  <a:pt x="35253" y="1419"/>
                </a:lnTo>
                <a:lnTo>
                  <a:pt x="33591" y="914"/>
                </a:lnTo>
                <a:lnTo>
                  <a:pt x="31897" y="517"/>
                </a:lnTo>
                <a:lnTo>
                  <a:pt x="30176" y="231"/>
                </a:lnTo>
                <a:lnTo>
                  <a:pt x="28431" y="58"/>
                </a:lnTo>
                <a:lnTo>
                  <a:pt x="26670" y="0"/>
                </a:lnTo>
                <a:lnTo>
                  <a:pt x="24909" y="58"/>
                </a:lnTo>
                <a:lnTo>
                  <a:pt x="23164" y="231"/>
                </a:lnTo>
                <a:lnTo>
                  <a:pt x="21443" y="517"/>
                </a:lnTo>
                <a:lnTo>
                  <a:pt x="19749" y="914"/>
                </a:lnTo>
                <a:lnTo>
                  <a:pt x="18087" y="1419"/>
                </a:lnTo>
                <a:lnTo>
                  <a:pt x="16464" y="2030"/>
                </a:lnTo>
                <a:lnTo>
                  <a:pt x="14884" y="2746"/>
                </a:lnTo>
                <a:lnTo>
                  <a:pt x="13352" y="3563"/>
                </a:lnTo>
                <a:lnTo>
                  <a:pt x="11873" y="4481"/>
                </a:lnTo>
                <a:lnTo>
                  <a:pt x="10454" y="5496"/>
                </a:lnTo>
                <a:lnTo>
                  <a:pt x="9098" y="6607"/>
                </a:lnTo>
                <a:lnTo>
                  <a:pt x="7811" y="7811"/>
                </a:lnTo>
                <a:lnTo>
                  <a:pt x="6607" y="9098"/>
                </a:lnTo>
                <a:lnTo>
                  <a:pt x="5496" y="10454"/>
                </a:lnTo>
                <a:lnTo>
                  <a:pt x="4481" y="11873"/>
                </a:lnTo>
                <a:lnTo>
                  <a:pt x="3563" y="13352"/>
                </a:lnTo>
                <a:lnTo>
                  <a:pt x="2746" y="14884"/>
                </a:lnTo>
                <a:lnTo>
                  <a:pt x="2030" y="16464"/>
                </a:lnTo>
                <a:lnTo>
                  <a:pt x="1419" y="18087"/>
                </a:lnTo>
                <a:lnTo>
                  <a:pt x="914" y="19749"/>
                </a:lnTo>
                <a:lnTo>
                  <a:pt x="517" y="21443"/>
                </a:lnTo>
                <a:lnTo>
                  <a:pt x="231" y="23164"/>
                </a:lnTo>
                <a:lnTo>
                  <a:pt x="58" y="24909"/>
                </a:lnTo>
                <a:lnTo>
                  <a:pt x="0" y="26670"/>
                </a:lnTo>
                <a:lnTo>
                  <a:pt x="58" y="28431"/>
                </a:lnTo>
                <a:lnTo>
                  <a:pt x="231" y="30176"/>
                </a:lnTo>
                <a:lnTo>
                  <a:pt x="517" y="31897"/>
                </a:lnTo>
                <a:lnTo>
                  <a:pt x="914" y="33591"/>
                </a:lnTo>
                <a:lnTo>
                  <a:pt x="1419" y="35253"/>
                </a:lnTo>
                <a:lnTo>
                  <a:pt x="2030" y="36876"/>
                </a:lnTo>
                <a:lnTo>
                  <a:pt x="2746" y="38456"/>
                </a:lnTo>
                <a:lnTo>
                  <a:pt x="3563" y="39988"/>
                </a:lnTo>
                <a:lnTo>
                  <a:pt x="4481" y="41467"/>
                </a:lnTo>
                <a:lnTo>
                  <a:pt x="5496" y="42886"/>
                </a:lnTo>
                <a:lnTo>
                  <a:pt x="6607" y="44242"/>
                </a:lnTo>
                <a:lnTo>
                  <a:pt x="7811" y="45529"/>
                </a:lnTo>
                <a:lnTo>
                  <a:pt x="9098" y="46733"/>
                </a:lnTo>
                <a:lnTo>
                  <a:pt x="10454" y="47844"/>
                </a:lnTo>
                <a:lnTo>
                  <a:pt x="11873" y="48859"/>
                </a:lnTo>
                <a:lnTo>
                  <a:pt x="13352" y="49777"/>
                </a:lnTo>
                <a:lnTo>
                  <a:pt x="14884" y="50594"/>
                </a:lnTo>
                <a:lnTo>
                  <a:pt x="16464" y="51310"/>
                </a:lnTo>
                <a:lnTo>
                  <a:pt x="18087" y="51921"/>
                </a:lnTo>
                <a:lnTo>
                  <a:pt x="19749" y="52426"/>
                </a:lnTo>
                <a:lnTo>
                  <a:pt x="21443" y="52823"/>
                </a:lnTo>
                <a:lnTo>
                  <a:pt x="23164" y="53109"/>
                </a:lnTo>
                <a:lnTo>
                  <a:pt x="24909" y="53282"/>
                </a:lnTo>
                <a:lnTo>
                  <a:pt x="26670" y="53340"/>
                </a:lnTo>
                <a:close/>
              </a:path>
            </a:pathLst>
          </a:custGeom>
          <a:solidFill>
            <a:srgbClr val="EF5350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8" name="ABCD-text-0559-REAC">
            <a:extLst>
              <a:ext uri="{FF2B5EF4-FFF2-40B4-BE49-F238E27FC236}">
                <a16:creationId xmlns:a16="http://schemas.microsoft.com/office/drawing/2014/main" id="{7874F94E-D72C-4D53-9908-B552D9F3BFC6}"/>
              </a:ext>
            </a:extLst>
          </p:cNvPr>
          <p:cNvSpPr>
            <a:spLocks noGrp="1"/>
          </p:cNvSpPr>
          <p:nvPr/>
        </p:nvSpPr>
        <p:spPr>
          <a:xfrm>
            <a:off x="3164177" y="348012"/>
            <a:ext cx="336550" cy="10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5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3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</a:t>
            </a:r>
          </a:p>
        </p:txBody>
      </p:sp>
      <p:sp>
        <p:nvSpPr>
          <p:cNvPr id="1471" name="TextBox 1470">
            <a:extLst>
              <a:ext uri="{FF2B5EF4-FFF2-40B4-BE49-F238E27FC236}">
                <a16:creationId xmlns:a16="http://schemas.microsoft.com/office/drawing/2014/main" id="{A1DF2C78-3D32-69F1-8616-52912BBD0A3C}"/>
              </a:ext>
            </a:extLst>
          </p:cNvPr>
          <p:cNvSpPr>
            <a:spLocks noGrp="1"/>
          </p:cNvSpPr>
          <p:nvPr/>
        </p:nvSpPr>
        <p:spPr>
          <a:xfrm>
            <a:off x="4743896" y="1842843"/>
            <a:ext cx="2936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472" name="TextBox 1471">
            <a:extLst>
              <a:ext uri="{FF2B5EF4-FFF2-40B4-BE49-F238E27FC236}">
                <a16:creationId xmlns:a16="http://schemas.microsoft.com/office/drawing/2014/main" id="{86068BD7-32DD-75BF-CD37-396F4DEA827F}"/>
              </a:ext>
            </a:extLst>
          </p:cNvPr>
          <p:cNvSpPr>
            <a:spLocks noGrp="1"/>
          </p:cNvSpPr>
          <p:nvPr/>
        </p:nvSpPr>
        <p:spPr>
          <a:xfrm>
            <a:off x="6370910" y="1937015"/>
            <a:ext cx="24824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 dirty="0">
                <a:latin typeface="Arial" panose="020B0604020202020204" pitchFamily="34" charset="0"/>
                <a:cs typeface="Arial" panose="020B0604020202020204" pitchFamily="34" charset="0"/>
              </a:rPr>
              <a:t>Representative gene-disease contexts</a:t>
            </a:r>
          </a:p>
        </p:txBody>
      </p:sp>
      <p:sp>
        <p:nvSpPr>
          <p:cNvPr id="1245" name="Freeform 1244">
            <a:extLst>
              <a:ext uri="{FF2B5EF4-FFF2-40B4-BE49-F238E27FC236}">
                <a16:creationId xmlns:a16="http://schemas.microsoft.com/office/drawing/2014/main" id="{4713D689-BC3B-7ABF-F8C8-58563C872D50}"/>
              </a:ext>
            </a:extLst>
          </p:cNvPr>
          <p:cNvSpPr>
            <a:spLocks noGrp="1"/>
          </p:cNvSpPr>
          <p:nvPr/>
        </p:nvSpPr>
        <p:spPr>
          <a:xfrm>
            <a:off x="4838785" y="2295929"/>
            <a:ext cx="2661267" cy="1469941"/>
          </a:xfrm>
          <a:custGeom>
            <a:avLst/>
            <a:gdLst>
              <a:gd name="connsiteX0" fmla="*/ 0 w 1927663"/>
              <a:gd name="connsiteY0" fmla="*/ 1109469 h 1109468"/>
              <a:gd name="connsiteX1" fmla="*/ 1927664 w 1927663"/>
              <a:gd name="connsiteY1" fmla="*/ 1109469 h 1109468"/>
              <a:gd name="connsiteX2" fmla="*/ 1927664 w 1927663"/>
              <a:gd name="connsiteY2" fmla="*/ 0 h 1109468"/>
              <a:gd name="connsiteX3" fmla="*/ 0 w 1927663"/>
              <a:gd name="connsiteY3" fmla="*/ 0 h 1109468"/>
            </a:gdLst>
            <a:ahLst/>
            <a:cxnLst/>
            <a:rect l="l" t="t" r="r" b="b"/>
            <a:pathLst>
              <a:path w="1927663" h="1109468">
                <a:moveTo>
                  <a:pt x="0" y="1109469"/>
                </a:moveTo>
                <a:lnTo>
                  <a:pt x="1927664" y="1109469"/>
                </a:lnTo>
                <a:lnTo>
                  <a:pt x="19276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  <a:ln w="5474">
            <a:solidFill>
              <a:srgbClr val="D7D7D7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7" name="Freeform 1246">
            <a:extLst>
              <a:ext uri="{FF2B5EF4-FFF2-40B4-BE49-F238E27FC236}">
                <a16:creationId xmlns:a16="http://schemas.microsoft.com/office/drawing/2014/main" id="{57752DBC-B192-26B8-642E-EE33671F11DA}"/>
              </a:ext>
            </a:extLst>
          </p:cNvPr>
          <p:cNvSpPr>
            <a:spLocks noGrp="1"/>
          </p:cNvSpPr>
          <p:nvPr/>
        </p:nvSpPr>
        <p:spPr>
          <a:xfrm>
            <a:off x="4838786" y="2295926"/>
            <a:ext cx="45719" cy="1469940"/>
          </a:xfrm>
          <a:custGeom>
            <a:avLst/>
            <a:gdLst>
              <a:gd name="connsiteX0" fmla="*/ 0 w 32127"/>
              <a:gd name="connsiteY0" fmla="*/ 1109469 h 1109468"/>
              <a:gd name="connsiteX1" fmla="*/ 32128 w 32127"/>
              <a:gd name="connsiteY1" fmla="*/ 1109469 h 1109468"/>
              <a:gd name="connsiteX2" fmla="*/ 32128 w 32127"/>
              <a:gd name="connsiteY2" fmla="*/ 0 h 1109468"/>
              <a:gd name="connsiteX3" fmla="*/ 0 w 32127"/>
              <a:gd name="connsiteY3" fmla="*/ 0 h 1109468"/>
            </a:gdLst>
            <a:ahLst/>
            <a:cxnLst/>
            <a:rect l="l" t="t" r="r" b="b"/>
            <a:pathLst>
              <a:path w="32127" h="1109468">
                <a:moveTo>
                  <a:pt x="0" y="1109469"/>
                </a:moveTo>
                <a:lnTo>
                  <a:pt x="32128" y="1109469"/>
                </a:lnTo>
                <a:lnTo>
                  <a:pt x="32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2E7D3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8" name="Freeform 1247">
            <a:extLst>
              <a:ext uri="{FF2B5EF4-FFF2-40B4-BE49-F238E27FC236}">
                <a16:creationId xmlns:a16="http://schemas.microsoft.com/office/drawing/2014/main" id="{A80E109A-02A2-F1A4-ED0F-61C7D033B202}"/>
              </a:ext>
            </a:extLst>
          </p:cNvPr>
          <p:cNvSpPr>
            <a:spLocks noGrp="1"/>
          </p:cNvSpPr>
          <p:nvPr/>
        </p:nvSpPr>
        <p:spPr>
          <a:xfrm>
            <a:off x="5565718" y="2673513"/>
            <a:ext cx="636097" cy="998785"/>
          </a:xfrm>
          <a:custGeom>
            <a:avLst/>
            <a:gdLst>
              <a:gd name="connsiteX0" fmla="*/ 0 w 530107"/>
              <a:gd name="connsiteY0" fmla="*/ 863657 h 863656"/>
              <a:gd name="connsiteX1" fmla="*/ 530107 w 530107"/>
              <a:gd name="connsiteY1" fmla="*/ 863657 h 863656"/>
              <a:gd name="connsiteX2" fmla="*/ 530107 w 530107"/>
              <a:gd name="connsiteY2" fmla="*/ 0 h 863656"/>
              <a:gd name="connsiteX3" fmla="*/ 0 w 530107"/>
              <a:gd name="connsiteY3" fmla="*/ 0 h 863656"/>
            </a:gdLst>
            <a:ahLst/>
            <a:cxnLst/>
            <a:rect l="l" t="t" r="r" b="b"/>
            <a:pathLst>
              <a:path w="530107" h="863656">
                <a:moveTo>
                  <a:pt x="0" y="863657"/>
                </a:moveTo>
                <a:lnTo>
                  <a:pt x="530107" y="863657"/>
                </a:lnTo>
                <a:lnTo>
                  <a:pt x="530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9" name="Freeform 1248">
            <a:extLst>
              <a:ext uri="{FF2B5EF4-FFF2-40B4-BE49-F238E27FC236}">
                <a16:creationId xmlns:a16="http://schemas.microsoft.com/office/drawing/2014/main" id="{98B6F850-23DC-4153-C54E-C0124D4C7059}"/>
              </a:ext>
            </a:extLst>
          </p:cNvPr>
          <p:cNvSpPr>
            <a:spLocks noGrp="1"/>
          </p:cNvSpPr>
          <p:nvPr/>
        </p:nvSpPr>
        <p:spPr>
          <a:xfrm>
            <a:off x="5619465" y="2874647"/>
            <a:ext cx="474838" cy="15364"/>
          </a:xfrm>
          <a:custGeom>
            <a:avLst/>
            <a:gdLst>
              <a:gd name="connsiteX0" fmla="*/ 0 w 425694"/>
              <a:gd name="connsiteY0" fmla="*/ 13285 h 13285"/>
              <a:gd name="connsiteX1" fmla="*/ 425695 w 425694"/>
              <a:gd name="connsiteY1" fmla="*/ 13285 h 13285"/>
              <a:gd name="connsiteX2" fmla="*/ 425695 w 425694"/>
              <a:gd name="connsiteY2" fmla="*/ 0 h 13285"/>
              <a:gd name="connsiteX3" fmla="*/ 0 w 425694"/>
              <a:gd name="connsiteY3" fmla="*/ 0 h 13285"/>
            </a:gdLst>
            <a:ahLst/>
            <a:cxnLst/>
            <a:rect l="l" t="t" r="r" b="b"/>
            <a:pathLst>
              <a:path w="425694" h="13285">
                <a:moveTo>
                  <a:pt x="0" y="13285"/>
                </a:moveTo>
                <a:lnTo>
                  <a:pt x="425695" y="13285"/>
                </a:lnTo>
                <a:lnTo>
                  <a:pt x="425695" y="0"/>
                </a:lnTo>
                <a:lnTo>
                  <a:pt x="0" y="0"/>
                </a:lnTo>
                <a:close/>
              </a:path>
            </a:pathLst>
          </a:custGeom>
          <a:solidFill>
            <a:srgbClr val="ECECEC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0" name="Freeform 1249">
            <a:extLst>
              <a:ext uri="{FF2B5EF4-FFF2-40B4-BE49-F238E27FC236}">
                <a16:creationId xmlns:a16="http://schemas.microsoft.com/office/drawing/2014/main" id="{D2FD20B8-6EFD-E6AC-3CDA-4358A455B623}"/>
              </a:ext>
            </a:extLst>
          </p:cNvPr>
          <p:cNvSpPr>
            <a:spLocks noGrp="1"/>
          </p:cNvSpPr>
          <p:nvPr/>
        </p:nvSpPr>
        <p:spPr>
          <a:xfrm>
            <a:off x="6301092" y="2673513"/>
            <a:ext cx="1131461" cy="998785"/>
          </a:xfrm>
          <a:custGeom>
            <a:avLst/>
            <a:gdLst>
              <a:gd name="connsiteX0" fmla="*/ 0 w 807210"/>
              <a:gd name="connsiteY0" fmla="*/ 863657 h 863656"/>
              <a:gd name="connsiteX1" fmla="*/ 807211 w 807210"/>
              <a:gd name="connsiteY1" fmla="*/ 863657 h 863656"/>
              <a:gd name="connsiteX2" fmla="*/ 807211 w 807210"/>
              <a:gd name="connsiteY2" fmla="*/ 0 h 863656"/>
              <a:gd name="connsiteX3" fmla="*/ 0 w 807210"/>
              <a:gd name="connsiteY3" fmla="*/ 0 h 863656"/>
            </a:gdLst>
            <a:ahLst/>
            <a:cxnLst/>
            <a:rect l="l" t="t" r="r" b="b"/>
            <a:pathLst>
              <a:path w="807210" h="863656">
                <a:moveTo>
                  <a:pt x="0" y="863657"/>
                </a:moveTo>
                <a:lnTo>
                  <a:pt x="807211" y="863657"/>
                </a:lnTo>
                <a:lnTo>
                  <a:pt x="807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4" name="Freeform 1263">
            <a:extLst>
              <a:ext uri="{FF2B5EF4-FFF2-40B4-BE49-F238E27FC236}">
                <a16:creationId xmlns:a16="http://schemas.microsoft.com/office/drawing/2014/main" id="{5DD7B82F-B901-72A2-1BCD-5AC549EE612A}"/>
              </a:ext>
            </a:extLst>
          </p:cNvPr>
          <p:cNvSpPr>
            <a:spLocks noGrp="1"/>
          </p:cNvSpPr>
          <p:nvPr/>
        </p:nvSpPr>
        <p:spPr>
          <a:xfrm>
            <a:off x="5619465" y="2874647"/>
            <a:ext cx="376074" cy="15364"/>
          </a:xfrm>
          <a:custGeom>
            <a:avLst/>
            <a:gdLst>
              <a:gd name="connsiteX0" fmla="*/ 0 w 337152"/>
              <a:gd name="connsiteY0" fmla="*/ 13285 h 13285"/>
              <a:gd name="connsiteX1" fmla="*/ 337153 w 337152"/>
              <a:gd name="connsiteY1" fmla="*/ 13285 h 13285"/>
              <a:gd name="connsiteX2" fmla="*/ 337153 w 337152"/>
              <a:gd name="connsiteY2" fmla="*/ 0 h 13285"/>
              <a:gd name="connsiteX3" fmla="*/ 0 w 337152"/>
              <a:gd name="connsiteY3" fmla="*/ 0 h 13285"/>
            </a:gdLst>
            <a:ahLst/>
            <a:cxnLst/>
            <a:rect l="l" t="t" r="r" b="b"/>
            <a:pathLst>
              <a:path w="337152" h="13285">
                <a:moveTo>
                  <a:pt x="0" y="13285"/>
                </a:moveTo>
                <a:lnTo>
                  <a:pt x="337153" y="13285"/>
                </a:lnTo>
                <a:lnTo>
                  <a:pt x="337153" y="0"/>
                </a:lnTo>
                <a:lnTo>
                  <a:pt x="0" y="0"/>
                </a:lnTo>
                <a:close/>
              </a:path>
            </a:pathLst>
          </a:custGeom>
          <a:solidFill>
            <a:srgbClr val="2E7D3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5" name="Freeform 1264">
            <a:extLst>
              <a:ext uri="{FF2B5EF4-FFF2-40B4-BE49-F238E27FC236}">
                <a16:creationId xmlns:a16="http://schemas.microsoft.com/office/drawing/2014/main" id="{DE46129B-CA55-7FCE-EF34-54D653BB4E0E}"/>
              </a:ext>
            </a:extLst>
          </p:cNvPr>
          <p:cNvSpPr>
            <a:spLocks noGrp="1"/>
          </p:cNvSpPr>
          <p:nvPr/>
        </p:nvSpPr>
        <p:spPr>
          <a:xfrm>
            <a:off x="5619465" y="3008670"/>
            <a:ext cx="31362" cy="10747"/>
          </a:xfrm>
          <a:custGeom>
            <a:avLst/>
            <a:gdLst>
              <a:gd name="connsiteX0" fmla="*/ 0 w 28116"/>
              <a:gd name="connsiteY0" fmla="*/ 9294 h 9293"/>
              <a:gd name="connsiteX1" fmla="*/ 28116 w 28116"/>
              <a:gd name="connsiteY1" fmla="*/ 9294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7" name="Freeform 1266">
            <a:extLst>
              <a:ext uri="{FF2B5EF4-FFF2-40B4-BE49-F238E27FC236}">
                <a16:creationId xmlns:a16="http://schemas.microsoft.com/office/drawing/2014/main" id="{8D81ABFD-5DA1-0CFF-1649-4D355A63984C}"/>
              </a:ext>
            </a:extLst>
          </p:cNvPr>
          <p:cNvSpPr>
            <a:spLocks noGrp="1"/>
          </p:cNvSpPr>
          <p:nvPr/>
        </p:nvSpPr>
        <p:spPr>
          <a:xfrm>
            <a:off x="5619465" y="3145428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9" name="Freeform 1268">
            <a:extLst>
              <a:ext uri="{FF2B5EF4-FFF2-40B4-BE49-F238E27FC236}">
                <a16:creationId xmlns:a16="http://schemas.microsoft.com/office/drawing/2014/main" id="{7DF100BC-ECCF-08F6-39D4-CAFF45308C9D}"/>
              </a:ext>
            </a:extLst>
          </p:cNvPr>
          <p:cNvSpPr>
            <a:spLocks noGrp="1"/>
          </p:cNvSpPr>
          <p:nvPr/>
        </p:nvSpPr>
        <p:spPr>
          <a:xfrm>
            <a:off x="5619465" y="3282185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71" name="Freeform 1270">
            <a:extLst>
              <a:ext uri="{FF2B5EF4-FFF2-40B4-BE49-F238E27FC236}">
                <a16:creationId xmlns:a16="http://schemas.microsoft.com/office/drawing/2014/main" id="{1F1736A8-BC8B-5F95-13A6-772CDC945C6D}"/>
              </a:ext>
            </a:extLst>
          </p:cNvPr>
          <p:cNvSpPr>
            <a:spLocks noGrp="1"/>
          </p:cNvSpPr>
          <p:nvPr/>
        </p:nvSpPr>
        <p:spPr>
          <a:xfrm>
            <a:off x="5619465" y="3418942"/>
            <a:ext cx="31362" cy="10747"/>
          </a:xfrm>
          <a:custGeom>
            <a:avLst/>
            <a:gdLst>
              <a:gd name="connsiteX0" fmla="*/ 0 w 28116"/>
              <a:gd name="connsiteY0" fmla="*/ 9294 h 9293"/>
              <a:gd name="connsiteX1" fmla="*/ 28116 w 28116"/>
              <a:gd name="connsiteY1" fmla="*/ 9294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73" name="Freeform 1272">
            <a:extLst>
              <a:ext uri="{FF2B5EF4-FFF2-40B4-BE49-F238E27FC236}">
                <a16:creationId xmlns:a16="http://schemas.microsoft.com/office/drawing/2014/main" id="{E4774A67-4CBA-096B-670E-3EE6BCCE0C12}"/>
              </a:ext>
            </a:extLst>
          </p:cNvPr>
          <p:cNvSpPr>
            <a:spLocks noGrp="1"/>
          </p:cNvSpPr>
          <p:nvPr/>
        </p:nvSpPr>
        <p:spPr>
          <a:xfrm>
            <a:off x="5619465" y="3555700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79" name="Freeform 1278">
            <a:extLst>
              <a:ext uri="{FF2B5EF4-FFF2-40B4-BE49-F238E27FC236}">
                <a16:creationId xmlns:a16="http://schemas.microsoft.com/office/drawing/2014/main" id="{CC8F3329-FE50-BA47-77CD-A02EA568D618}"/>
              </a:ext>
            </a:extLst>
          </p:cNvPr>
          <p:cNvSpPr>
            <a:spLocks noGrp="1"/>
          </p:cNvSpPr>
          <p:nvPr/>
        </p:nvSpPr>
        <p:spPr>
          <a:xfrm>
            <a:off x="6332392" y="2944677"/>
            <a:ext cx="129909" cy="49170"/>
          </a:xfrm>
          <a:custGeom>
            <a:avLst/>
            <a:gdLst>
              <a:gd name="connsiteX0" fmla="*/ 16070 w 116464"/>
              <a:gd name="connsiteY0" fmla="*/ 42519 h 42518"/>
              <a:gd name="connsiteX1" fmla="*/ 100403 w 116464"/>
              <a:gd name="connsiteY1" fmla="*/ 42519 h 42518"/>
              <a:gd name="connsiteX2" fmla="*/ 116464 w 116464"/>
              <a:gd name="connsiteY2" fmla="*/ 37200 h 42518"/>
              <a:gd name="connsiteX3" fmla="*/ 116464 w 116464"/>
              <a:gd name="connsiteY3" fmla="*/ 5310 h 42518"/>
              <a:gd name="connsiteX4" fmla="*/ 100403 w 116464"/>
              <a:gd name="connsiteY4" fmla="*/ 0 h 42518"/>
              <a:gd name="connsiteX5" fmla="*/ 16070 w 116464"/>
              <a:gd name="connsiteY5" fmla="*/ 0 h 42518"/>
              <a:gd name="connsiteX6" fmla="*/ 0 w 116464"/>
              <a:gd name="connsiteY6" fmla="*/ 5310 h 42518"/>
              <a:gd name="connsiteX7" fmla="*/ 0 w 116464"/>
              <a:gd name="connsiteY7" fmla="*/ 37200 h 42518"/>
              <a:gd name="connsiteX8" fmla="*/ 16070 w 116464"/>
              <a:gd name="connsiteY8" fmla="*/ 42519 h 42518"/>
            </a:gdLst>
            <a:ahLst/>
            <a:cxnLst/>
            <a:rect l="l" t="t" r="r" b="b"/>
            <a:pathLst>
              <a:path w="116464" h="42518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0"/>
                </a:cubicBezTo>
                <a:lnTo>
                  <a:pt x="116464" y="5310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0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87" name="Freeform 1286">
            <a:extLst>
              <a:ext uri="{FF2B5EF4-FFF2-40B4-BE49-F238E27FC236}">
                <a16:creationId xmlns:a16="http://schemas.microsoft.com/office/drawing/2014/main" id="{66B29B3B-CDF2-3906-6559-82CD821CAE94}"/>
              </a:ext>
            </a:extLst>
          </p:cNvPr>
          <p:cNvSpPr>
            <a:spLocks noGrp="1"/>
          </p:cNvSpPr>
          <p:nvPr/>
        </p:nvSpPr>
        <p:spPr>
          <a:xfrm>
            <a:off x="6332392" y="3089477"/>
            <a:ext cx="129909" cy="49172"/>
          </a:xfrm>
          <a:custGeom>
            <a:avLst/>
            <a:gdLst>
              <a:gd name="connsiteX0" fmla="*/ 16070 w 116464"/>
              <a:gd name="connsiteY0" fmla="*/ 42519 h 42519"/>
              <a:gd name="connsiteX1" fmla="*/ 100403 w 116464"/>
              <a:gd name="connsiteY1" fmla="*/ 42519 h 42519"/>
              <a:gd name="connsiteX2" fmla="*/ 116464 w 116464"/>
              <a:gd name="connsiteY2" fmla="*/ 37208 h 42519"/>
              <a:gd name="connsiteX3" fmla="*/ 116464 w 116464"/>
              <a:gd name="connsiteY3" fmla="*/ 5319 h 42519"/>
              <a:gd name="connsiteX4" fmla="*/ 100403 w 116464"/>
              <a:gd name="connsiteY4" fmla="*/ 0 h 42519"/>
              <a:gd name="connsiteX5" fmla="*/ 16070 w 116464"/>
              <a:gd name="connsiteY5" fmla="*/ 0 h 42519"/>
              <a:gd name="connsiteX6" fmla="*/ 0 w 116464"/>
              <a:gd name="connsiteY6" fmla="*/ 5319 h 42519"/>
              <a:gd name="connsiteX7" fmla="*/ 0 w 116464"/>
              <a:gd name="connsiteY7" fmla="*/ 37208 h 42519"/>
              <a:gd name="connsiteX8" fmla="*/ 16070 w 116464"/>
              <a:gd name="connsiteY8" fmla="*/ 42519 h 42519"/>
            </a:gdLst>
            <a:ahLst/>
            <a:cxnLst/>
            <a:rect l="l" t="t" r="r" b="b"/>
            <a:pathLst>
              <a:path w="116464" h="42519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8"/>
                </a:cubicBezTo>
                <a:lnTo>
                  <a:pt x="116464" y="5319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9"/>
                </a:cubicBezTo>
                <a:lnTo>
                  <a:pt x="0" y="37208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93" name="Freeform 1292">
            <a:extLst>
              <a:ext uri="{FF2B5EF4-FFF2-40B4-BE49-F238E27FC236}">
                <a16:creationId xmlns:a16="http://schemas.microsoft.com/office/drawing/2014/main" id="{B3C52B72-4523-1351-CF0C-CF45C40BF547}"/>
              </a:ext>
            </a:extLst>
          </p:cNvPr>
          <p:cNvSpPr>
            <a:spLocks noGrp="1"/>
          </p:cNvSpPr>
          <p:nvPr/>
        </p:nvSpPr>
        <p:spPr>
          <a:xfrm>
            <a:off x="6332392" y="3234293"/>
            <a:ext cx="129909" cy="49161"/>
          </a:xfrm>
          <a:custGeom>
            <a:avLst/>
            <a:gdLst>
              <a:gd name="connsiteX0" fmla="*/ 16070 w 116464"/>
              <a:gd name="connsiteY0" fmla="*/ 42510 h 42510"/>
              <a:gd name="connsiteX1" fmla="*/ 100403 w 116464"/>
              <a:gd name="connsiteY1" fmla="*/ 42510 h 42510"/>
              <a:gd name="connsiteX2" fmla="*/ 116464 w 116464"/>
              <a:gd name="connsiteY2" fmla="*/ 37200 h 42510"/>
              <a:gd name="connsiteX3" fmla="*/ 116464 w 116464"/>
              <a:gd name="connsiteY3" fmla="*/ 5311 h 42510"/>
              <a:gd name="connsiteX4" fmla="*/ 100403 w 116464"/>
              <a:gd name="connsiteY4" fmla="*/ 0 h 42510"/>
              <a:gd name="connsiteX5" fmla="*/ 16070 w 116464"/>
              <a:gd name="connsiteY5" fmla="*/ 0 h 42510"/>
              <a:gd name="connsiteX6" fmla="*/ 0 w 116464"/>
              <a:gd name="connsiteY6" fmla="*/ 5311 h 42510"/>
              <a:gd name="connsiteX7" fmla="*/ 0 w 116464"/>
              <a:gd name="connsiteY7" fmla="*/ 37200 h 42510"/>
              <a:gd name="connsiteX8" fmla="*/ 16070 w 116464"/>
              <a:gd name="connsiteY8" fmla="*/ 42510 h 42510"/>
            </a:gdLst>
            <a:ahLst/>
            <a:cxnLst/>
            <a:rect l="l" t="t" r="r" b="b"/>
            <a:pathLst>
              <a:path w="116464" h="42510">
                <a:moveTo>
                  <a:pt x="16070" y="42510"/>
                </a:moveTo>
                <a:lnTo>
                  <a:pt x="100403" y="42510"/>
                </a:lnTo>
                <a:cubicBezTo>
                  <a:pt x="111108" y="42510"/>
                  <a:pt x="116464" y="40740"/>
                  <a:pt x="116464" y="37200"/>
                </a:cubicBezTo>
                <a:lnTo>
                  <a:pt x="116464" y="5311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0"/>
                  <a:pt x="5357" y="42510"/>
                  <a:pt x="16070" y="42510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99" name="Freeform 1298">
            <a:extLst>
              <a:ext uri="{FF2B5EF4-FFF2-40B4-BE49-F238E27FC236}">
                <a16:creationId xmlns:a16="http://schemas.microsoft.com/office/drawing/2014/main" id="{10C626C9-E2F1-E0B6-979B-88A8E4C0ACDD}"/>
              </a:ext>
            </a:extLst>
          </p:cNvPr>
          <p:cNvSpPr>
            <a:spLocks noGrp="1"/>
          </p:cNvSpPr>
          <p:nvPr/>
        </p:nvSpPr>
        <p:spPr>
          <a:xfrm>
            <a:off x="6332392" y="3379091"/>
            <a:ext cx="197103" cy="49172"/>
          </a:xfrm>
          <a:custGeom>
            <a:avLst/>
            <a:gdLst>
              <a:gd name="connsiteX0" fmla="*/ 16070 w 176704"/>
              <a:gd name="connsiteY0" fmla="*/ 42519 h 42519"/>
              <a:gd name="connsiteX1" fmla="*/ 160642 w 176704"/>
              <a:gd name="connsiteY1" fmla="*/ 42519 h 42519"/>
              <a:gd name="connsiteX2" fmla="*/ 176704 w 176704"/>
              <a:gd name="connsiteY2" fmla="*/ 37200 h 42519"/>
              <a:gd name="connsiteX3" fmla="*/ 176704 w 176704"/>
              <a:gd name="connsiteY3" fmla="*/ 5311 h 42519"/>
              <a:gd name="connsiteX4" fmla="*/ 160642 w 176704"/>
              <a:gd name="connsiteY4" fmla="*/ 0 h 42519"/>
              <a:gd name="connsiteX5" fmla="*/ 16070 w 176704"/>
              <a:gd name="connsiteY5" fmla="*/ 0 h 42519"/>
              <a:gd name="connsiteX6" fmla="*/ 0 w 176704"/>
              <a:gd name="connsiteY6" fmla="*/ 5311 h 42519"/>
              <a:gd name="connsiteX7" fmla="*/ 0 w 176704"/>
              <a:gd name="connsiteY7" fmla="*/ 37200 h 42519"/>
              <a:gd name="connsiteX8" fmla="*/ 16070 w 176704"/>
              <a:gd name="connsiteY8" fmla="*/ 42519 h 42519"/>
            </a:gdLst>
            <a:ahLst/>
            <a:cxnLst/>
            <a:rect l="l" t="t" r="r" b="b"/>
            <a:pathLst>
              <a:path w="176704" h="42519">
                <a:moveTo>
                  <a:pt x="16070" y="42519"/>
                </a:moveTo>
                <a:lnTo>
                  <a:pt x="160642" y="42519"/>
                </a:lnTo>
                <a:cubicBezTo>
                  <a:pt x="171347" y="42519"/>
                  <a:pt x="176704" y="40749"/>
                  <a:pt x="176704" y="37200"/>
                </a:cubicBezTo>
                <a:lnTo>
                  <a:pt x="176704" y="5311"/>
                </a:lnTo>
                <a:cubicBezTo>
                  <a:pt x="176704" y="1770"/>
                  <a:pt x="171347" y="0"/>
                  <a:pt x="160642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FFA726">
              <a:alpha val="12000"/>
            </a:srgbClr>
          </a:solidFill>
          <a:ln w="3369">
            <a:solidFill>
              <a:srgbClr val="FFA726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07" name="Freeform 1306">
            <a:extLst>
              <a:ext uri="{FF2B5EF4-FFF2-40B4-BE49-F238E27FC236}">
                <a16:creationId xmlns:a16="http://schemas.microsoft.com/office/drawing/2014/main" id="{8A5A01B7-70F3-873B-B6D1-817E9157D7C4}"/>
              </a:ext>
            </a:extLst>
          </p:cNvPr>
          <p:cNvSpPr>
            <a:spLocks noGrp="1"/>
          </p:cNvSpPr>
          <p:nvPr/>
        </p:nvSpPr>
        <p:spPr>
          <a:xfrm>
            <a:off x="6332392" y="3517017"/>
            <a:ext cx="197103" cy="49170"/>
          </a:xfrm>
          <a:custGeom>
            <a:avLst/>
            <a:gdLst>
              <a:gd name="connsiteX0" fmla="*/ 16070 w 176704"/>
              <a:gd name="connsiteY0" fmla="*/ 42519 h 42518"/>
              <a:gd name="connsiteX1" fmla="*/ 160642 w 176704"/>
              <a:gd name="connsiteY1" fmla="*/ 42519 h 42518"/>
              <a:gd name="connsiteX2" fmla="*/ 176704 w 176704"/>
              <a:gd name="connsiteY2" fmla="*/ 37208 h 42518"/>
              <a:gd name="connsiteX3" fmla="*/ 176704 w 176704"/>
              <a:gd name="connsiteY3" fmla="*/ 5319 h 42518"/>
              <a:gd name="connsiteX4" fmla="*/ 160642 w 176704"/>
              <a:gd name="connsiteY4" fmla="*/ 0 h 42518"/>
              <a:gd name="connsiteX5" fmla="*/ 16070 w 176704"/>
              <a:gd name="connsiteY5" fmla="*/ 0 h 42518"/>
              <a:gd name="connsiteX6" fmla="*/ 0 w 176704"/>
              <a:gd name="connsiteY6" fmla="*/ 5319 h 42518"/>
              <a:gd name="connsiteX7" fmla="*/ 0 w 176704"/>
              <a:gd name="connsiteY7" fmla="*/ 37208 h 42518"/>
              <a:gd name="connsiteX8" fmla="*/ 16070 w 176704"/>
              <a:gd name="connsiteY8" fmla="*/ 42519 h 42518"/>
            </a:gdLst>
            <a:ahLst/>
            <a:cxnLst/>
            <a:rect l="l" t="t" r="r" b="b"/>
            <a:pathLst>
              <a:path w="176704" h="42518">
                <a:moveTo>
                  <a:pt x="16070" y="42519"/>
                </a:moveTo>
                <a:lnTo>
                  <a:pt x="160642" y="42519"/>
                </a:lnTo>
                <a:cubicBezTo>
                  <a:pt x="171347" y="42519"/>
                  <a:pt x="176704" y="40749"/>
                  <a:pt x="176704" y="37208"/>
                </a:cubicBezTo>
                <a:lnTo>
                  <a:pt x="176704" y="5319"/>
                </a:lnTo>
                <a:cubicBezTo>
                  <a:pt x="176704" y="1770"/>
                  <a:pt x="171347" y="0"/>
                  <a:pt x="160642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9"/>
                </a:cubicBezTo>
                <a:lnTo>
                  <a:pt x="0" y="37208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EF5350">
              <a:alpha val="12000"/>
            </a:srgbClr>
          </a:solidFill>
          <a:ln w="3369">
            <a:solidFill>
              <a:srgbClr val="EF535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64" name="Freeform 1363">
            <a:extLst>
              <a:ext uri="{FF2B5EF4-FFF2-40B4-BE49-F238E27FC236}">
                <a16:creationId xmlns:a16="http://schemas.microsoft.com/office/drawing/2014/main" id="{8B736A02-561E-B6D7-00E5-33240AAAACEA}"/>
              </a:ext>
            </a:extLst>
          </p:cNvPr>
          <p:cNvSpPr>
            <a:spLocks noGrp="1"/>
          </p:cNvSpPr>
          <p:nvPr/>
        </p:nvSpPr>
        <p:spPr>
          <a:xfrm>
            <a:off x="6372674" y="2951461"/>
            <a:ext cx="49353" cy="27627"/>
          </a:xfrm>
          <a:custGeom>
            <a:avLst/>
            <a:gdLst>
              <a:gd name="connsiteX0" fmla="*/ 9482 w 44245"/>
              <a:gd name="connsiteY0" fmla="*/ 9251 h 23889"/>
              <a:gd name="connsiteX1" fmla="*/ 11667 w 44245"/>
              <a:gd name="connsiteY1" fmla="*/ 8613 h 23889"/>
              <a:gd name="connsiteX2" fmla="*/ 12409 w 44245"/>
              <a:gd name="connsiteY2" fmla="*/ 6724 h 23889"/>
              <a:gd name="connsiteX3" fmla="*/ 11667 w 44245"/>
              <a:gd name="connsiteY3" fmla="*/ 4843 h 23889"/>
              <a:gd name="connsiteX4" fmla="*/ 9482 w 44245"/>
              <a:gd name="connsiteY4" fmla="*/ 4196 h 23889"/>
              <a:gd name="connsiteX5" fmla="*/ 6107 w 44245"/>
              <a:gd name="connsiteY5" fmla="*/ 4196 h 23889"/>
              <a:gd name="connsiteX6" fmla="*/ 6107 w 44245"/>
              <a:gd name="connsiteY6" fmla="*/ 9251 h 23889"/>
              <a:gd name="connsiteX7" fmla="*/ 9482 w 44245"/>
              <a:gd name="connsiteY7" fmla="*/ 9251 h 23889"/>
              <a:gd name="connsiteX8" fmla="*/ 9684 w 44245"/>
              <a:gd name="connsiteY8" fmla="*/ 19694 h 23889"/>
              <a:gd name="connsiteX9" fmla="*/ 12451 w 44245"/>
              <a:gd name="connsiteY9" fmla="*/ 18911 h 23889"/>
              <a:gd name="connsiteX10" fmla="*/ 13379 w 44245"/>
              <a:gd name="connsiteY10" fmla="*/ 16545 h 23889"/>
              <a:gd name="connsiteX11" fmla="*/ 12460 w 44245"/>
              <a:gd name="connsiteY11" fmla="*/ 14213 h 23889"/>
              <a:gd name="connsiteX12" fmla="*/ 9684 w 44245"/>
              <a:gd name="connsiteY12" fmla="*/ 13439 h 23889"/>
              <a:gd name="connsiteX13" fmla="*/ 6107 w 44245"/>
              <a:gd name="connsiteY13" fmla="*/ 13439 h 23889"/>
              <a:gd name="connsiteX14" fmla="*/ 6107 w 44245"/>
              <a:gd name="connsiteY14" fmla="*/ 19694 h 23889"/>
              <a:gd name="connsiteX15" fmla="*/ 9684 w 44245"/>
              <a:gd name="connsiteY15" fmla="*/ 19694 h 23889"/>
              <a:gd name="connsiteX16" fmla="*/ 15370 w 44245"/>
              <a:gd name="connsiteY16" fmla="*/ 11107 h 23889"/>
              <a:gd name="connsiteX17" fmla="*/ 18407 w 44245"/>
              <a:gd name="connsiteY17" fmla="*/ 13234 h 23889"/>
              <a:gd name="connsiteX18" fmla="*/ 19487 w 44245"/>
              <a:gd name="connsiteY18" fmla="*/ 17038 h 23889"/>
              <a:gd name="connsiteX19" fmla="*/ 17175 w 44245"/>
              <a:gd name="connsiteY19" fmla="*/ 22196 h 23889"/>
              <a:gd name="connsiteX20" fmla="*/ 10131 w 44245"/>
              <a:gd name="connsiteY20" fmla="*/ 23889 h 23889"/>
              <a:gd name="connsiteX21" fmla="*/ 0 w 44245"/>
              <a:gd name="connsiteY21" fmla="*/ 23889 h 23889"/>
              <a:gd name="connsiteX22" fmla="*/ 0 w 44245"/>
              <a:gd name="connsiteY22" fmla="*/ 0 h 23889"/>
              <a:gd name="connsiteX23" fmla="*/ 9161 w 44245"/>
              <a:gd name="connsiteY23" fmla="*/ 0 h 23889"/>
              <a:gd name="connsiteX24" fmla="*/ 16306 w 44245"/>
              <a:gd name="connsiteY24" fmla="*/ 1506 h 23889"/>
              <a:gd name="connsiteX25" fmla="*/ 18525 w 44245"/>
              <a:gd name="connsiteY25" fmla="*/ 6324 h 23889"/>
              <a:gd name="connsiteX26" fmla="*/ 17707 w 44245"/>
              <a:gd name="connsiteY26" fmla="*/ 9285 h 23889"/>
              <a:gd name="connsiteX27" fmla="*/ 15370 w 44245"/>
              <a:gd name="connsiteY27" fmla="*/ 11107 h 23889"/>
              <a:gd name="connsiteX28" fmla="*/ 24759 w 44245"/>
              <a:gd name="connsiteY28" fmla="*/ 0 h 23889"/>
              <a:gd name="connsiteX29" fmla="*/ 34882 w 44245"/>
              <a:gd name="connsiteY29" fmla="*/ 0 h 23889"/>
              <a:gd name="connsiteX30" fmla="*/ 41825 w 44245"/>
              <a:gd name="connsiteY30" fmla="*/ 2026 h 23889"/>
              <a:gd name="connsiteX31" fmla="*/ 44246 w 44245"/>
              <a:gd name="connsiteY31" fmla="*/ 7796 h 23889"/>
              <a:gd name="connsiteX32" fmla="*/ 41825 w 44245"/>
              <a:gd name="connsiteY32" fmla="*/ 13575 h 23889"/>
              <a:gd name="connsiteX33" fmla="*/ 34882 w 44245"/>
              <a:gd name="connsiteY33" fmla="*/ 15600 h 23889"/>
              <a:gd name="connsiteX34" fmla="*/ 30858 w 44245"/>
              <a:gd name="connsiteY34" fmla="*/ 15600 h 23889"/>
              <a:gd name="connsiteX35" fmla="*/ 30858 w 44245"/>
              <a:gd name="connsiteY35" fmla="*/ 23889 h 23889"/>
              <a:gd name="connsiteX36" fmla="*/ 24759 w 44245"/>
              <a:gd name="connsiteY36" fmla="*/ 23889 h 23889"/>
              <a:gd name="connsiteX37" fmla="*/ 24759 w 44245"/>
              <a:gd name="connsiteY37" fmla="*/ 0 h 23889"/>
              <a:gd name="connsiteX38" fmla="*/ 30858 w 44245"/>
              <a:gd name="connsiteY38" fmla="*/ 4460 h 23889"/>
              <a:gd name="connsiteX39" fmla="*/ 30858 w 44245"/>
              <a:gd name="connsiteY39" fmla="*/ 11132 h 23889"/>
              <a:gd name="connsiteX40" fmla="*/ 34232 w 44245"/>
              <a:gd name="connsiteY40" fmla="*/ 11132 h 23889"/>
              <a:gd name="connsiteX41" fmla="*/ 36982 w 44245"/>
              <a:gd name="connsiteY41" fmla="*/ 10264 h 23889"/>
              <a:gd name="connsiteX42" fmla="*/ 37952 w 44245"/>
              <a:gd name="connsiteY42" fmla="*/ 7796 h 23889"/>
              <a:gd name="connsiteX43" fmla="*/ 36982 w 44245"/>
              <a:gd name="connsiteY43" fmla="*/ 5328 h 23889"/>
              <a:gd name="connsiteX44" fmla="*/ 34232 w 44245"/>
              <a:gd name="connsiteY44" fmla="*/ 4460 h 23889"/>
              <a:gd name="connsiteX45" fmla="*/ 30858 w 44245"/>
              <a:gd name="connsiteY45" fmla="*/ 4460 h 23889"/>
            </a:gdLst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3"/>
                </a:cubicBezTo>
                <a:cubicBezTo>
                  <a:pt x="12164" y="8188"/>
                  <a:pt x="12409" y="7557"/>
                  <a:pt x="12409" y="6724"/>
                </a:cubicBezTo>
                <a:cubicBezTo>
                  <a:pt x="12409" y="5898"/>
                  <a:pt x="12164" y="5277"/>
                  <a:pt x="11667" y="4843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4"/>
                </a:moveTo>
                <a:cubicBezTo>
                  <a:pt x="10916" y="19694"/>
                  <a:pt x="11835" y="19430"/>
                  <a:pt x="12451" y="18911"/>
                </a:cubicBezTo>
                <a:cubicBezTo>
                  <a:pt x="13075" y="18392"/>
                  <a:pt x="13379" y="17600"/>
                  <a:pt x="13379" y="16545"/>
                </a:cubicBezTo>
                <a:cubicBezTo>
                  <a:pt x="13379" y="15507"/>
                  <a:pt x="13075" y="14732"/>
                  <a:pt x="12460" y="14213"/>
                </a:cubicBezTo>
                <a:cubicBezTo>
                  <a:pt x="11852" y="13694"/>
                  <a:pt x="10924" y="13439"/>
                  <a:pt x="9684" y="13439"/>
                </a:cubicBezTo>
                <a:lnTo>
                  <a:pt x="6107" y="13439"/>
                </a:lnTo>
                <a:lnTo>
                  <a:pt x="6107" y="19694"/>
                </a:lnTo>
                <a:lnTo>
                  <a:pt x="9684" y="19694"/>
                </a:lnTo>
                <a:close/>
                <a:moveTo>
                  <a:pt x="15370" y="11107"/>
                </a:moveTo>
                <a:cubicBezTo>
                  <a:pt x="16677" y="11490"/>
                  <a:pt x="17690" y="12196"/>
                  <a:pt x="18407" y="13234"/>
                </a:cubicBezTo>
                <a:cubicBezTo>
                  <a:pt x="19124" y="14264"/>
                  <a:pt x="19487" y="15532"/>
                  <a:pt x="19487" y="17038"/>
                </a:cubicBezTo>
                <a:cubicBezTo>
                  <a:pt x="19487" y="19345"/>
                  <a:pt x="18719" y="21064"/>
                  <a:pt x="17175" y="22196"/>
                </a:cubicBezTo>
                <a:cubicBezTo>
                  <a:pt x="15631" y="23320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1"/>
                  <a:pt x="18525" y="4111"/>
                  <a:pt x="18525" y="6324"/>
                </a:cubicBezTo>
                <a:cubicBezTo>
                  <a:pt x="18525" y="7481"/>
                  <a:pt x="18255" y="8469"/>
                  <a:pt x="17707" y="9285"/>
                </a:cubicBezTo>
                <a:cubicBezTo>
                  <a:pt x="17175" y="10102"/>
                  <a:pt x="16391" y="10707"/>
                  <a:pt x="15370" y="1110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3"/>
                  <a:pt x="41825" y="2026"/>
                </a:cubicBezTo>
                <a:cubicBezTo>
                  <a:pt x="43436" y="3379"/>
                  <a:pt x="44246" y="5294"/>
                  <a:pt x="44246" y="7796"/>
                </a:cubicBezTo>
                <a:cubicBezTo>
                  <a:pt x="44246" y="10298"/>
                  <a:pt x="43436" y="12230"/>
                  <a:pt x="41825" y="13575"/>
                </a:cubicBezTo>
                <a:cubicBezTo>
                  <a:pt x="40213" y="14928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0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3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24"/>
                  <a:pt x="37623" y="5907"/>
                  <a:pt x="36982" y="5328"/>
                </a:cubicBezTo>
                <a:cubicBezTo>
                  <a:pt x="36333" y="4749"/>
                  <a:pt x="35422" y="4460"/>
                  <a:pt x="34232" y="4460"/>
                </a:cubicBezTo>
                <a:lnTo>
                  <a:pt x="30858" y="446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65" name="Freeform 1364">
            <a:extLst>
              <a:ext uri="{FF2B5EF4-FFF2-40B4-BE49-F238E27FC236}">
                <a16:creationId xmlns:a16="http://schemas.microsoft.com/office/drawing/2014/main" id="{A509A713-AA99-178E-A42E-E9D10BC29041}"/>
              </a:ext>
            </a:extLst>
          </p:cNvPr>
          <p:cNvSpPr>
            <a:spLocks noGrp="1"/>
          </p:cNvSpPr>
          <p:nvPr/>
        </p:nvSpPr>
        <p:spPr>
          <a:xfrm>
            <a:off x="6372674" y="3096263"/>
            <a:ext cx="49353" cy="27627"/>
          </a:xfrm>
          <a:custGeom>
            <a:avLst/>
            <a:gdLst>
              <a:gd name="connsiteX0" fmla="*/ 9482 w 44245"/>
              <a:gd name="connsiteY0" fmla="*/ 9251 h 23889"/>
              <a:gd name="connsiteX1" fmla="*/ 11667 w 44245"/>
              <a:gd name="connsiteY1" fmla="*/ 8612 h 23889"/>
              <a:gd name="connsiteX2" fmla="*/ 12409 w 44245"/>
              <a:gd name="connsiteY2" fmla="*/ 6723 h 23889"/>
              <a:gd name="connsiteX3" fmla="*/ 11667 w 44245"/>
              <a:gd name="connsiteY3" fmla="*/ 4842 h 23889"/>
              <a:gd name="connsiteX4" fmla="*/ 9482 w 44245"/>
              <a:gd name="connsiteY4" fmla="*/ 4196 h 23889"/>
              <a:gd name="connsiteX5" fmla="*/ 6107 w 44245"/>
              <a:gd name="connsiteY5" fmla="*/ 4196 h 23889"/>
              <a:gd name="connsiteX6" fmla="*/ 6107 w 44245"/>
              <a:gd name="connsiteY6" fmla="*/ 9251 h 23889"/>
              <a:gd name="connsiteX7" fmla="*/ 9482 w 44245"/>
              <a:gd name="connsiteY7" fmla="*/ 9251 h 23889"/>
              <a:gd name="connsiteX8" fmla="*/ 9684 w 44245"/>
              <a:gd name="connsiteY8" fmla="*/ 19693 h 23889"/>
              <a:gd name="connsiteX9" fmla="*/ 12451 w 44245"/>
              <a:gd name="connsiteY9" fmla="*/ 18910 h 23889"/>
              <a:gd name="connsiteX10" fmla="*/ 13379 w 44245"/>
              <a:gd name="connsiteY10" fmla="*/ 16553 h 23889"/>
              <a:gd name="connsiteX11" fmla="*/ 12460 w 44245"/>
              <a:gd name="connsiteY11" fmla="*/ 14221 h 23889"/>
              <a:gd name="connsiteX12" fmla="*/ 9684 w 44245"/>
              <a:gd name="connsiteY12" fmla="*/ 13438 h 23889"/>
              <a:gd name="connsiteX13" fmla="*/ 6107 w 44245"/>
              <a:gd name="connsiteY13" fmla="*/ 13438 h 23889"/>
              <a:gd name="connsiteX14" fmla="*/ 6107 w 44245"/>
              <a:gd name="connsiteY14" fmla="*/ 19693 h 23889"/>
              <a:gd name="connsiteX15" fmla="*/ 9684 w 44245"/>
              <a:gd name="connsiteY15" fmla="*/ 19693 h 23889"/>
              <a:gd name="connsiteX16" fmla="*/ 15370 w 44245"/>
              <a:gd name="connsiteY16" fmla="*/ 11106 h 23889"/>
              <a:gd name="connsiteX17" fmla="*/ 18407 w 44245"/>
              <a:gd name="connsiteY17" fmla="*/ 13234 h 23889"/>
              <a:gd name="connsiteX18" fmla="*/ 19487 w 44245"/>
              <a:gd name="connsiteY18" fmla="*/ 17038 h 23889"/>
              <a:gd name="connsiteX19" fmla="*/ 17175 w 44245"/>
              <a:gd name="connsiteY19" fmla="*/ 22195 h 23889"/>
              <a:gd name="connsiteX20" fmla="*/ 10131 w 44245"/>
              <a:gd name="connsiteY20" fmla="*/ 23889 h 23889"/>
              <a:gd name="connsiteX21" fmla="*/ 0 w 44245"/>
              <a:gd name="connsiteY21" fmla="*/ 23889 h 23889"/>
              <a:gd name="connsiteX22" fmla="*/ 0 w 44245"/>
              <a:gd name="connsiteY22" fmla="*/ 0 h 23889"/>
              <a:gd name="connsiteX23" fmla="*/ 9161 w 44245"/>
              <a:gd name="connsiteY23" fmla="*/ 0 h 23889"/>
              <a:gd name="connsiteX24" fmla="*/ 16306 w 44245"/>
              <a:gd name="connsiteY24" fmla="*/ 1506 h 23889"/>
              <a:gd name="connsiteX25" fmla="*/ 18525 w 44245"/>
              <a:gd name="connsiteY25" fmla="*/ 6323 h 23889"/>
              <a:gd name="connsiteX26" fmla="*/ 17707 w 44245"/>
              <a:gd name="connsiteY26" fmla="*/ 9293 h 23889"/>
              <a:gd name="connsiteX27" fmla="*/ 15370 w 44245"/>
              <a:gd name="connsiteY27" fmla="*/ 11106 h 23889"/>
              <a:gd name="connsiteX28" fmla="*/ 24759 w 44245"/>
              <a:gd name="connsiteY28" fmla="*/ 0 h 23889"/>
              <a:gd name="connsiteX29" fmla="*/ 34882 w 44245"/>
              <a:gd name="connsiteY29" fmla="*/ 0 h 23889"/>
              <a:gd name="connsiteX30" fmla="*/ 41825 w 44245"/>
              <a:gd name="connsiteY30" fmla="*/ 2025 h 23889"/>
              <a:gd name="connsiteX31" fmla="*/ 44246 w 44245"/>
              <a:gd name="connsiteY31" fmla="*/ 7796 h 23889"/>
              <a:gd name="connsiteX32" fmla="*/ 41825 w 44245"/>
              <a:gd name="connsiteY32" fmla="*/ 13583 h 23889"/>
              <a:gd name="connsiteX33" fmla="*/ 34882 w 44245"/>
              <a:gd name="connsiteY33" fmla="*/ 15600 h 23889"/>
              <a:gd name="connsiteX34" fmla="*/ 30858 w 44245"/>
              <a:gd name="connsiteY34" fmla="*/ 15600 h 23889"/>
              <a:gd name="connsiteX35" fmla="*/ 30858 w 44245"/>
              <a:gd name="connsiteY35" fmla="*/ 23889 h 23889"/>
              <a:gd name="connsiteX36" fmla="*/ 24759 w 44245"/>
              <a:gd name="connsiteY36" fmla="*/ 23889 h 23889"/>
              <a:gd name="connsiteX37" fmla="*/ 24759 w 44245"/>
              <a:gd name="connsiteY37" fmla="*/ 0 h 23889"/>
              <a:gd name="connsiteX38" fmla="*/ 30858 w 44245"/>
              <a:gd name="connsiteY38" fmla="*/ 4468 h 23889"/>
              <a:gd name="connsiteX39" fmla="*/ 30858 w 44245"/>
              <a:gd name="connsiteY39" fmla="*/ 11140 h 23889"/>
              <a:gd name="connsiteX40" fmla="*/ 34232 w 44245"/>
              <a:gd name="connsiteY40" fmla="*/ 11140 h 23889"/>
              <a:gd name="connsiteX41" fmla="*/ 36982 w 44245"/>
              <a:gd name="connsiteY41" fmla="*/ 10264 h 23889"/>
              <a:gd name="connsiteX42" fmla="*/ 37952 w 44245"/>
              <a:gd name="connsiteY42" fmla="*/ 7796 h 23889"/>
              <a:gd name="connsiteX43" fmla="*/ 36982 w 44245"/>
              <a:gd name="connsiteY43" fmla="*/ 5327 h 23889"/>
              <a:gd name="connsiteX44" fmla="*/ 34232 w 44245"/>
              <a:gd name="connsiteY44" fmla="*/ 4468 h 23889"/>
              <a:gd name="connsiteX45" fmla="*/ 30858 w 44245"/>
              <a:gd name="connsiteY45" fmla="*/ 4468 h 23889"/>
            </a:gdLst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2"/>
                </a:cubicBezTo>
                <a:cubicBezTo>
                  <a:pt x="12164" y="8187"/>
                  <a:pt x="12409" y="7557"/>
                  <a:pt x="12409" y="6723"/>
                </a:cubicBezTo>
                <a:cubicBezTo>
                  <a:pt x="12409" y="5898"/>
                  <a:pt x="12164" y="5277"/>
                  <a:pt x="11667" y="4842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3"/>
                </a:moveTo>
                <a:cubicBezTo>
                  <a:pt x="10916" y="19693"/>
                  <a:pt x="11835" y="19438"/>
                  <a:pt x="12451" y="18910"/>
                </a:cubicBezTo>
                <a:cubicBezTo>
                  <a:pt x="13075" y="18392"/>
                  <a:pt x="13379" y="17600"/>
                  <a:pt x="13379" y="16553"/>
                </a:cubicBezTo>
                <a:cubicBezTo>
                  <a:pt x="13379" y="15515"/>
                  <a:pt x="13075" y="14732"/>
                  <a:pt x="12460" y="14221"/>
                </a:cubicBezTo>
                <a:cubicBezTo>
                  <a:pt x="11852" y="13702"/>
                  <a:pt x="10924" y="13438"/>
                  <a:pt x="9684" y="13438"/>
                </a:cubicBezTo>
                <a:lnTo>
                  <a:pt x="6107" y="13438"/>
                </a:lnTo>
                <a:lnTo>
                  <a:pt x="6107" y="19693"/>
                </a:lnTo>
                <a:lnTo>
                  <a:pt x="9684" y="19693"/>
                </a:lnTo>
                <a:close/>
                <a:moveTo>
                  <a:pt x="15370" y="11106"/>
                </a:moveTo>
                <a:cubicBezTo>
                  <a:pt x="16677" y="11489"/>
                  <a:pt x="17690" y="12204"/>
                  <a:pt x="18407" y="13234"/>
                </a:cubicBezTo>
                <a:cubicBezTo>
                  <a:pt x="19124" y="14272"/>
                  <a:pt x="19487" y="15540"/>
                  <a:pt x="19487" y="17038"/>
                </a:cubicBezTo>
                <a:cubicBezTo>
                  <a:pt x="19487" y="19345"/>
                  <a:pt x="18719" y="21064"/>
                  <a:pt x="17175" y="22195"/>
                </a:cubicBezTo>
                <a:cubicBezTo>
                  <a:pt x="15631" y="23327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0"/>
                  <a:pt x="18525" y="4119"/>
                  <a:pt x="18525" y="6323"/>
                </a:cubicBezTo>
                <a:cubicBezTo>
                  <a:pt x="18525" y="7489"/>
                  <a:pt x="18255" y="8476"/>
                  <a:pt x="17707" y="9293"/>
                </a:cubicBezTo>
                <a:cubicBezTo>
                  <a:pt x="17175" y="10102"/>
                  <a:pt x="16391" y="10715"/>
                  <a:pt x="15370" y="11106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81"/>
                  <a:pt x="41825" y="2025"/>
                </a:cubicBezTo>
                <a:cubicBezTo>
                  <a:pt x="43436" y="3378"/>
                  <a:pt x="44246" y="5302"/>
                  <a:pt x="44246" y="7796"/>
                </a:cubicBezTo>
                <a:cubicBezTo>
                  <a:pt x="44246" y="10306"/>
                  <a:pt x="43436" y="12230"/>
                  <a:pt x="41825" y="13583"/>
                </a:cubicBezTo>
                <a:cubicBezTo>
                  <a:pt x="40213" y="14927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8"/>
                </a:moveTo>
                <a:lnTo>
                  <a:pt x="30858" y="11140"/>
                </a:lnTo>
                <a:lnTo>
                  <a:pt x="34232" y="11140"/>
                </a:lnTo>
                <a:cubicBezTo>
                  <a:pt x="35422" y="11140"/>
                  <a:pt x="36333" y="10851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32"/>
                  <a:pt x="37623" y="5906"/>
                  <a:pt x="36982" y="5327"/>
                </a:cubicBezTo>
                <a:cubicBezTo>
                  <a:pt x="36333" y="4757"/>
                  <a:pt x="35422" y="4468"/>
                  <a:pt x="34232" y="4468"/>
                </a:cubicBezTo>
                <a:lnTo>
                  <a:pt x="30858" y="4468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66" name="Freeform 1365">
            <a:extLst>
              <a:ext uri="{FF2B5EF4-FFF2-40B4-BE49-F238E27FC236}">
                <a16:creationId xmlns:a16="http://schemas.microsoft.com/office/drawing/2014/main" id="{78A28920-EB7F-4D2E-ECFE-32C317E08BA7}"/>
              </a:ext>
            </a:extLst>
          </p:cNvPr>
          <p:cNvSpPr>
            <a:spLocks noGrp="1"/>
          </p:cNvSpPr>
          <p:nvPr/>
        </p:nvSpPr>
        <p:spPr>
          <a:xfrm>
            <a:off x="6372674" y="3241071"/>
            <a:ext cx="49353" cy="27616"/>
          </a:xfrm>
          <a:custGeom>
            <a:avLst/>
            <a:gdLst>
              <a:gd name="connsiteX0" fmla="*/ 9482 w 44245"/>
              <a:gd name="connsiteY0" fmla="*/ 9251 h 23880"/>
              <a:gd name="connsiteX1" fmla="*/ 11667 w 44245"/>
              <a:gd name="connsiteY1" fmla="*/ 8604 h 23880"/>
              <a:gd name="connsiteX2" fmla="*/ 12409 w 44245"/>
              <a:gd name="connsiteY2" fmla="*/ 6715 h 23880"/>
              <a:gd name="connsiteX3" fmla="*/ 11667 w 44245"/>
              <a:gd name="connsiteY3" fmla="*/ 4842 h 23880"/>
              <a:gd name="connsiteX4" fmla="*/ 9482 w 44245"/>
              <a:gd name="connsiteY4" fmla="*/ 4187 h 23880"/>
              <a:gd name="connsiteX5" fmla="*/ 6107 w 44245"/>
              <a:gd name="connsiteY5" fmla="*/ 4187 h 23880"/>
              <a:gd name="connsiteX6" fmla="*/ 6107 w 44245"/>
              <a:gd name="connsiteY6" fmla="*/ 9251 h 23880"/>
              <a:gd name="connsiteX7" fmla="*/ 9482 w 44245"/>
              <a:gd name="connsiteY7" fmla="*/ 9251 h 23880"/>
              <a:gd name="connsiteX8" fmla="*/ 9684 w 44245"/>
              <a:gd name="connsiteY8" fmla="*/ 19693 h 23880"/>
              <a:gd name="connsiteX9" fmla="*/ 12451 w 44245"/>
              <a:gd name="connsiteY9" fmla="*/ 18910 h 23880"/>
              <a:gd name="connsiteX10" fmla="*/ 13379 w 44245"/>
              <a:gd name="connsiteY10" fmla="*/ 16544 h 23880"/>
              <a:gd name="connsiteX11" fmla="*/ 12460 w 44245"/>
              <a:gd name="connsiteY11" fmla="*/ 14213 h 23880"/>
              <a:gd name="connsiteX12" fmla="*/ 9684 w 44245"/>
              <a:gd name="connsiteY12" fmla="*/ 13438 h 23880"/>
              <a:gd name="connsiteX13" fmla="*/ 6107 w 44245"/>
              <a:gd name="connsiteY13" fmla="*/ 13438 h 23880"/>
              <a:gd name="connsiteX14" fmla="*/ 6107 w 44245"/>
              <a:gd name="connsiteY14" fmla="*/ 19693 h 23880"/>
              <a:gd name="connsiteX15" fmla="*/ 9684 w 44245"/>
              <a:gd name="connsiteY15" fmla="*/ 19693 h 23880"/>
              <a:gd name="connsiteX16" fmla="*/ 15370 w 44245"/>
              <a:gd name="connsiteY16" fmla="*/ 11097 h 23880"/>
              <a:gd name="connsiteX17" fmla="*/ 18407 w 44245"/>
              <a:gd name="connsiteY17" fmla="*/ 13234 h 23880"/>
              <a:gd name="connsiteX18" fmla="*/ 19487 w 44245"/>
              <a:gd name="connsiteY18" fmla="*/ 17038 h 23880"/>
              <a:gd name="connsiteX19" fmla="*/ 17175 w 44245"/>
              <a:gd name="connsiteY19" fmla="*/ 22187 h 23880"/>
              <a:gd name="connsiteX20" fmla="*/ 10131 w 44245"/>
              <a:gd name="connsiteY20" fmla="*/ 23881 h 23880"/>
              <a:gd name="connsiteX21" fmla="*/ 0 w 44245"/>
              <a:gd name="connsiteY21" fmla="*/ 23881 h 23880"/>
              <a:gd name="connsiteX22" fmla="*/ 0 w 44245"/>
              <a:gd name="connsiteY22" fmla="*/ 0 h 23880"/>
              <a:gd name="connsiteX23" fmla="*/ 9161 w 44245"/>
              <a:gd name="connsiteY23" fmla="*/ 0 h 23880"/>
              <a:gd name="connsiteX24" fmla="*/ 16306 w 44245"/>
              <a:gd name="connsiteY24" fmla="*/ 1498 h 23880"/>
              <a:gd name="connsiteX25" fmla="*/ 18525 w 44245"/>
              <a:gd name="connsiteY25" fmla="*/ 6323 h 23880"/>
              <a:gd name="connsiteX26" fmla="*/ 17707 w 44245"/>
              <a:gd name="connsiteY26" fmla="*/ 9285 h 23880"/>
              <a:gd name="connsiteX27" fmla="*/ 15370 w 44245"/>
              <a:gd name="connsiteY27" fmla="*/ 11097 h 23880"/>
              <a:gd name="connsiteX28" fmla="*/ 24759 w 44245"/>
              <a:gd name="connsiteY28" fmla="*/ 0 h 23880"/>
              <a:gd name="connsiteX29" fmla="*/ 34882 w 44245"/>
              <a:gd name="connsiteY29" fmla="*/ 0 h 23880"/>
              <a:gd name="connsiteX30" fmla="*/ 41825 w 44245"/>
              <a:gd name="connsiteY30" fmla="*/ 2025 h 23880"/>
              <a:gd name="connsiteX31" fmla="*/ 44246 w 44245"/>
              <a:gd name="connsiteY31" fmla="*/ 7787 h 23880"/>
              <a:gd name="connsiteX32" fmla="*/ 41825 w 44245"/>
              <a:gd name="connsiteY32" fmla="*/ 13574 h 23880"/>
              <a:gd name="connsiteX33" fmla="*/ 34882 w 44245"/>
              <a:gd name="connsiteY33" fmla="*/ 15599 h 23880"/>
              <a:gd name="connsiteX34" fmla="*/ 30858 w 44245"/>
              <a:gd name="connsiteY34" fmla="*/ 15599 h 23880"/>
              <a:gd name="connsiteX35" fmla="*/ 30858 w 44245"/>
              <a:gd name="connsiteY35" fmla="*/ 23881 h 23880"/>
              <a:gd name="connsiteX36" fmla="*/ 24759 w 44245"/>
              <a:gd name="connsiteY36" fmla="*/ 23881 h 23880"/>
              <a:gd name="connsiteX37" fmla="*/ 24759 w 44245"/>
              <a:gd name="connsiteY37" fmla="*/ 0 h 23880"/>
              <a:gd name="connsiteX38" fmla="*/ 30858 w 44245"/>
              <a:gd name="connsiteY38" fmla="*/ 4459 h 23880"/>
              <a:gd name="connsiteX39" fmla="*/ 30858 w 44245"/>
              <a:gd name="connsiteY39" fmla="*/ 11132 h 23880"/>
              <a:gd name="connsiteX40" fmla="*/ 34232 w 44245"/>
              <a:gd name="connsiteY40" fmla="*/ 11132 h 23880"/>
              <a:gd name="connsiteX41" fmla="*/ 36982 w 44245"/>
              <a:gd name="connsiteY41" fmla="*/ 10264 h 23880"/>
              <a:gd name="connsiteX42" fmla="*/ 37952 w 44245"/>
              <a:gd name="connsiteY42" fmla="*/ 7787 h 23880"/>
              <a:gd name="connsiteX43" fmla="*/ 36982 w 44245"/>
              <a:gd name="connsiteY43" fmla="*/ 5327 h 23880"/>
              <a:gd name="connsiteX44" fmla="*/ 34232 w 44245"/>
              <a:gd name="connsiteY44" fmla="*/ 4459 h 23880"/>
              <a:gd name="connsiteX45" fmla="*/ 30858 w 44245"/>
              <a:gd name="connsiteY45" fmla="*/ 4459 h 23880"/>
            </a:gdLst>
            <a:ahLst/>
            <a:cxnLst/>
            <a:rect l="l" t="t" r="r" b="b"/>
            <a:pathLst>
              <a:path w="44245" h="23880">
                <a:moveTo>
                  <a:pt x="9482" y="9251"/>
                </a:moveTo>
                <a:cubicBezTo>
                  <a:pt x="10443" y="9251"/>
                  <a:pt x="11169" y="9038"/>
                  <a:pt x="11667" y="8604"/>
                </a:cubicBezTo>
                <a:cubicBezTo>
                  <a:pt x="12164" y="8179"/>
                  <a:pt x="12409" y="7549"/>
                  <a:pt x="12409" y="6715"/>
                </a:cubicBezTo>
                <a:cubicBezTo>
                  <a:pt x="12409" y="5898"/>
                  <a:pt x="12164" y="5268"/>
                  <a:pt x="11667" y="4842"/>
                </a:cubicBezTo>
                <a:cubicBezTo>
                  <a:pt x="11169" y="4409"/>
                  <a:pt x="10443" y="4187"/>
                  <a:pt x="9482" y="4187"/>
                </a:cubicBezTo>
                <a:lnTo>
                  <a:pt x="6107" y="4187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3"/>
                </a:moveTo>
                <a:cubicBezTo>
                  <a:pt x="10916" y="19693"/>
                  <a:pt x="11835" y="19429"/>
                  <a:pt x="12451" y="18910"/>
                </a:cubicBezTo>
                <a:cubicBezTo>
                  <a:pt x="13075" y="18383"/>
                  <a:pt x="13379" y="17600"/>
                  <a:pt x="13379" y="16544"/>
                </a:cubicBezTo>
                <a:cubicBezTo>
                  <a:pt x="13379" y="15506"/>
                  <a:pt x="13075" y="14732"/>
                  <a:pt x="12460" y="14213"/>
                </a:cubicBezTo>
                <a:cubicBezTo>
                  <a:pt x="11852" y="13693"/>
                  <a:pt x="10924" y="13438"/>
                  <a:pt x="9684" y="13438"/>
                </a:cubicBezTo>
                <a:lnTo>
                  <a:pt x="6107" y="13438"/>
                </a:lnTo>
                <a:lnTo>
                  <a:pt x="6107" y="19693"/>
                </a:lnTo>
                <a:lnTo>
                  <a:pt x="9684" y="19693"/>
                </a:lnTo>
                <a:close/>
                <a:moveTo>
                  <a:pt x="15370" y="11097"/>
                </a:moveTo>
                <a:cubicBezTo>
                  <a:pt x="16677" y="11489"/>
                  <a:pt x="17690" y="12196"/>
                  <a:pt x="18407" y="13234"/>
                </a:cubicBezTo>
                <a:cubicBezTo>
                  <a:pt x="19124" y="14263"/>
                  <a:pt x="19487" y="15531"/>
                  <a:pt x="19487" y="17038"/>
                </a:cubicBezTo>
                <a:cubicBezTo>
                  <a:pt x="19487" y="19336"/>
                  <a:pt x="18719" y="21055"/>
                  <a:pt x="17175" y="22187"/>
                </a:cubicBezTo>
                <a:cubicBezTo>
                  <a:pt x="15631" y="23319"/>
                  <a:pt x="13278" y="23881"/>
                  <a:pt x="10131" y="23881"/>
                </a:cubicBezTo>
                <a:lnTo>
                  <a:pt x="0" y="23881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498"/>
                </a:cubicBezTo>
                <a:cubicBezTo>
                  <a:pt x="17783" y="2502"/>
                  <a:pt x="18525" y="4110"/>
                  <a:pt x="18525" y="6323"/>
                </a:cubicBezTo>
                <a:cubicBezTo>
                  <a:pt x="18525" y="7481"/>
                  <a:pt x="18255" y="8468"/>
                  <a:pt x="17707" y="9285"/>
                </a:cubicBezTo>
                <a:cubicBezTo>
                  <a:pt x="17175" y="10102"/>
                  <a:pt x="16391" y="10706"/>
                  <a:pt x="15370" y="1109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2"/>
                  <a:pt x="41825" y="2025"/>
                </a:cubicBezTo>
                <a:cubicBezTo>
                  <a:pt x="43436" y="3370"/>
                  <a:pt x="44246" y="5293"/>
                  <a:pt x="44246" y="7787"/>
                </a:cubicBezTo>
                <a:cubicBezTo>
                  <a:pt x="44246" y="10298"/>
                  <a:pt x="43436" y="12229"/>
                  <a:pt x="41825" y="13574"/>
                </a:cubicBezTo>
                <a:cubicBezTo>
                  <a:pt x="40213" y="14919"/>
                  <a:pt x="37902" y="15599"/>
                  <a:pt x="34882" y="15599"/>
                </a:cubicBezTo>
                <a:lnTo>
                  <a:pt x="30858" y="15599"/>
                </a:lnTo>
                <a:lnTo>
                  <a:pt x="30858" y="23881"/>
                </a:lnTo>
                <a:lnTo>
                  <a:pt x="24759" y="23881"/>
                </a:lnTo>
                <a:lnTo>
                  <a:pt x="24759" y="0"/>
                </a:lnTo>
                <a:close/>
                <a:moveTo>
                  <a:pt x="30858" y="4459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2"/>
                  <a:pt x="36982" y="10264"/>
                </a:cubicBezTo>
                <a:cubicBezTo>
                  <a:pt x="37623" y="9685"/>
                  <a:pt x="37952" y="8859"/>
                  <a:pt x="37952" y="7787"/>
                </a:cubicBezTo>
                <a:cubicBezTo>
                  <a:pt x="37952" y="6723"/>
                  <a:pt x="37623" y="5906"/>
                  <a:pt x="36982" y="5327"/>
                </a:cubicBezTo>
                <a:cubicBezTo>
                  <a:pt x="36333" y="4749"/>
                  <a:pt x="35422" y="4459"/>
                  <a:pt x="34232" y="4459"/>
                </a:cubicBezTo>
                <a:lnTo>
                  <a:pt x="30858" y="4459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67" name="Freeform 1366">
            <a:extLst>
              <a:ext uri="{FF2B5EF4-FFF2-40B4-BE49-F238E27FC236}">
                <a16:creationId xmlns:a16="http://schemas.microsoft.com/office/drawing/2014/main" id="{EBC9C5A0-D646-42FA-80D5-E6758162138A}"/>
              </a:ext>
            </a:extLst>
          </p:cNvPr>
          <p:cNvSpPr>
            <a:spLocks noGrp="1"/>
          </p:cNvSpPr>
          <p:nvPr/>
        </p:nvSpPr>
        <p:spPr>
          <a:xfrm>
            <a:off x="6377803" y="3385369"/>
            <a:ext cx="106291" cy="28670"/>
          </a:xfrm>
          <a:custGeom>
            <a:avLst/>
            <a:gdLst>
              <a:gd name="connsiteX0" fmla="*/ 0 w 95290"/>
              <a:gd name="connsiteY0" fmla="*/ 434 h 24791"/>
              <a:gd name="connsiteX1" fmla="*/ 6107 w 95290"/>
              <a:gd name="connsiteY1" fmla="*/ 434 h 24791"/>
              <a:gd name="connsiteX2" fmla="*/ 6107 w 95290"/>
              <a:gd name="connsiteY2" fmla="*/ 9149 h 24791"/>
              <a:gd name="connsiteX3" fmla="*/ 14906 w 95290"/>
              <a:gd name="connsiteY3" fmla="*/ 434 h 24791"/>
              <a:gd name="connsiteX4" fmla="*/ 21992 w 95290"/>
              <a:gd name="connsiteY4" fmla="*/ 434 h 24791"/>
              <a:gd name="connsiteX5" fmla="*/ 10587 w 95290"/>
              <a:gd name="connsiteY5" fmla="*/ 11745 h 24791"/>
              <a:gd name="connsiteX6" fmla="*/ 23165 w 95290"/>
              <a:gd name="connsiteY6" fmla="*/ 24324 h 24791"/>
              <a:gd name="connsiteX7" fmla="*/ 15522 w 95290"/>
              <a:gd name="connsiteY7" fmla="*/ 24324 h 24791"/>
              <a:gd name="connsiteX8" fmla="*/ 6107 w 95290"/>
              <a:gd name="connsiteY8" fmla="*/ 14911 h 24791"/>
              <a:gd name="connsiteX9" fmla="*/ 6107 w 95290"/>
              <a:gd name="connsiteY9" fmla="*/ 24324 h 24791"/>
              <a:gd name="connsiteX10" fmla="*/ 0 w 95290"/>
              <a:gd name="connsiteY10" fmla="*/ 24324 h 24791"/>
              <a:gd name="connsiteX11" fmla="*/ 0 w 95290"/>
              <a:gd name="connsiteY11" fmla="*/ 434 h 24791"/>
              <a:gd name="connsiteX12" fmla="*/ 25164 w 95290"/>
              <a:gd name="connsiteY12" fmla="*/ 434 h 24791"/>
              <a:gd name="connsiteX13" fmla="*/ 41639 w 95290"/>
              <a:gd name="connsiteY13" fmla="*/ 434 h 24791"/>
              <a:gd name="connsiteX14" fmla="*/ 41639 w 95290"/>
              <a:gd name="connsiteY14" fmla="*/ 5090 h 24791"/>
              <a:gd name="connsiteX15" fmla="*/ 31271 w 95290"/>
              <a:gd name="connsiteY15" fmla="*/ 5090 h 24791"/>
              <a:gd name="connsiteX16" fmla="*/ 31271 w 95290"/>
              <a:gd name="connsiteY16" fmla="*/ 9541 h 24791"/>
              <a:gd name="connsiteX17" fmla="*/ 41023 w 95290"/>
              <a:gd name="connsiteY17" fmla="*/ 9541 h 24791"/>
              <a:gd name="connsiteX18" fmla="*/ 41023 w 95290"/>
              <a:gd name="connsiteY18" fmla="*/ 14196 h 24791"/>
              <a:gd name="connsiteX19" fmla="*/ 31271 w 95290"/>
              <a:gd name="connsiteY19" fmla="*/ 14196 h 24791"/>
              <a:gd name="connsiteX20" fmla="*/ 31271 w 95290"/>
              <a:gd name="connsiteY20" fmla="*/ 19668 h 24791"/>
              <a:gd name="connsiteX21" fmla="*/ 41985 w 95290"/>
              <a:gd name="connsiteY21" fmla="*/ 19668 h 24791"/>
              <a:gd name="connsiteX22" fmla="*/ 41985 w 95290"/>
              <a:gd name="connsiteY22" fmla="*/ 24324 h 24791"/>
              <a:gd name="connsiteX23" fmla="*/ 25164 w 95290"/>
              <a:gd name="connsiteY23" fmla="*/ 24324 h 24791"/>
              <a:gd name="connsiteX24" fmla="*/ 25164 w 95290"/>
              <a:gd name="connsiteY24" fmla="*/ 434 h 24791"/>
              <a:gd name="connsiteX25" fmla="*/ 68633 w 95290"/>
              <a:gd name="connsiteY25" fmla="*/ 22545 h 24791"/>
              <a:gd name="connsiteX26" fmla="*/ 63892 w 95290"/>
              <a:gd name="connsiteY26" fmla="*/ 24230 h 24791"/>
              <a:gd name="connsiteX27" fmla="*/ 58814 w 95290"/>
              <a:gd name="connsiteY27" fmla="*/ 24792 h 24791"/>
              <a:gd name="connsiteX28" fmla="*/ 49442 w 95290"/>
              <a:gd name="connsiteY28" fmla="*/ 21447 h 24791"/>
              <a:gd name="connsiteX29" fmla="*/ 45983 w 95290"/>
              <a:gd name="connsiteY29" fmla="*/ 12400 h 24791"/>
              <a:gd name="connsiteX30" fmla="*/ 49501 w 95290"/>
              <a:gd name="connsiteY30" fmla="*/ 3319 h 24791"/>
              <a:gd name="connsiteX31" fmla="*/ 59152 w 95290"/>
              <a:gd name="connsiteY31" fmla="*/ 0 h 24791"/>
              <a:gd name="connsiteX32" fmla="*/ 63673 w 95290"/>
              <a:gd name="connsiteY32" fmla="*/ 451 h 24791"/>
              <a:gd name="connsiteX33" fmla="*/ 67756 w 95290"/>
              <a:gd name="connsiteY33" fmla="*/ 1779 h 24791"/>
              <a:gd name="connsiteX34" fmla="*/ 67756 w 95290"/>
              <a:gd name="connsiteY34" fmla="*/ 6724 h 24791"/>
              <a:gd name="connsiteX35" fmla="*/ 63817 w 95290"/>
              <a:gd name="connsiteY35" fmla="*/ 5030 h 24791"/>
              <a:gd name="connsiteX36" fmla="*/ 59894 w 95290"/>
              <a:gd name="connsiteY36" fmla="*/ 4468 h 24791"/>
              <a:gd name="connsiteX37" fmla="*/ 54276 w 95290"/>
              <a:gd name="connsiteY37" fmla="*/ 6528 h 24791"/>
              <a:gd name="connsiteX38" fmla="*/ 52302 w 95290"/>
              <a:gd name="connsiteY38" fmla="*/ 12400 h 24791"/>
              <a:gd name="connsiteX39" fmla="*/ 54200 w 95290"/>
              <a:gd name="connsiteY39" fmla="*/ 18264 h 24791"/>
              <a:gd name="connsiteX40" fmla="*/ 59607 w 95290"/>
              <a:gd name="connsiteY40" fmla="*/ 20323 h 24791"/>
              <a:gd name="connsiteX41" fmla="*/ 61379 w 95290"/>
              <a:gd name="connsiteY41" fmla="*/ 20204 h 24791"/>
              <a:gd name="connsiteX42" fmla="*/ 62846 w 95290"/>
              <a:gd name="connsiteY42" fmla="*/ 19830 h 24791"/>
              <a:gd name="connsiteX43" fmla="*/ 62846 w 95290"/>
              <a:gd name="connsiteY43" fmla="*/ 15192 h 24791"/>
              <a:gd name="connsiteX44" fmla="*/ 59118 w 95290"/>
              <a:gd name="connsiteY44" fmla="*/ 15192 h 24791"/>
              <a:gd name="connsiteX45" fmla="*/ 59118 w 95290"/>
              <a:gd name="connsiteY45" fmla="*/ 11055 h 24791"/>
              <a:gd name="connsiteX46" fmla="*/ 68633 w 95290"/>
              <a:gd name="connsiteY46" fmla="*/ 11055 h 24791"/>
              <a:gd name="connsiteX47" fmla="*/ 68633 w 95290"/>
              <a:gd name="connsiteY47" fmla="*/ 22545 h 24791"/>
              <a:gd name="connsiteX48" fmla="*/ 95290 w 95290"/>
              <a:gd name="connsiteY48" fmla="*/ 22545 h 24791"/>
              <a:gd name="connsiteX49" fmla="*/ 90550 w 95290"/>
              <a:gd name="connsiteY49" fmla="*/ 24230 h 24791"/>
              <a:gd name="connsiteX50" fmla="*/ 85471 w 95290"/>
              <a:gd name="connsiteY50" fmla="*/ 24792 h 24791"/>
              <a:gd name="connsiteX51" fmla="*/ 76099 w 95290"/>
              <a:gd name="connsiteY51" fmla="*/ 21447 h 24791"/>
              <a:gd name="connsiteX52" fmla="*/ 72640 w 95290"/>
              <a:gd name="connsiteY52" fmla="*/ 12400 h 24791"/>
              <a:gd name="connsiteX53" fmla="*/ 76158 w 95290"/>
              <a:gd name="connsiteY53" fmla="*/ 3319 h 24791"/>
              <a:gd name="connsiteX54" fmla="*/ 85809 w 95290"/>
              <a:gd name="connsiteY54" fmla="*/ 0 h 24791"/>
              <a:gd name="connsiteX55" fmla="*/ 90330 w 95290"/>
              <a:gd name="connsiteY55" fmla="*/ 451 h 24791"/>
              <a:gd name="connsiteX56" fmla="*/ 94413 w 95290"/>
              <a:gd name="connsiteY56" fmla="*/ 1779 h 24791"/>
              <a:gd name="connsiteX57" fmla="*/ 94413 w 95290"/>
              <a:gd name="connsiteY57" fmla="*/ 6724 h 24791"/>
              <a:gd name="connsiteX58" fmla="*/ 90474 w 95290"/>
              <a:gd name="connsiteY58" fmla="*/ 5030 h 24791"/>
              <a:gd name="connsiteX59" fmla="*/ 86551 w 95290"/>
              <a:gd name="connsiteY59" fmla="*/ 4468 h 24791"/>
              <a:gd name="connsiteX60" fmla="*/ 80933 w 95290"/>
              <a:gd name="connsiteY60" fmla="*/ 6528 h 24791"/>
              <a:gd name="connsiteX61" fmla="*/ 78959 w 95290"/>
              <a:gd name="connsiteY61" fmla="*/ 12400 h 24791"/>
              <a:gd name="connsiteX62" fmla="*/ 80857 w 95290"/>
              <a:gd name="connsiteY62" fmla="*/ 18264 h 24791"/>
              <a:gd name="connsiteX63" fmla="*/ 86264 w 95290"/>
              <a:gd name="connsiteY63" fmla="*/ 20323 h 24791"/>
              <a:gd name="connsiteX64" fmla="*/ 88036 w 95290"/>
              <a:gd name="connsiteY64" fmla="*/ 20204 h 24791"/>
              <a:gd name="connsiteX65" fmla="*/ 89504 w 95290"/>
              <a:gd name="connsiteY65" fmla="*/ 19830 h 24791"/>
              <a:gd name="connsiteX66" fmla="*/ 89504 w 95290"/>
              <a:gd name="connsiteY66" fmla="*/ 15192 h 24791"/>
              <a:gd name="connsiteX67" fmla="*/ 85775 w 95290"/>
              <a:gd name="connsiteY67" fmla="*/ 15192 h 24791"/>
              <a:gd name="connsiteX68" fmla="*/ 85775 w 95290"/>
              <a:gd name="connsiteY68" fmla="*/ 11055 h 24791"/>
              <a:gd name="connsiteX69" fmla="*/ 95290 w 95290"/>
              <a:gd name="connsiteY69" fmla="*/ 11055 h 24791"/>
              <a:gd name="connsiteX70" fmla="*/ 95290 w 95290"/>
              <a:gd name="connsiteY70" fmla="*/ 22545 h 24791"/>
            </a:gdLst>
            <a:ahLst/>
            <a:cxnLst/>
            <a:rect l="l" t="t" r="r" b="b"/>
            <a:pathLst>
              <a:path w="95290" h="24791">
                <a:moveTo>
                  <a:pt x="0" y="434"/>
                </a:moveTo>
                <a:lnTo>
                  <a:pt x="6107" y="434"/>
                </a:lnTo>
                <a:lnTo>
                  <a:pt x="6107" y="9149"/>
                </a:lnTo>
                <a:lnTo>
                  <a:pt x="14906" y="434"/>
                </a:lnTo>
                <a:lnTo>
                  <a:pt x="21992" y="434"/>
                </a:lnTo>
                <a:lnTo>
                  <a:pt x="10587" y="11745"/>
                </a:lnTo>
                <a:lnTo>
                  <a:pt x="23165" y="24324"/>
                </a:lnTo>
                <a:lnTo>
                  <a:pt x="15522" y="24324"/>
                </a:lnTo>
                <a:lnTo>
                  <a:pt x="6107" y="14911"/>
                </a:lnTo>
                <a:lnTo>
                  <a:pt x="6107" y="24324"/>
                </a:lnTo>
                <a:lnTo>
                  <a:pt x="0" y="24324"/>
                </a:lnTo>
                <a:lnTo>
                  <a:pt x="0" y="434"/>
                </a:lnTo>
                <a:close/>
                <a:moveTo>
                  <a:pt x="25164" y="434"/>
                </a:moveTo>
                <a:lnTo>
                  <a:pt x="41639" y="434"/>
                </a:lnTo>
                <a:lnTo>
                  <a:pt x="41639" y="5090"/>
                </a:lnTo>
                <a:lnTo>
                  <a:pt x="31271" y="5090"/>
                </a:lnTo>
                <a:lnTo>
                  <a:pt x="31271" y="9541"/>
                </a:lnTo>
                <a:lnTo>
                  <a:pt x="41023" y="9541"/>
                </a:lnTo>
                <a:lnTo>
                  <a:pt x="41023" y="14196"/>
                </a:lnTo>
                <a:lnTo>
                  <a:pt x="31271" y="14196"/>
                </a:lnTo>
                <a:lnTo>
                  <a:pt x="31271" y="19668"/>
                </a:lnTo>
                <a:lnTo>
                  <a:pt x="41985" y="19668"/>
                </a:lnTo>
                <a:lnTo>
                  <a:pt x="41985" y="24324"/>
                </a:lnTo>
                <a:lnTo>
                  <a:pt x="25164" y="24324"/>
                </a:lnTo>
                <a:lnTo>
                  <a:pt x="25164" y="434"/>
                </a:lnTo>
                <a:close/>
                <a:moveTo>
                  <a:pt x="68633" y="22545"/>
                </a:moveTo>
                <a:cubicBezTo>
                  <a:pt x="67107" y="23294"/>
                  <a:pt x="65529" y="23856"/>
                  <a:pt x="63892" y="24230"/>
                </a:cubicBezTo>
                <a:cubicBezTo>
                  <a:pt x="62256" y="24605"/>
                  <a:pt x="60560" y="24792"/>
                  <a:pt x="58814" y="24792"/>
                </a:cubicBezTo>
                <a:cubicBezTo>
                  <a:pt x="54875" y="24792"/>
                  <a:pt x="51745" y="23677"/>
                  <a:pt x="49442" y="21447"/>
                </a:cubicBezTo>
                <a:cubicBezTo>
                  <a:pt x="47139" y="19226"/>
                  <a:pt x="45983" y="16213"/>
                  <a:pt x="45983" y="12400"/>
                </a:cubicBezTo>
                <a:cubicBezTo>
                  <a:pt x="45983" y="8553"/>
                  <a:pt x="47156" y="5524"/>
                  <a:pt x="49501" y="3319"/>
                </a:cubicBezTo>
                <a:cubicBezTo>
                  <a:pt x="51855" y="1106"/>
                  <a:pt x="55069" y="0"/>
                  <a:pt x="59152" y="0"/>
                </a:cubicBezTo>
                <a:cubicBezTo>
                  <a:pt x="60721" y="0"/>
                  <a:pt x="62231" y="153"/>
                  <a:pt x="63673" y="451"/>
                </a:cubicBezTo>
                <a:cubicBezTo>
                  <a:pt x="65116" y="749"/>
                  <a:pt x="66474" y="1192"/>
                  <a:pt x="67756" y="1779"/>
                </a:cubicBezTo>
                <a:lnTo>
                  <a:pt x="67756" y="6724"/>
                </a:lnTo>
                <a:cubicBezTo>
                  <a:pt x="66440" y="5966"/>
                  <a:pt x="65124" y="5404"/>
                  <a:pt x="63817" y="5030"/>
                </a:cubicBezTo>
                <a:cubicBezTo>
                  <a:pt x="62509" y="4655"/>
                  <a:pt x="61202" y="4468"/>
                  <a:pt x="59894" y="4468"/>
                </a:cubicBezTo>
                <a:cubicBezTo>
                  <a:pt x="57464" y="4468"/>
                  <a:pt x="55592" y="5158"/>
                  <a:pt x="54276" y="6528"/>
                </a:cubicBezTo>
                <a:cubicBezTo>
                  <a:pt x="52960" y="7898"/>
                  <a:pt x="52302" y="9855"/>
                  <a:pt x="52302" y="12400"/>
                </a:cubicBezTo>
                <a:cubicBezTo>
                  <a:pt x="52302" y="14928"/>
                  <a:pt x="52934" y="16885"/>
                  <a:pt x="54200" y="18264"/>
                </a:cubicBezTo>
                <a:cubicBezTo>
                  <a:pt x="55474" y="19634"/>
                  <a:pt x="57270" y="20323"/>
                  <a:pt x="59607" y="20323"/>
                </a:cubicBezTo>
                <a:cubicBezTo>
                  <a:pt x="60240" y="20323"/>
                  <a:pt x="60830" y="20281"/>
                  <a:pt x="61379" y="20204"/>
                </a:cubicBezTo>
                <a:cubicBezTo>
                  <a:pt x="61919" y="20128"/>
                  <a:pt x="62408" y="20000"/>
                  <a:pt x="62846" y="19830"/>
                </a:cubicBezTo>
                <a:lnTo>
                  <a:pt x="62846" y="15192"/>
                </a:lnTo>
                <a:lnTo>
                  <a:pt x="59118" y="15192"/>
                </a:lnTo>
                <a:lnTo>
                  <a:pt x="59118" y="11055"/>
                </a:lnTo>
                <a:lnTo>
                  <a:pt x="68633" y="11055"/>
                </a:lnTo>
                <a:lnTo>
                  <a:pt x="68633" y="22545"/>
                </a:lnTo>
                <a:close/>
                <a:moveTo>
                  <a:pt x="95290" y="22545"/>
                </a:moveTo>
                <a:cubicBezTo>
                  <a:pt x="93764" y="23294"/>
                  <a:pt x="92186" y="23856"/>
                  <a:pt x="90550" y="24230"/>
                </a:cubicBezTo>
                <a:cubicBezTo>
                  <a:pt x="88913" y="24605"/>
                  <a:pt x="87218" y="24792"/>
                  <a:pt x="85471" y="24792"/>
                </a:cubicBezTo>
                <a:cubicBezTo>
                  <a:pt x="81532" y="24792"/>
                  <a:pt x="78402" y="23677"/>
                  <a:pt x="76099" y="21447"/>
                </a:cubicBezTo>
                <a:cubicBezTo>
                  <a:pt x="73796" y="19226"/>
                  <a:pt x="72640" y="16213"/>
                  <a:pt x="72640" y="12400"/>
                </a:cubicBezTo>
                <a:cubicBezTo>
                  <a:pt x="72640" y="8553"/>
                  <a:pt x="73813" y="5524"/>
                  <a:pt x="76158" y="3319"/>
                </a:cubicBezTo>
                <a:cubicBezTo>
                  <a:pt x="78512" y="1106"/>
                  <a:pt x="81726" y="0"/>
                  <a:pt x="85809" y="0"/>
                </a:cubicBezTo>
                <a:cubicBezTo>
                  <a:pt x="87378" y="0"/>
                  <a:pt x="88888" y="153"/>
                  <a:pt x="90330" y="451"/>
                </a:cubicBezTo>
                <a:cubicBezTo>
                  <a:pt x="91773" y="749"/>
                  <a:pt x="93139" y="1192"/>
                  <a:pt x="94413" y="1779"/>
                </a:cubicBezTo>
                <a:lnTo>
                  <a:pt x="94413" y="6724"/>
                </a:lnTo>
                <a:cubicBezTo>
                  <a:pt x="93097" y="5966"/>
                  <a:pt x="91781" y="5404"/>
                  <a:pt x="90474" y="5030"/>
                </a:cubicBezTo>
                <a:cubicBezTo>
                  <a:pt x="89175" y="4655"/>
                  <a:pt x="87859" y="4468"/>
                  <a:pt x="86551" y="4468"/>
                </a:cubicBezTo>
                <a:cubicBezTo>
                  <a:pt x="84122" y="4468"/>
                  <a:pt x="82249" y="5158"/>
                  <a:pt x="80933" y="6528"/>
                </a:cubicBezTo>
                <a:cubicBezTo>
                  <a:pt x="79617" y="7898"/>
                  <a:pt x="78959" y="9855"/>
                  <a:pt x="78959" y="12400"/>
                </a:cubicBezTo>
                <a:cubicBezTo>
                  <a:pt x="78959" y="14928"/>
                  <a:pt x="79592" y="16885"/>
                  <a:pt x="80857" y="18264"/>
                </a:cubicBezTo>
                <a:cubicBezTo>
                  <a:pt x="82131" y="19634"/>
                  <a:pt x="83927" y="20323"/>
                  <a:pt x="86264" y="20323"/>
                </a:cubicBezTo>
                <a:cubicBezTo>
                  <a:pt x="86897" y="20323"/>
                  <a:pt x="87487" y="20281"/>
                  <a:pt x="88036" y="20204"/>
                </a:cubicBezTo>
                <a:cubicBezTo>
                  <a:pt x="88584" y="20128"/>
                  <a:pt x="89073" y="20000"/>
                  <a:pt x="89504" y="19830"/>
                </a:cubicBezTo>
                <a:lnTo>
                  <a:pt x="89504" y="15192"/>
                </a:lnTo>
                <a:lnTo>
                  <a:pt x="85775" y="15192"/>
                </a:lnTo>
                <a:lnTo>
                  <a:pt x="85775" y="11055"/>
                </a:lnTo>
                <a:lnTo>
                  <a:pt x="95290" y="11055"/>
                </a:lnTo>
                <a:lnTo>
                  <a:pt x="95290" y="22545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68" name="Freeform 1367">
            <a:extLst>
              <a:ext uri="{FF2B5EF4-FFF2-40B4-BE49-F238E27FC236}">
                <a16:creationId xmlns:a16="http://schemas.microsoft.com/office/drawing/2014/main" id="{AFE4DCF2-B366-DC18-A94C-A7950B10437E}"/>
              </a:ext>
            </a:extLst>
          </p:cNvPr>
          <p:cNvSpPr>
            <a:spLocks noGrp="1"/>
          </p:cNvSpPr>
          <p:nvPr/>
        </p:nvSpPr>
        <p:spPr>
          <a:xfrm>
            <a:off x="6380133" y="3523309"/>
            <a:ext cx="101624" cy="28659"/>
          </a:xfrm>
          <a:custGeom>
            <a:avLst/>
            <a:gdLst>
              <a:gd name="connsiteX0" fmla="*/ 8672 w 91106"/>
              <a:gd name="connsiteY0" fmla="*/ 11021 h 24782"/>
              <a:gd name="connsiteX1" fmla="*/ 11422 w 91106"/>
              <a:gd name="connsiteY1" fmla="*/ 10306 h 24782"/>
              <a:gd name="connsiteX2" fmla="*/ 12257 w 91106"/>
              <a:gd name="connsiteY2" fmla="*/ 7932 h 24782"/>
              <a:gd name="connsiteX3" fmla="*/ 11422 w 91106"/>
              <a:gd name="connsiteY3" fmla="*/ 5600 h 24782"/>
              <a:gd name="connsiteX4" fmla="*/ 8672 w 91106"/>
              <a:gd name="connsiteY4" fmla="*/ 4894 h 24782"/>
              <a:gd name="connsiteX5" fmla="*/ 6099 w 91106"/>
              <a:gd name="connsiteY5" fmla="*/ 4894 h 24782"/>
              <a:gd name="connsiteX6" fmla="*/ 6099 w 91106"/>
              <a:gd name="connsiteY6" fmla="*/ 11021 h 24782"/>
              <a:gd name="connsiteX7" fmla="*/ 8672 w 91106"/>
              <a:gd name="connsiteY7" fmla="*/ 11021 h 24782"/>
              <a:gd name="connsiteX8" fmla="*/ 6099 w 91106"/>
              <a:gd name="connsiteY8" fmla="*/ 15276 h 24782"/>
              <a:gd name="connsiteX9" fmla="*/ 6099 w 91106"/>
              <a:gd name="connsiteY9" fmla="*/ 24315 h 24782"/>
              <a:gd name="connsiteX10" fmla="*/ 0 w 91106"/>
              <a:gd name="connsiteY10" fmla="*/ 24315 h 24782"/>
              <a:gd name="connsiteX11" fmla="*/ 0 w 91106"/>
              <a:gd name="connsiteY11" fmla="*/ 425 h 24782"/>
              <a:gd name="connsiteX12" fmla="*/ 9321 w 91106"/>
              <a:gd name="connsiteY12" fmla="*/ 425 h 24782"/>
              <a:gd name="connsiteX13" fmla="*/ 16180 w 91106"/>
              <a:gd name="connsiteY13" fmla="*/ 2017 h 24782"/>
              <a:gd name="connsiteX14" fmla="*/ 18356 w 91106"/>
              <a:gd name="connsiteY14" fmla="*/ 7021 h 24782"/>
              <a:gd name="connsiteX15" fmla="*/ 17217 w 91106"/>
              <a:gd name="connsiteY15" fmla="*/ 10910 h 24782"/>
              <a:gd name="connsiteX16" fmla="*/ 13809 w 91106"/>
              <a:gd name="connsiteY16" fmla="*/ 13149 h 24782"/>
              <a:gd name="connsiteX17" fmla="*/ 16053 w 91106"/>
              <a:gd name="connsiteY17" fmla="*/ 14460 h 24782"/>
              <a:gd name="connsiteX18" fmla="*/ 18061 w 91106"/>
              <a:gd name="connsiteY18" fmla="*/ 17532 h 24782"/>
              <a:gd name="connsiteX19" fmla="*/ 21376 w 91106"/>
              <a:gd name="connsiteY19" fmla="*/ 24315 h 24782"/>
              <a:gd name="connsiteX20" fmla="*/ 14872 w 91106"/>
              <a:gd name="connsiteY20" fmla="*/ 24315 h 24782"/>
              <a:gd name="connsiteX21" fmla="*/ 11987 w 91106"/>
              <a:gd name="connsiteY21" fmla="*/ 18383 h 24782"/>
              <a:gd name="connsiteX22" fmla="*/ 10216 w 91106"/>
              <a:gd name="connsiteY22" fmla="*/ 15932 h 24782"/>
              <a:gd name="connsiteX23" fmla="*/ 7828 w 91106"/>
              <a:gd name="connsiteY23" fmla="*/ 15276 h 24782"/>
              <a:gd name="connsiteX24" fmla="*/ 6099 w 91106"/>
              <a:gd name="connsiteY24" fmla="*/ 15276 h 24782"/>
              <a:gd name="connsiteX25" fmla="*/ 25004 w 91106"/>
              <a:gd name="connsiteY25" fmla="*/ 425 h 24782"/>
              <a:gd name="connsiteX26" fmla="*/ 41479 w 91106"/>
              <a:gd name="connsiteY26" fmla="*/ 425 h 24782"/>
              <a:gd name="connsiteX27" fmla="*/ 41479 w 91106"/>
              <a:gd name="connsiteY27" fmla="*/ 5090 h 24782"/>
              <a:gd name="connsiteX28" fmla="*/ 31111 w 91106"/>
              <a:gd name="connsiteY28" fmla="*/ 5090 h 24782"/>
              <a:gd name="connsiteX29" fmla="*/ 31111 w 91106"/>
              <a:gd name="connsiteY29" fmla="*/ 9532 h 24782"/>
              <a:gd name="connsiteX30" fmla="*/ 40863 w 91106"/>
              <a:gd name="connsiteY30" fmla="*/ 9532 h 24782"/>
              <a:gd name="connsiteX31" fmla="*/ 40863 w 91106"/>
              <a:gd name="connsiteY31" fmla="*/ 14187 h 24782"/>
              <a:gd name="connsiteX32" fmla="*/ 31111 w 91106"/>
              <a:gd name="connsiteY32" fmla="*/ 14187 h 24782"/>
              <a:gd name="connsiteX33" fmla="*/ 31111 w 91106"/>
              <a:gd name="connsiteY33" fmla="*/ 19659 h 24782"/>
              <a:gd name="connsiteX34" fmla="*/ 41833 w 91106"/>
              <a:gd name="connsiteY34" fmla="*/ 19659 h 24782"/>
              <a:gd name="connsiteX35" fmla="*/ 41833 w 91106"/>
              <a:gd name="connsiteY35" fmla="*/ 24315 h 24782"/>
              <a:gd name="connsiteX36" fmla="*/ 25004 w 91106"/>
              <a:gd name="connsiteY36" fmla="*/ 24315 h 24782"/>
              <a:gd name="connsiteX37" fmla="*/ 25004 w 91106"/>
              <a:gd name="connsiteY37" fmla="*/ 425 h 24782"/>
              <a:gd name="connsiteX38" fmla="*/ 61556 w 91106"/>
              <a:gd name="connsiteY38" fmla="*/ 19966 h 24782"/>
              <a:gd name="connsiteX39" fmla="*/ 52015 w 91106"/>
              <a:gd name="connsiteY39" fmla="*/ 19966 h 24782"/>
              <a:gd name="connsiteX40" fmla="*/ 50505 w 91106"/>
              <a:gd name="connsiteY40" fmla="*/ 24315 h 24782"/>
              <a:gd name="connsiteX41" fmla="*/ 44364 w 91106"/>
              <a:gd name="connsiteY41" fmla="*/ 24315 h 24782"/>
              <a:gd name="connsiteX42" fmla="*/ 53137 w 91106"/>
              <a:gd name="connsiteY42" fmla="*/ 425 h 24782"/>
              <a:gd name="connsiteX43" fmla="*/ 60417 w 91106"/>
              <a:gd name="connsiteY43" fmla="*/ 425 h 24782"/>
              <a:gd name="connsiteX44" fmla="*/ 69182 w 91106"/>
              <a:gd name="connsiteY44" fmla="*/ 24315 h 24782"/>
              <a:gd name="connsiteX45" fmla="*/ 63049 w 91106"/>
              <a:gd name="connsiteY45" fmla="*/ 24315 h 24782"/>
              <a:gd name="connsiteX46" fmla="*/ 61556 w 91106"/>
              <a:gd name="connsiteY46" fmla="*/ 19966 h 24782"/>
              <a:gd name="connsiteX47" fmla="*/ 53533 w 91106"/>
              <a:gd name="connsiteY47" fmla="*/ 15532 h 24782"/>
              <a:gd name="connsiteX48" fmla="*/ 60020 w 91106"/>
              <a:gd name="connsiteY48" fmla="*/ 15532 h 24782"/>
              <a:gd name="connsiteX49" fmla="*/ 56781 w 91106"/>
              <a:gd name="connsiteY49" fmla="*/ 6026 h 24782"/>
              <a:gd name="connsiteX50" fmla="*/ 53533 w 91106"/>
              <a:gd name="connsiteY50" fmla="*/ 15532 h 24782"/>
              <a:gd name="connsiteX51" fmla="*/ 91106 w 91106"/>
              <a:gd name="connsiteY51" fmla="*/ 23004 h 24782"/>
              <a:gd name="connsiteX52" fmla="*/ 87597 w 91106"/>
              <a:gd name="connsiteY52" fmla="*/ 24332 h 24782"/>
              <a:gd name="connsiteX53" fmla="*/ 83793 w 91106"/>
              <a:gd name="connsiteY53" fmla="*/ 24783 h 24782"/>
              <a:gd name="connsiteX54" fmla="*/ 74420 w 91106"/>
              <a:gd name="connsiteY54" fmla="*/ 21447 h 24782"/>
              <a:gd name="connsiteX55" fmla="*/ 70962 w 91106"/>
              <a:gd name="connsiteY55" fmla="*/ 12400 h 24782"/>
              <a:gd name="connsiteX56" fmla="*/ 74420 w 91106"/>
              <a:gd name="connsiteY56" fmla="*/ 3336 h 24782"/>
              <a:gd name="connsiteX57" fmla="*/ 83793 w 91106"/>
              <a:gd name="connsiteY57" fmla="*/ 0 h 24782"/>
              <a:gd name="connsiteX58" fmla="*/ 87597 w 91106"/>
              <a:gd name="connsiteY58" fmla="*/ 451 h 24782"/>
              <a:gd name="connsiteX59" fmla="*/ 91106 w 91106"/>
              <a:gd name="connsiteY59" fmla="*/ 1779 h 24782"/>
              <a:gd name="connsiteX60" fmla="*/ 91106 w 91106"/>
              <a:gd name="connsiteY60" fmla="*/ 6715 h 24782"/>
              <a:gd name="connsiteX61" fmla="*/ 87757 w 91106"/>
              <a:gd name="connsiteY61" fmla="*/ 5004 h 24782"/>
              <a:gd name="connsiteX62" fmla="*/ 84282 w 91106"/>
              <a:gd name="connsiteY62" fmla="*/ 4459 h 24782"/>
              <a:gd name="connsiteX63" fmla="*/ 79144 w 91106"/>
              <a:gd name="connsiteY63" fmla="*/ 6579 h 24782"/>
              <a:gd name="connsiteX64" fmla="*/ 77272 w 91106"/>
              <a:gd name="connsiteY64" fmla="*/ 12400 h 24782"/>
              <a:gd name="connsiteX65" fmla="*/ 79144 w 91106"/>
              <a:gd name="connsiteY65" fmla="*/ 18213 h 24782"/>
              <a:gd name="connsiteX66" fmla="*/ 84282 w 91106"/>
              <a:gd name="connsiteY66" fmla="*/ 20315 h 24782"/>
              <a:gd name="connsiteX67" fmla="*/ 87757 w 91106"/>
              <a:gd name="connsiteY67" fmla="*/ 19779 h 24782"/>
              <a:gd name="connsiteX68" fmla="*/ 91106 w 91106"/>
              <a:gd name="connsiteY68" fmla="*/ 18060 h 24782"/>
              <a:gd name="connsiteX69" fmla="*/ 91106 w 91106"/>
              <a:gd name="connsiteY69" fmla="*/ 23004 h 24782"/>
            </a:gdLst>
            <a:ahLst/>
            <a:cxnLst/>
            <a:rect l="l" t="t" r="r" b="b"/>
            <a:pathLst>
              <a:path w="91106" h="24782">
                <a:moveTo>
                  <a:pt x="8672" y="11021"/>
                </a:moveTo>
                <a:cubicBezTo>
                  <a:pt x="9946" y="11021"/>
                  <a:pt x="10865" y="10783"/>
                  <a:pt x="11422" y="10306"/>
                </a:cubicBezTo>
                <a:cubicBezTo>
                  <a:pt x="11979" y="9821"/>
                  <a:pt x="12257" y="9030"/>
                  <a:pt x="12257" y="7932"/>
                </a:cubicBezTo>
                <a:cubicBezTo>
                  <a:pt x="12257" y="6843"/>
                  <a:pt x="11979" y="6068"/>
                  <a:pt x="11422" y="5600"/>
                </a:cubicBezTo>
                <a:cubicBezTo>
                  <a:pt x="10865" y="5132"/>
                  <a:pt x="9946" y="4894"/>
                  <a:pt x="8672" y="4894"/>
                </a:cubicBezTo>
                <a:lnTo>
                  <a:pt x="6099" y="4894"/>
                </a:lnTo>
                <a:lnTo>
                  <a:pt x="6099" y="11021"/>
                </a:lnTo>
                <a:lnTo>
                  <a:pt x="8672" y="11021"/>
                </a:lnTo>
                <a:close/>
                <a:moveTo>
                  <a:pt x="6099" y="15276"/>
                </a:moveTo>
                <a:lnTo>
                  <a:pt x="6099" y="24315"/>
                </a:lnTo>
                <a:lnTo>
                  <a:pt x="0" y="24315"/>
                </a:lnTo>
                <a:lnTo>
                  <a:pt x="0" y="425"/>
                </a:lnTo>
                <a:lnTo>
                  <a:pt x="9321" y="425"/>
                </a:lnTo>
                <a:cubicBezTo>
                  <a:pt x="12443" y="425"/>
                  <a:pt x="14729" y="953"/>
                  <a:pt x="16180" y="2017"/>
                </a:cubicBezTo>
                <a:cubicBezTo>
                  <a:pt x="17631" y="3073"/>
                  <a:pt x="18356" y="4740"/>
                  <a:pt x="18356" y="7021"/>
                </a:cubicBezTo>
                <a:cubicBezTo>
                  <a:pt x="18356" y="8596"/>
                  <a:pt x="17977" y="9898"/>
                  <a:pt x="17217" y="10910"/>
                </a:cubicBezTo>
                <a:cubicBezTo>
                  <a:pt x="16467" y="11923"/>
                  <a:pt x="15328" y="12672"/>
                  <a:pt x="13809" y="13149"/>
                </a:cubicBezTo>
                <a:cubicBezTo>
                  <a:pt x="14644" y="13345"/>
                  <a:pt x="15387" y="13779"/>
                  <a:pt x="16053" y="14460"/>
                </a:cubicBezTo>
                <a:cubicBezTo>
                  <a:pt x="16711" y="15132"/>
                  <a:pt x="17386" y="16162"/>
                  <a:pt x="18061" y="17532"/>
                </a:cubicBezTo>
                <a:lnTo>
                  <a:pt x="21376" y="24315"/>
                </a:lnTo>
                <a:lnTo>
                  <a:pt x="14872" y="24315"/>
                </a:lnTo>
                <a:lnTo>
                  <a:pt x="11987" y="18383"/>
                </a:lnTo>
                <a:cubicBezTo>
                  <a:pt x="11405" y="17192"/>
                  <a:pt x="10815" y="16375"/>
                  <a:pt x="10216" y="15932"/>
                </a:cubicBezTo>
                <a:cubicBezTo>
                  <a:pt x="9617" y="15498"/>
                  <a:pt x="8824" y="15276"/>
                  <a:pt x="7828" y="15276"/>
                </a:cubicBezTo>
                <a:lnTo>
                  <a:pt x="6099" y="15276"/>
                </a:lnTo>
                <a:close/>
                <a:moveTo>
                  <a:pt x="25004" y="425"/>
                </a:moveTo>
                <a:lnTo>
                  <a:pt x="41479" y="425"/>
                </a:lnTo>
                <a:lnTo>
                  <a:pt x="41479" y="5090"/>
                </a:lnTo>
                <a:lnTo>
                  <a:pt x="31111" y="5090"/>
                </a:lnTo>
                <a:lnTo>
                  <a:pt x="31111" y="9532"/>
                </a:lnTo>
                <a:lnTo>
                  <a:pt x="40863" y="9532"/>
                </a:lnTo>
                <a:lnTo>
                  <a:pt x="40863" y="14187"/>
                </a:lnTo>
                <a:lnTo>
                  <a:pt x="31111" y="14187"/>
                </a:lnTo>
                <a:lnTo>
                  <a:pt x="31111" y="19659"/>
                </a:lnTo>
                <a:lnTo>
                  <a:pt x="41833" y="19659"/>
                </a:lnTo>
                <a:lnTo>
                  <a:pt x="41833" y="24315"/>
                </a:lnTo>
                <a:lnTo>
                  <a:pt x="25004" y="24315"/>
                </a:lnTo>
                <a:lnTo>
                  <a:pt x="25004" y="425"/>
                </a:lnTo>
                <a:close/>
                <a:moveTo>
                  <a:pt x="61556" y="19966"/>
                </a:moveTo>
                <a:lnTo>
                  <a:pt x="52015" y="19966"/>
                </a:lnTo>
                <a:lnTo>
                  <a:pt x="50505" y="24315"/>
                </a:lnTo>
                <a:lnTo>
                  <a:pt x="44364" y="24315"/>
                </a:lnTo>
                <a:lnTo>
                  <a:pt x="53137" y="425"/>
                </a:lnTo>
                <a:lnTo>
                  <a:pt x="60417" y="425"/>
                </a:lnTo>
                <a:lnTo>
                  <a:pt x="69182" y="24315"/>
                </a:lnTo>
                <a:lnTo>
                  <a:pt x="63049" y="24315"/>
                </a:lnTo>
                <a:lnTo>
                  <a:pt x="61556" y="19966"/>
                </a:lnTo>
                <a:close/>
                <a:moveTo>
                  <a:pt x="53533" y="15532"/>
                </a:moveTo>
                <a:lnTo>
                  <a:pt x="60020" y="15532"/>
                </a:lnTo>
                <a:lnTo>
                  <a:pt x="56781" y="6026"/>
                </a:lnTo>
                <a:lnTo>
                  <a:pt x="53533" y="15532"/>
                </a:lnTo>
                <a:close/>
                <a:moveTo>
                  <a:pt x="91106" y="23004"/>
                </a:moveTo>
                <a:cubicBezTo>
                  <a:pt x="89984" y="23592"/>
                  <a:pt x="88812" y="24034"/>
                  <a:pt x="87597" y="24332"/>
                </a:cubicBezTo>
                <a:cubicBezTo>
                  <a:pt x="86382" y="24630"/>
                  <a:pt x="85117" y="24783"/>
                  <a:pt x="83793" y="24783"/>
                </a:cubicBezTo>
                <a:cubicBezTo>
                  <a:pt x="79845" y="24783"/>
                  <a:pt x="76723" y="23668"/>
                  <a:pt x="74420" y="21447"/>
                </a:cubicBezTo>
                <a:cubicBezTo>
                  <a:pt x="72117" y="19217"/>
                  <a:pt x="70962" y="16204"/>
                  <a:pt x="70962" y="12400"/>
                </a:cubicBezTo>
                <a:cubicBezTo>
                  <a:pt x="70962" y="8579"/>
                  <a:pt x="72117" y="5558"/>
                  <a:pt x="74420" y="3336"/>
                </a:cubicBezTo>
                <a:cubicBezTo>
                  <a:pt x="76723" y="1115"/>
                  <a:pt x="79845" y="0"/>
                  <a:pt x="83793" y="0"/>
                </a:cubicBezTo>
                <a:cubicBezTo>
                  <a:pt x="85117" y="0"/>
                  <a:pt x="86382" y="145"/>
                  <a:pt x="87597" y="451"/>
                </a:cubicBezTo>
                <a:cubicBezTo>
                  <a:pt x="88812" y="749"/>
                  <a:pt x="89984" y="1192"/>
                  <a:pt x="91106" y="1779"/>
                </a:cubicBezTo>
                <a:lnTo>
                  <a:pt x="91106" y="6715"/>
                </a:lnTo>
                <a:cubicBezTo>
                  <a:pt x="89967" y="5940"/>
                  <a:pt x="88854" y="5370"/>
                  <a:pt x="87757" y="5004"/>
                </a:cubicBezTo>
                <a:cubicBezTo>
                  <a:pt x="86652" y="4647"/>
                  <a:pt x="85497" y="4459"/>
                  <a:pt x="84282" y="4459"/>
                </a:cubicBezTo>
                <a:cubicBezTo>
                  <a:pt x="82105" y="4459"/>
                  <a:pt x="80393" y="5166"/>
                  <a:pt x="79144" y="6579"/>
                </a:cubicBezTo>
                <a:cubicBezTo>
                  <a:pt x="77896" y="7983"/>
                  <a:pt x="77272" y="9924"/>
                  <a:pt x="77272" y="12400"/>
                </a:cubicBezTo>
                <a:cubicBezTo>
                  <a:pt x="77272" y="14860"/>
                  <a:pt x="77896" y="16800"/>
                  <a:pt x="79144" y="18213"/>
                </a:cubicBezTo>
                <a:cubicBezTo>
                  <a:pt x="80393" y="19617"/>
                  <a:pt x="82105" y="20315"/>
                  <a:pt x="84282" y="20315"/>
                </a:cubicBezTo>
                <a:cubicBezTo>
                  <a:pt x="85497" y="20315"/>
                  <a:pt x="86652" y="20136"/>
                  <a:pt x="87757" y="19779"/>
                </a:cubicBezTo>
                <a:cubicBezTo>
                  <a:pt x="88854" y="19413"/>
                  <a:pt x="89967" y="18842"/>
                  <a:pt x="91106" y="18060"/>
                </a:cubicBezTo>
                <a:lnTo>
                  <a:pt x="91106" y="23004"/>
                </a:lnTo>
                <a:close/>
              </a:path>
            </a:pathLst>
          </a:custGeom>
          <a:solidFill>
            <a:srgbClr val="EF5350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75" name="Freeform 1374">
            <a:extLst>
              <a:ext uri="{FF2B5EF4-FFF2-40B4-BE49-F238E27FC236}">
                <a16:creationId xmlns:a16="http://schemas.microsoft.com/office/drawing/2014/main" id="{035398FD-27AF-3353-C86D-1AA3A124133B}"/>
              </a:ext>
            </a:extLst>
          </p:cNvPr>
          <p:cNvSpPr>
            <a:spLocks noGrp="1"/>
          </p:cNvSpPr>
          <p:nvPr/>
        </p:nvSpPr>
        <p:spPr>
          <a:xfrm>
            <a:off x="5022971" y="2888724"/>
            <a:ext cx="429381" cy="414267"/>
          </a:xfrm>
          <a:custGeom>
            <a:avLst/>
            <a:gdLst>
              <a:gd name="connsiteX0" fmla="*/ 329309 w 329308"/>
              <a:gd name="connsiteY0" fmla="*/ 166118 h 332228"/>
              <a:gd name="connsiteX1" fmla="*/ 316775 w 329308"/>
              <a:gd name="connsiteY1" fmla="*/ 102544 h 332228"/>
              <a:gd name="connsiteX2" fmla="*/ 281083 w 329308"/>
              <a:gd name="connsiteY2" fmla="*/ 48655 h 332228"/>
              <a:gd name="connsiteX3" fmla="*/ 227665 w 329308"/>
              <a:gd name="connsiteY3" fmla="*/ 12646 h 332228"/>
              <a:gd name="connsiteX4" fmla="*/ 164654 w 329308"/>
              <a:gd name="connsiteY4" fmla="*/ 0 h 332228"/>
              <a:gd name="connsiteX5" fmla="*/ 101643 w 329308"/>
              <a:gd name="connsiteY5" fmla="*/ 12646 h 332228"/>
              <a:gd name="connsiteX6" fmla="*/ 48226 w 329308"/>
              <a:gd name="connsiteY6" fmla="*/ 48655 h 332228"/>
              <a:gd name="connsiteX7" fmla="*/ 12533 w 329308"/>
              <a:gd name="connsiteY7" fmla="*/ 102544 h 332228"/>
              <a:gd name="connsiteX8" fmla="*/ 0 w 329308"/>
              <a:gd name="connsiteY8" fmla="*/ 166118 h 332228"/>
              <a:gd name="connsiteX9" fmla="*/ 12533 w 329308"/>
              <a:gd name="connsiteY9" fmla="*/ 229684 h 332228"/>
              <a:gd name="connsiteX10" fmla="*/ 48226 w 329308"/>
              <a:gd name="connsiteY10" fmla="*/ 283573 h 332228"/>
              <a:gd name="connsiteX11" fmla="*/ 101643 w 329308"/>
              <a:gd name="connsiteY11" fmla="*/ 319591 h 332228"/>
              <a:gd name="connsiteX12" fmla="*/ 164654 w 329308"/>
              <a:gd name="connsiteY12" fmla="*/ 332229 h 332228"/>
              <a:gd name="connsiteX13" fmla="*/ 227665 w 329308"/>
              <a:gd name="connsiteY13" fmla="*/ 319591 h 332228"/>
              <a:gd name="connsiteX14" fmla="*/ 281083 w 329308"/>
              <a:gd name="connsiteY14" fmla="*/ 283573 h 332228"/>
              <a:gd name="connsiteX15" fmla="*/ 316775 w 329308"/>
              <a:gd name="connsiteY15" fmla="*/ 229684 h 332228"/>
              <a:gd name="connsiteX16" fmla="*/ 329309 w 329308"/>
              <a:gd name="connsiteY16" fmla="*/ 166118 h 332228"/>
              <a:gd name="connsiteX17" fmla="*/ 164654 w 329308"/>
              <a:gd name="connsiteY17" fmla="*/ 166118 h 332228"/>
              <a:gd name="connsiteX18" fmla="*/ 164654 w 329308"/>
              <a:gd name="connsiteY18" fmla="*/ 166118 h 332228"/>
              <a:gd name="connsiteX19" fmla="*/ 164654 w 329308"/>
              <a:gd name="connsiteY19" fmla="*/ 166118 h 332228"/>
              <a:gd name="connsiteX20" fmla="*/ 164654 w 329308"/>
              <a:gd name="connsiteY20" fmla="*/ 166118 h 332228"/>
              <a:gd name="connsiteX21" fmla="*/ 164654 w 329308"/>
              <a:gd name="connsiteY21" fmla="*/ 166118 h 332228"/>
              <a:gd name="connsiteX22" fmla="*/ 164654 w 329308"/>
              <a:gd name="connsiteY22" fmla="*/ 166118 h 332228"/>
              <a:gd name="connsiteX23" fmla="*/ 164654 w 329308"/>
              <a:gd name="connsiteY23" fmla="*/ 166118 h 332228"/>
              <a:gd name="connsiteX24" fmla="*/ 164654 w 329308"/>
              <a:gd name="connsiteY24" fmla="*/ 166118 h 332228"/>
              <a:gd name="connsiteX25" fmla="*/ 164654 w 329308"/>
              <a:gd name="connsiteY25" fmla="*/ 166118 h 332228"/>
              <a:gd name="connsiteX26" fmla="*/ 164654 w 329308"/>
              <a:gd name="connsiteY26" fmla="*/ 166118 h 332228"/>
              <a:gd name="connsiteX27" fmla="*/ 164654 w 329308"/>
              <a:gd name="connsiteY27" fmla="*/ 166118 h 332228"/>
              <a:gd name="connsiteX28" fmla="*/ 164654 w 329308"/>
              <a:gd name="connsiteY28" fmla="*/ 166118 h 332228"/>
              <a:gd name="connsiteX29" fmla="*/ 164654 w 329308"/>
              <a:gd name="connsiteY29" fmla="*/ 166118 h 332228"/>
              <a:gd name="connsiteX30" fmla="*/ 164654 w 329308"/>
              <a:gd name="connsiteY30" fmla="*/ 166118 h 332228"/>
              <a:gd name="connsiteX31" fmla="*/ 164654 w 329308"/>
              <a:gd name="connsiteY31" fmla="*/ 166118 h 332228"/>
              <a:gd name="connsiteX32" fmla="*/ 164654 w 329308"/>
              <a:gd name="connsiteY32" fmla="*/ 166118 h 332228"/>
              <a:gd name="connsiteX33" fmla="*/ 164654 w 329308"/>
              <a:gd name="connsiteY33" fmla="*/ 166118 h 332228"/>
            </a:gdLst>
            <a:ahLst/>
            <a:cxnLst/>
            <a:rect l="l" t="t" r="r" b="b"/>
            <a:pathLst>
              <a:path w="329308" h="332228">
                <a:moveTo>
                  <a:pt x="329309" y="166118"/>
                </a:moveTo>
                <a:cubicBezTo>
                  <a:pt x="329309" y="144306"/>
                  <a:pt x="325050" y="122697"/>
                  <a:pt x="316775" y="102544"/>
                </a:cubicBezTo>
                <a:cubicBezTo>
                  <a:pt x="308501" y="82391"/>
                  <a:pt x="296372" y="64076"/>
                  <a:pt x="281083" y="48655"/>
                </a:cubicBezTo>
                <a:cubicBezTo>
                  <a:pt x="265794" y="33234"/>
                  <a:pt x="247641" y="20996"/>
                  <a:pt x="227665" y="12646"/>
                </a:cubicBezTo>
                <a:cubicBezTo>
                  <a:pt x="207689" y="4297"/>
                  <a:pt x="186277" y="0"/>
                  <a:pt x="164654" y="0"/>
                </a:cubicBezTo>
                <a:cubicBezTo>
                  <a:pt x="143032" y="0"/>
                  <a:pt x="121620" y="4297"/>
                  <a:pt x="101643" y="12646"/>
                </a:cubicBezTo>
                <a:cubicBezTo>
                  <a:pt x="81668" y="20996"/>
                  <a:pt x="63515" y="33234"/>
                  <a:pt x="48226" y="48655"/>
                </a:cubicBezTo>
                <a:cubicBezTo>
                  <a:pt x="32937" y="64076"/>
                  <a:pt x="20808" y="82391"/>
                  <a:pt x="12533" y="102544"/>
                </a:cubicBezTo>
                <a:cubicBezTo>
                  <a:pt x="4259" y="122697"/>
                  <a:pt x="0" y="144306"/>
                  <a:pt x="0" y="166118"/>
                </a:cubicBezTo>
                <a:cubicBezTo>
                  <a:pt x="0" y="187931"/>
                  <a:pt x="4259" y="209531"/>
                  <a:pt x="12533" y="229684"/>
                </a:cubicBezTo>
                <a:cubicBezTo>
                  <a:pt x="20808" y="249837"/>
                  <a:pt x="32937" y="268152"/>
                  <a:pt x="48226" y="283573"/>
                </a:cubicBezTo>
                <a:cubicBezTo>
                  <a:pt x="63515" y="299003"/>
                  <a:pt x="81668" y="311241"/>
                  <a:pt x="101643" y="319591"/>
                </a:cubicBezTo>
                <a:cubicBezTo>
                  <a:pt x="121620" y="327931"/>
                  <a:pt x="143032" y="332229"/>
                  <a:pt x="164654" y="332229"/>
                </a:cubicBezTo>
                <a:cubicBezTo>
                  <a:pt x="186277" y="332229"/>
                  <a:pt x="207689" y="327931"/>
                  <a:pt x="227665" y="319591"/>
                </a:cubicBezTo>
                <a:cubicBezTo>
                  <a:pt x="247641" y="311241"/>
                  <a:pt x="265794" y="299003"/>
                  <a:pt x="281083" y="283573"/>
                </a:cubicBezTo>
                <a:cubicBezTo>
                  <a:pt x="296372" y="268152"/>
                  <a:pt x="308501" y="249837"/>
                  <a:pt x="316775" y="229684"/>
                </a:cubicBezTo>
                <a:cubicBezTo>
                  <a:pt x="325050" y="209531"/>
                  <a:pt x="329309" y="187931"/>
                  <a:pt x="329309" y="166118"/>
                </a:cubicBezTo>
                <a:moveTo>
                  <a:pt x="164654" y="166118"/>
                </a:move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  <a:cubicBezTo>
                  <a:pt x="164654" y="166118"/>
                  <a:pt x="164654" y="166118"/>
                  <a:pt x="164654" y="166118"/>
                </a:cubicBezTo>
              </a:path>
            </a:pathLst>
          </a:custGeom>
          <a:solidFill>
            <a:srgbClr val="FFFFFF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76" name="Freeform 1375">
            <a:extLst>
              <a:ext uri="{FF2B5EF4-FFF2-40B4-BE49-F238E27FC236}">
                <a16:creationId xmlns:a16="http://schemas.microsoft.com/office/drawing/2014/main" id="{82EBBFCC-6990-58E0-3958-5FE00101D64D}"/>
              </a:ext>
            </a:extLst>
          </p:cNvPr>
          <p:cNvSpPr>
            <a:spLocks noGrp="1"/>
          </p:cNvSpPr>
          <p:nvPr/>
        </p:nvSpPr>
        <p:spPr>
          <a:xfrm>
            <a:off x="5078394" y="2907370"/>
            <a:ext cx="274098" cy="340979"/>
          </a:xfrm>
          <a:custGeom>
            <a:avLst/>
            <a:gdLst>
              <a:gd name="connsiteX0" fmla="*/ 122145 w 210216"/>
              <a:gd name="connsiteY0" fmla="*/ 0 h 273454"/>
              <a:gd name="connsiteX1" fmla="*/ 205140 w 210216"/>
              <a:gd name="connsiteY1" fmla="*/ 123957 h 273454"/>
              <a:gd name="connsiteX2" fmla="*/ 210216 w 210216"/>
              <a:gd name="connsiteY2" fmla="*/ 273455 h 273454"/>
              <a:gd name="connsiteX3" fmla="*/ 41816 w 210216"/>
              <a:gd name="connsiteY3" fmla="*/ 262706 h 273454"/>
              <a:gd name="connsiteX4" fmla="*/ 0 w 210216"/>
              <a:gd name="connsiteY4" fmla="*/ 111123 h 273454"/>
            </a:gdLst>
            <a:ahLst/>
            <a:cxnLst/>
            <a:rect l="l" t="t" r="r" b="b"/>
            <a:pathLst>
              <a:path w="210216" h="273454">
                <a:moveTo>
                  <a:pt x="122145" y="0"/>
                </a:moveTo>
                <a:lnTo>
                  <a:pt x="205140" y="123957"/>
                </a:lnTo>
                <a:lnTo>
                  <a:pt x="210216" y="273455"/>
                </a:lnTo>
                <a:lnTo>
                  <a:pt x="41816" y="262706"/>
                </a:lnTo>
                <a:lnTo>
                  <a:pt x="0" y="111123"/>
                </a:lnTo>
                <a:close/>
              </a:path>
            </a:pathLst>
          </a:custGeom>
          <a:solidFill>
            <a:srgbClr val="2E7D32">
              <a:alpha val="18000"/>
            </a:srgbClr>
          </a:solidFill>
          <a:ln w="8422">
            <a:solidFill>
              <a:srgbClr val="2E7D32">
                <a:alpha val="18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78" name="Freeform 1377">
            <a:extLst>
              <a:ext uri="{FF2B5EF4-FFF2-40B4-BE49-F238E27FC236}">
                <a16:creationId xmlns:a16="http://schemas.microsoft.com/office/drawing/2014/main" id="{C0B57655-C12C-B105-27CB-90B7945D3335}"/>
              </a:ext>
            </a:extLst>
          </p:cNvPr>
          <p:cNvSpPr>
            <a:spLocks noGrp="1"/>
          </p:cNvSpPr>
          <p:nvPr/>
        </p:nvSpPr>
        <p:spPr>
          <a:xfrm>
            <a:off x="5237658" y="2888720"/>
            <a:ext cx="10998" cy="207138"/>
          </a:xfrm>
          <a:custGeom>
            <a:avLst/>
            <a:gdLst>
              <a:gd name="connsiteX0" fmla="*/ 0 w 8435"/>
              <a:gd name="connsiteY0" fmla="*/ 166118 h 166118"/>
              <a:gd name="connsiteX1" fmla="*/ 0 w 8435"/>
              <a:gd name="connsiteY1" fmla="*/ 0 h 166118"/>
            </a:gdLst>
            <a:ahLst/>
            <a:cxnLst/>
            <a:rect l="l" t="t" r="r" b="b"/>
            <a:pathLst>
              <a:path w="8435" h="166118">
                <a:moveTo>
                  <a:pt x="0" y="166118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79" name="Freeform 1378">
            <a:extLst>
              <a:ext uri="{FF2B5EF4-FFF2-40B4-BE49-F238E27FC236}">
                <a16:creationId xmlns:a16="http://schemas.microsoft.com/office/drawing/2014/main" id="{71E1C0EF-591F-83F8-75E2-6DB8C1CC4795}"/>
              </a:ext>
            </a:extLst>
          </p:cNvPr>
          <p:cNvSpPr>
            <a:spLocks noGrp="1"/>
          </p:cNvSpPr>
          <p:nvPr/>
        </p:nvSpPr>
        <p:spPr>
          <a:xfrm>
            <a:off x="5237658" y="3031851"/>
            <a:ext cx="204182" cy="64011"/>
          </a:xfrm>
          <a:custGeom>
            <a:avLst/>
            <a:gdLst>
              <a:gd name="connsiteX0" fmla="*/ 0 w 156595"/>
              <a:gd name="connsiteY0" fmla="*/ 51336 h 51335"/>
              <a:gd name="connsiteX1" fmla="*/ 156596 w 156595"/>
              <a:gd name="connsiteY1" fmla="*/ 0 h 51335"/>
            </a:gdLst>
            <a:ahLst/>
            <a:cxnLst/>
            <a:rect l="l" t="t" r="r" b="b"/>
            <a:pathLst>
              <a:path w="156595" h="51335">
                <a:moveTo>
                  <a:pt x="0" y="51336"/>
                </a:moveTo>
                <a:lnTo>
                  <a:pt x="156596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0" name="Freeform 1379">
            <a:extLst>
              <a:ext uri="{FF2B5EF4-FFF2-40B4-BE49-F238E27FC236}">
                <a16:creationId xmlns:a16="http://schemas.microsoft.com/office/drawing/2014/main" id="{D3E12F5E-4C3B-BEE0-5316-40F7A33607BD}"/>
              </a:ext>
            </a:extLst>
          </p:cNvPr>
          <p:cNvSpPr>
            <a:spLocks noGrp="1"/>
          </p:cNvSpPr>
          <p:nvPr/>
        </p:nvSpPr>
        <p:spPr>
          <a:xfrm>
            <a:off x="5237662" y="3095864"/>
            <a:ext cx="126191" cy="167577"/>
          </a:xfrm>
          <a:custGeom>
            <a:avLst/>
            <a:gdLst>
              <a:gd name="connsiteX0" fmla="*/ 0 w 96781"/>
              <a:gd name="connsiteY0" fmla="*/ 0 h 134391"/>
              <a:gd name="connsiteX1" fmla="*/ 96781 w 96781"/>
              <a:gd name="connsiteY1" fmla="*/ 134391 h 134391"/>
            </a:gdLst>
            <a:ahLst/>
            <a:cxnLst/>
            <a:rect l="l" t="t" r="r" b="b"/>
            <a:pathLst>
              <a:path w="96781" h="134391">
                <a:moveTo>
                  <a:pt x="0" y="0"/>
                </a:moveTo>
                <a:lnTo>
                  <a:pt x="96781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1" name="Freeform 1380">
            <a:extLst>
              <a:ext uri="{FF2B5EF4-FFF2-40B4-BE49-F238E27FC236}">
                <a16:creationId xmlns:a16="http://schemas.microsoft.com/office/drawing/2014/main" id="{83816369-F7D5-49D0-29D8-E9D40A860186}"/>
              </a:ext>
            </a:extLst>
          </p:cNvPr>
          <p:cNvSpPr>
            <a:spLocks noGrp="1"/>
          </p:cNvSpPr>
          <p:nvPr/>
        </p:nvSpPr>
        <p:spPr>
          <a:xfrm>
            <a:off x="5111469" y="3095864"/>
            <a:ext cx="126191" cy="167577"/>
          </a:xfrm>
          <a:custGeom>
            <a:avLst/>
            <a:gdLst>
              <a:gd name="connsiteX0" fmla="*/ 96782 w 96781"/>
              <a:gd name="connsiteY0" fmla="*/ 0 h 134391"/>
              <a:gd name="connsiteX1" fmla="*/ 0 w 96781"/>
              <a:gd name="connsiteY1" fmla="*/ 134391 h 134391"/>
            </a:gdLst>
            <a:ahLst/>
            <a:cxnLst/>
            <a:rect l="l" t="t" r="r" b="b"/>
            <a:pathLst>
              <a:path w="96781" h="134391">
                <a:moveTo>
                  <a:pt x="96782" y="0"/>
                </a:moveTo>
                <a:lnTo>
                  <a:pt x="0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2" name="Freeform 1381">
            <a:extLst>
              <a:ext uri="{FF2B5EF4-FFF2-40B4-BE49-F238E27FC236}">
                <a16:creationId xmlns:a16="http://schemas.microsoft.com/office/drawing/2014/main" id="{4092057C-3256-3D62-21FF-EE50384A46DA}"/>
              </a:ext>
            </a:extLst>
          </p:cNvPr>
          <p:cNvSpPr>
            <a:spLocks noGrp="1"/>
          </p:cNvSpPr>
          <p:nvPr/>
        </p:nvSpPr>
        <p:spPr>
          <a:xfrm>
            <a:off x="5033475" y="3031851"/>
            <a:ext cx="204182" cy="64011"/>
          </a:xfrm>
          <a:custGeom>
            <a:avLst/>
            <a:gdLst>
              <a:gd name="connsiteX0" fmla="*/ 156596 w 156595"/>
              <a:gd name="connsiteY0" fmla="*/ 51336 h 51335"/>
              <a:gd name="connsiteX1" fmla="*/ 0 w 156595"/>
              <a:gd name="connsiteY1" fmla="*/ 0 h 51335"/>
            </a:gdLst>
            <a:ahLst/>
            <a:cxnLst/>
            <a:rect l="l" t="t" r="r" b="b"/>
            <a:pathLst>
              <a:path w="156595" h="51335">
                <a:moveTo>
                  <a:pt x="156596" y="51336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5" name="Freeform 1384">
            <a:extLst>
              <a:ext uri="{FF2B5EF4-FFF2-40B4-BE49-F238E27FC236}">
                <a16:creationId xmlns:a16="http://schemas.microsoft.com/office/drawing/2014/main" id="{CBE4ACA0-E7DC-657F-740F-2E1D8AA6A09C}"/>
              </a:ext>
            </a:extLst>
          </p:cNvPr>
          <p:cNvSpPr>
            <a:spLocks noGrp="1"/>
          </p:cNvSpPr>
          <p:nvPr/>
        </p:nvSpPr>
        <p:spPr>
          <a:xfrm>
            <a:off x="5130313" y="2992284"/>
            <a:ext cx="214690" cy="207138"/>
          </a:xfrm>
          <a:custGeom>
            <a:avLst/>
            <a:gdLst>
              <a:gd name="connsiteX0" fmla="*/ 82327 w 164654"/>
              <a:gd name="connsiteY0" fmla="*/ 0 h 166118"/>
              <a:gd name="connsiteX1" fmla="*/ 113832 w 164654"/>
              <a:gd name="connsiteY1" fmla="*/ 6323 h 166118"/>
              <a:gd name="connsiteX2" fmla="*/ 140542 w 164654"/>
              <a:gd name="connsiteY2" fmla="*/ 24332 h 166118"/>
              <a:gd name="connsiteX3" fmla="*/ 158388 w 164654"/>
              <a:gd name="connsiteY3" fmla="*/ 51277 h 166118"/>
              <a:gd name="connsiteX4" fmla="*/ 164655 w 164654"/>
              <a:gd name="connsiteY4" fmla="*/ 83064 h 166118"/>
              <a:gd name="connsiteX5" fmla="*/ 158388 w 164654"/>
              <a:gd name="connsiteY5" fmla="*/ 114842 h 166118"/>
              <a:gd name="connsiteX6" fmla="*/ 140542 w 164654"/>
              <a:gd name="connsiteY6" fmla="*/ 141795 h 166118"/>
              <a:gd name="connsiteX7" fmla="*/ 113832 w 164654"/>
              <a:gd name="connsiteY7" fmla="*/ 159795 h 166118"/>
              <a:gd name="connsiteX8" fmla="*/ 82327 w 164654"/>
              <a:gd name="connsiteY8" fmla="*/ 166118 h 166118"/>
              <a:gd name="connsiteX9" fmla="*/ 50822 w 164654"/>
              <a:gd name="connsiteY9" fmla="*/ 159795 h 166118"/>
              <a:gd name="connsiteX10" fmla="*/ 24113 w 164654"/>
              <a:gd name="connsiteY10" fmla="*/ 141795 h 166118"/>
              <a:gd name="connsiteX11" fmla="*/ 6267 w 164654"/>
              <a:gd name="connsiteY11" fmla="*/ 114842 h 166118"/>
              <a:gd name="connsiteX12" fmla="*/ 0 w 164654"/>
              <a:gd name="connsiteY12" fmla="*/ 83064 h 166118"/>
              <a:gd name="connsiteX13" fmla="*/ 6267 w 164654"/>
              <a:gd name="connsiteY13" fmla="*/ 51277 h 166118"/>
              <a:gd name="connsiteX14" fmla="*/ 24113 w 164654"/>
              <a:gd name="connsiteY14" fmla="*/ 24332 h 166118"/>
              <a:gd name="connsiteX15" fmla="*/ 50822 w 164654"/>
              <a:gd name="connsiteY15" fmla="*/ 6323 h 166118"/>
              <a:gd name="connsiteX16" fmla="*/ 82327 w 164654"/>
              <a:gd name="connsiteY16" fmla="*/ 0 h 166118"/>
            </a:gdLst>
            <a:ahLst/>
            <a:cxnLst/>
            <a:rect l="l" t="t" r="r" b="b"/>
            <a:pathLst>
              <a:path w="164654" h="166118">
                <a:moveTo>
                  <a:pt x="82327" y="0"/>
                </a:moveTo>
                <a:cubicBezTo>
                  <a:pt x="93139" y="0"/>
                  <a:pt x="103844" y="2153"/>
                  <a:pt x="113832" y="6323"/>
                </a:cubicBezTo>
                <a:cubicBezTo>
                  <a:pt x="123820" y="10502"/>
                  <a:pt x="132896" y="16621"/>
                  <a:pt x="140542" y="24332"/>
                </a:cubicBezTo>
                <a:cubicBezTo>
                  <a:pt x="148186" y="32043"/>
                  <a:pt x="154251" y="41200"/>
                  <a:pt x="158388" y="51277"/>
                </a:cubicBezTo>
                <a:cubicBezTo>
                  <a:pt x="162525" y="61353"/>
                  <a:pt x="164655" y="72153"/>
                  <a:pt x="164655" y="83064"/>
                </a:cubicBezTo>
                <a:cubicBezTo>
                  <a:pt x="164655" y="93966"/>
                  <a:pt x="162525" y="104766"/>
                  <a:pt x="158388" y="114842"/>
                </a:cubicBezTo>
                <a:cubicBezTo>
                  <a:pt x="154251" y="124919"/>
                  <a:pt x="148186" y="134076"/>
                  <a:pt x="140542" y="141795"/>
                </a:cubicBezTo>
                <a:cubicBezTo>
                  <a:pt x="132896" y="149506"/>
                  <a:pt x="123820" y="155625"/>
                  <a:pt x="113832" y="159795"/>
                </a:cubicBezTo>
                <a:cubicBezTo>
                  <a:pt x="103844" y="163974"/>
                  <a:pt x="93139" y="166118"/>
                  <a:pt x="82327" y="166118"/>
                </a:cubicBezTo>
                <a:cubicBezTo>
                  <a:pt x="71516" y="166118"/>
                  <a:pt x="60810" y="163974"/>
                  <a:pt x="50822" y="159795"/>
                </a:cubicBezTo>
                <a:cubicBezTo>
                  <a:pt x="40833" y="155625"/>
                  <a:pt x="31757" y="149506"/>
                  <a:pt x="24113" y="141795"/>
                </a:cubicBezTo>
                <a:cubicBezTo>
                  <a:pt x="16468" y="134076"/>
                  <a:pt x="10404" y="124919"/>
                  <a:pt x="6267" y="114842"/>
                </a:cubicBezTo>
                <a:cubicBezTo>
                  <a:pt x="2129" y="104766"/>
                  <a:pt x="0" y="93966"/>
                  <a:pt x="0" y="83064"/>
                </a:cubicBezTo>
                <a:cubicBezTo>
                  <a:pt x="0" y="72153"/>
                  <a:pt x="2129" y="61353"/>
                  <a:pt x="6267" y="51277"/>
                </a:cubicBezTo>
                <a:cubicBezTo>
                  <a:pt x="10404" y="41200"/>
                  <a:pt x="16468" y="32043"/>
                  <a:pt x="24113" y="24332"/>
                </a:cubicBezTo>
                <a:cubicBezTo>
                  <a:pt x="31757" y="16621"/>
                  <a:pt x="40833" y="10502"/>
                  <a:pt x="50822" y="6323"/>
                </a:cubicBezTo>
                <a:cubicBezTo>
                  <a:pt x="60810" y="2153"/>
                  <a:pt x="71516" y="0"/>
                  <a:pt x="82327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6" name="Freeform 1385">
            <a:extLst>
              <a:ext uri="{FF2B5EF4-FFF2-40B4-BE49-F238E27FC236}">
                <a16:creationId xmlns:a16="http://schemas.microsoft.com/office/drawing/2014/main" id="{8C3D0B99-62C5-6F01-0F0C-00729A6F53F6}"/>
              </a:ext>
            </a:extLst>
          </p:cNvPr>
          <p:cNvSpPr>
            <a:spLocks noGrp="1"/>
          </p:cNvSpPr>
          <p:nvPr/>
        </p:nvSpPr>
        <p:spPr>
          <a:xfrm>
            <a:off x="5278738" y="2968220"/>
            <a:ext cx="39734" cy="25691"/>
          </a:xfrm>
          <a:custGeom>
            <a:avLst/>
            <a:gdLst>
              <a:gd name="connsiteX0" fmla="*/ 831 w 30474"/>
              <a:gd name="connsiteY0" fmla="*/ 357 h 20604"/>
              <a:gd name="connsiteX1" fmla="*/ 11283 w 30474"/>
              <a:gd name="connsiteY1" fmla="*/ 357 h 20604"/>
              <a:gd name="connsiteX2" fmla="*/ 11283 w 30474"/>
              <a:gd name="connsiteY2" fmla="*/ 2621 h 20604"/>
              <a:gd name="connsiteX3" fmla="*/ 3269 w 30474"/>
              <a:gd name="connsiteY3" fmla="*/ 2621 h 20604"/>
              <a:gd name="connsiteX4" fmla="*/ 3269 w 30474"/>
              <a:gd name="connsiteY4" fmla="*/ 7489 h 20604"/>
              <a:gd name="connsiteX5" fmla="*/ 4425 w 30474"/>
              <a:gd name="connsiteY5" fmla="*/ 7192 h 20604"/>
              <a:gd name="connsiteX6" fmla="*/ 5589 w 30474"/>
              <a:gd name="connsiteY6" fmla="*/ 7089 h 20604"/>
              <a:gd name="connsiteX7" fmla="*/ 10806 w 30474"/>
              <a:gd name="connsiteY7" fmla="*/ 8911 h 20604"/>
              <a:gd name="connsiteX8" fmla="*/ 12734 w 30474"/>
              <a:gd name="connsiteY8" fmla="*/ 13847 h 20604"/>
              <a:gd name="connsiteX9" fmla="*/ 10756 w 30474"/>
              <a:gd name="connsiteY9" fmla="*/ 18825 h 20604"/>
              <a:gd name="connsiteX10" fmla="*/ 5180 w 30474"/>
              <a:gd name="connsiteY10" fmla="*/ 20604 h 20604"/>
              <a:gd name="connsiteX11" fmla="*/ 2653 w 30474"/>
              <a:gd name="connsiteY11" fmla="*/ 20391 h 20604"/>
              <a:gd name="connsiteX12" fmla="*/ 0 w 30474"/>
              <a:gd name="connsiteY12" fmla="*/ 19753 h 20604"/>
              <a:gd name="connsiteX13" fmla="*/ 0 w 30474"/>
              <a:gd name="connsiteY13" fmla="*/ 17047 h 20604"/>
              <a:gd name="connsiteX14" fmla="*/ 2451 w 30474"/>
              <a:gd name="connsiteY14" fmla="*/ 18017 h 20604"/>
              <a:gd name="connsiteX15" fmla="*/ 5125 w 30474"/>
              <a:gd name="connsiteY15" fmla="*/ 18341 h 20604"/>
              <a:gd name="connsiteX16" fmla="*/ 8735 w 30474"/>
              <a:gd name="connsiteY16" fmla="*/ 17132 h 20604"/>
              <a:gd name="connsiteX17" fmla="*/ 10068 w 30474"/>
              <a:gd name="connsiteY17" fmla="*/ 13847 h 20604"/>
              <a:gd name="connsiteX18" fmla="*/ 8735 w 30474"/>
              <a:gd name="connsiteY18" fmla="*/ 10562 h 20604"/>
              <a:gd name="connsiteX19" fmla="*/ 5125 w 30474"/>
              <a:gd name="connsiteY19" fmla="*/ 9353 h 20604"/>
              <a:gd name="connsiteX20" fmla="*/ 2995 w 30474"/>
              <a:gd name="connsiteY20" fmla="*/ 9592 h 20604"/>
              <a:gd name="connsiteX21" fmla="*/ 831 w 30474"/>
              <a:gd name="connsiteY21" fmla="*/ 10332 h 20604"/>
              <a:gd name="connsiteX22" fmla="*/ 831 w 30474"/>
              <a:gd name="connsiteY22" fmla="*/ 357 h 20604"/>
              <a:gd name="connsiteX23" fmla="*/ 23671 w 30474"/>
              <a:gd name="connsiteY23" fmla="*/ 2128 h 20604"/>
              <a:gd name="connsiteX24" fmla="*/ 20579 w 30474"/>
              <a:gd name="connsiteY24" fmla="*/ 4170 h 20604"/>
              <a:gd name="connsiteX25" fmla="*/ 19546 w 30474"/>
              <a:gd name="connsiteY25" fmla="*/ 10306 h 20604"/>
              <a:gd name="connsiteX26" fmla="*/ 20579 w 30474"/>
              <a:gd name="connsiteY26" fmla="*/ 16434 h 20604"/>
              <a:gd name="connsiteX27" fmla="*/ 23671 w 30474"/>
              <a:gd name="connsiteY27" fmla="*/ 18477 h 20604"/>
              <a:gd name="connsiteX28" fmla="*/ 26775 w 30474"/>
              <a:gd name="connsiteY28" fmla="*/ 16434 h 20604"/>
              <a:gd name="connsiteX29" fmla="*/ 27813 w 30474"/>
              <a:gd name="connsiteY29" fmla="*/ 10306 h 20604"/>
              <a:gd name="connsiteX30" fmla="*/ 26775 w 30474"/>
              <a:gd name="connsiteY30" fmla="*/ 4170 h 20604"/>
              <a:gd name="connsiteX31" fmla="*/ 23671 w 30474"/>
              <a:gd name="connsiteY31" fmla="*/ 2128 h 20604"/>
              <a:gd name="connsiteX32" fmla="*/ 23671 w 30474"/>
              <a:gd name="connsiteY32" fmla="*/ 0 h 20604"/>
              <a:gd name="connsiteX33" fmla="*/ 28728 w 30474"/>
              <a:gd name="connsiteY33" fmla="*/ 2647 h 20604"/>
              <a:gd name="connsiteX34" fmla="*/ 30474 w 30474"/>
              <a:gd name="connsiteY34" fmla="*/ 10306 h 20604"/>
              <a:gd name="connsiteX35" fmla="*/ 28728 w 30474"/>
              <a:gd name="connsiteY35" fmla="*/ 17966 h 20604"/>
              <a:gd name="connsiteX36" fmla="*/ 23671 w 30474"/>
              <a:gd name="connsiteY36" fmla="*/ 20604 h 20604"/>
              <a:gd name="connsiteX37" fmla="*/ 18618 w 30474"/>
              <a:gd name="connsiteY37" fmla="*/ 17966 h 20604"/>
              <a:gd name="connsiteX38" fmla="*/ 16872 w 30474"/>
              <a:gd name="connsiteY38" fmla="*/ 10306 h 20604"/>
              <a:gd name="connsiteX39" fmla="*/ 18618 w 30474"/>
              <a:gd name="connsiteY39" fmla="*/ 2647 h 20604"/>
              <a:gd name="connsiteX40" fmla="*/ 23671 w 30474"/>
              <a:gd name="connsiteY40" fmla="*/ 0 h 20604"/>
            </a:gdLst>
            <a:ahLst/>
            <a:cxnLst/>
            <a:rect l="l" t="t" r="r" b="b"/>
            <a:pathLst>
              <a:path w="30474" h="20604">
                <a:moveTo>
                  <a:pt x="831" y="357"/>
                </a:moveTo>
                <a:lnTo>
                  <a:pt x="11283" y="357"/>
                </a:lnTo>
                <a:lnTo>
                  <a:pt x="11283" y="2621"/>
                </a:lnTo>
                <a:lnTo>
                  <a:pt x="3269" y="2621"/>
                </a:lnTo>
                <a:lnTo>
                  <a:pt x="3269" y="7489"/>
                </a:lnTo>
                <a:cubicBezTo>
                  <a:pt x="3654" y="7353"/>
                  <a:pt x="4040" y="7251"/>
                  <a:pt x="4425" y="7192"/>
                </a:cubicBezTo>
                <a:cubicBezTo>
                  <a:pt x="4813" y="7123"/>
                  <a:pt x="5201" y="7089"/>
                  <a:pt x="5589" y="7089"/>
                </a:cubicBezTo>
                <a:cubicBezTo>
                  <a:pt x="7785" y="7089"/>
                  <a:pt x="9524" y="7702"/>
                  <a:pt x="10806" y="8911"/>
                </a:cubicBezTo>
                <a:cubicBezTo>
                  <a:pt x="12092" y="10128"/>
                  <a:pt x="12734" y="11770"/>
                  <a:pt x="12734" y="13847"/>
                </a:cubicBezTo>
                <a:cubicBezTo>
                  <a:pt x="12734" y="15983"/>
                  <a:pt x="12075" y="17642"/>
                  <a:pt x="10756" y="18825"/>
                </a:cubicBezTo>
                <a:cubicBezTo>
                  <a:pt x="9437" y="20009"/>
                  <a:pt x="7578" y="20604"/>
                  <a:pt x="5180" y="20604"/>
                </a:cubicBezTo>
                <a:cubicBezTo>
                  <a:pt x="4353" y="20604"/>
                  <a:pt x="3511" y="20527"/>
                  <a:pt x="2653" y="20391"/>
                </a:cubicBezTo>
                <a:cubicBezTo>
                  <a:pt x="1798" y="20247"/>
                  <a:pt x="914" y="20034"/>
                  <a:pt x="0" y="19753"/>
                </a:cubicBezTo>
                <a:lnTo>
                  <a:pt x="0" y="17047"/>
                </a:lnTo>
                <a:cubicBezTo>
                  <a:pt x="790" y="17481"/>
                  <a:pt x="1607" y="17804"/>
                  <a:pt x="2451" y="18017"/>
                </a:cubicBezTo>
                <a:cubicBezTo>
                  <a:pt x="3294" y="18230"/>
                  <a:pt x="4186" y="18341"/>
                  <a:pt x="5125" y="18341"/>
                </a:cubicBezTo>
                <a:cubicBezTo>
                  <a:pt x="6647" y="18341"/>
                  <a:pt x="7849" y="17932"/>
                  <a:pt x="8735" y="17132"/>
                </a:cubicBezTo>
                <a:cubicBezTo>
                  <a:pt x="9624" y="16324"/>
                  <a:pt x="10068" y="15225"/>
                  <a:pt x="10068" y="13847"/>
                </a:cubicBezTo>
                <a:cubicBezTo>
                  <a:pt x="10068" y="12459"/>
                  <a:pt x="9624" y="11370"/>
                  <a:pt x="8735" y="10562"/>
                </a:cubicBezTo>
                <a:cubicBezTo>
                  <a:pt x="7849" y="9753"/>
                  <a:pt x="6647" y="9353"/>
                  <a:pt x="5125" y="9353"/>
                </a:cubicBezTo>
                <a:cubicBezTo>
                  <a:pt x="4414" y="9353"/>
                  <a:pt x="3703" y="9430"/>
                  <a:pt x="2995" y="9592"/>
                </a:cubicBezTo>
                <a:cubicBezTo>
                  <a:pt x="2289" y="9745"/>
                  <a:pt x="1568" y="10000"/>
                  <a:pt x="831" y="10332"/>
                </a:cubicBezTo>
                <a:lnTo>
                  <a:pt x="831" y="357"/>
                </a:lnTo>
                <a:close/>
                <a:moveTo>
                  <a:pt x="23671" y="2128"/>
                </a:moveTo>
                <a:cubicBezTo>
                  <a:pt x="22301" y="2128"/>
                  <a:pt x="21271" y="2809"/>
                  <a:pt x="20579" y="4170"/>
                </a:cubicBezTo>
                <a:cubicBezTo>
                  <a:pt x="19890" y="5532"/>
                  <a:pt x="19546" y="7575"/>
                  <a:pt x="19546" y="10306"/>
                </a:cubicBezTo>
                <a:cubicBezTo>
                  <a:pt x="19546" y="13030"/>
                  <a:pt x="19890" y="15072"/>
                  <a:pt x="20579" y="16434"/>
                </a:cubicBezTo>
                <a:cubicBezTo>
                  <a:pt x="21271" y="17796"/>
                  <a:pt x="22301" y="18477"/>
                  <a:pt x="23671" y="18477"/>
                </a:cubicBezTo>
                <a:cubicBezTo>
                  <a:pt x="25051" y="18477"/>
                  <a:pt x="26086" y="17796"/>
                  <a:pt x="26775" y="16434"/>
                </a:cubicBezTo>
                <a:cubicBezTo>
                  <a:pt x="27467" y="15072"/>
                  <a:pt x="27813" y="13030"/>
                  <a:pt x="27813" y="10306"/>
                </a:cubicBezTo>
                <a:cubicBezTo>
                  <a:pt x="27813" y="7575"/>
                  <a:pt x="27467" y="5532"/>
                  <a:pt x="26775" y="4170"/>
                </a:cubicBezTo>
                <a:cubicBezTo>
                  <a:pt x="26086" y="2809"/>
                  <a:pt x="25051" y="2128"/>
                  <a:pt x="23671" y="2128"/>
                </a:cubicBezTo>
                <a:close/>
                <a:moveTo>
                  <a:pt x="23671" y="0"/>
                </a:moveTo>
                <a:cubicBezTo>
                  <a:pt x="25878" y="0"/>
                  <a:pt x="27564" y="885"/>
                  <a:pt x="28728" y="2647"/>
                </a:cubicBezTo>
                <a:cubicBezTo>
                  <a:pt x="29892" y="4400"/>
                  <a:pt x="30474" y="6962"/>
                  <a:pt x="30474" y="10306"/>
                </a:cubicBezTo>
                <a:cubicBezTo>
                  <a:pt x="30474" y="13651"/>
                  <a:pt x="29892" y="16204"/>
                  <a:pt x="28728" y="17966"/>
                </a:cubicBezTo>
                <a:cubicBezTo>
                  <a:pt x="27564" y="19719"/>
                  <a:pt x="25878" y="20604"/>
                  <a:pt x="23671" y="20604"/>
                </a:cubicBezTo>
                <a:cubicBezTo>
                  <a:pt x="21466" y="20604"/>
                  <a:pt x="19782" y="19719"/>
                  <a:pt x="18618" y="17966"/>
                </a:cubicBezTo>
                <a:cubicBezTo>
                  <a:pt x="17454" y="16204"/>
                  <a:pt x="16872" y="13651"/>
                  <a:pt x="16872" y="10306"/>
                </a:cubicBezTo>
                <a:cubicBezTo>
                  <a:pt x="16872" y="6962"/>
                  <a:pt x="17454" y="4400"/>
                  <a:pt x="18618" y="2647"/>
                </a:cubicBezTo>
                <a:cubicBezTo>
                  <a:pt x="19782" y="885"/>
                  <a:pt x="21466" y="0"/>
                  <a:pt x="23671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8" name="Freeform 1387">
            <a:extLst>
              <a:ext uri="{FF2B5EF4-FFF2-40B4-BE49-F238E27FC236}">
                <a16:creationId xmlns:a16="http://schemas.microsoft.com/office/drawing/2014/main" id="{6193726B-BD7B-7850-C75D-85BB9B03CE76}"/>
              </a:ext>
            </a:extLst>
          </p:cNvPr>
          <p:cNvSpPr>
            <a:spLocks noGrp="1"/>
          </p:cNvSpPr>
          <p:nvPr/>
        </p:nvSpPr>
        <p:spPr>
          <a:xfrm>
            <a:off x="5022971" y="2888724"/>
            <a:ext cx="429381" cy="414267"/>
          </a:xfrm>
          <a:custGeom>
            <a:avLst/>
            <a:gdLst>
              <a:gd name="connsiteX0" fmla="*/ 164654 w 329308"/>
              <a:gd name="connsiteY0" fmla="*/ 0 h 332228"/>
              <a:gd name="connsiteX1" fmla="*/ 227665 w 329308"/>
              <a:gd name="connsiteY1" fmla="*/ 12646 h 332228"/>
              <a:gd name="connsiteX2" fmla="*/ 281083 w 329308"/>
              <a:gd name="connsiteY2" fmla="*/ 48655 h 332228"/>
              <a:gd name="connsiteX3" fmla="*/ 316775 w 329308"/>
              <a:gd name="connsiteY3" fmla="*/ 102544 h 332228"/>
              <a:gd name="connsiteX4" fmla="*/ 329309 w 329308"/>
              <a:gd name="connsiteY4" fmla="*/ 166118 h 332228"/>
              <a:gd name="connsiteX5" fmla="*/ 316775 w 329308"/>
              <a:gd name="connsiteY5" fmla="*/ 229684 h 332228"/>
              <a:gd name="connsiteX6" fmla="*/ 281083 w 329308"/>
              <a:gd name="connsiteY6" fmla="*/ 283573 h 332228"/>
              <a:gd name="connsiteX7" fmla="*/ 227665 w 329308"/>
              <a:gd name="connsiteY7" fmla="*/ 319591 h 332228"/>
              <a:gd name="connsiteX8" fmla="*/ 164654 w 329308"/>
              <a:gd name="connsiteY8" fmla="*/ 332229 h 332228"/>
              <a:gd name="connsiteX9" fmla="*/ 101643 w 329308"/>
              <a:gd name="connsiteY9" fmla="*/ 319591 h 332228"/>
              <a:gd name="connsiteX10" fmla="*/ 48226 w 329308"/>
              <a:gd name="connsiteY10" fmla="*/ 283573 h 332228"/>
              <a:gd name="connsiteX11" fmla="*/ 12533 w 329308"/>
              <a:gd name="connsiteY11" fmla="*/ 229684 h 332228"/>
              <a:gd name="connsiteX12" fmla="*/ 0 w 329308"/>
              <a:gd name="connsiteY12" fmla="*/ 166118 h 332228"/>
              <a:gd name="connsiteX13" fmla="*/ 12533 w 329308"/>
              <a:gd name="connsiteY13" fmla="*/ 102544 h 332228"/>
              <a:gd name="connsiteX14" fmla="*/ 48226 w 329308"/>
              <a:gd name="connsiteY14" fmla="*/ 48655 h 332228"/>
              <a:gd name="connsiteX15" fmla="*/ 101643 w 329308"/>
              <a:gd name="connsiteY15" fmla="*/ 12646 h 332228"/>
              <a:gd name="connsiteX16" fmla="*/ 164654 w 329308"/>
              <a:gd name="connsiteY16" fmla="*/ 0 h 332228"/>
            </a:gdLst>
            <a:ahLst/>
            <a:cxnLst/>
            <a:rect l="l" t="t" r="r" b="b"/>
            <a:pathLst>
              <a:path w="329308" h="332228">
                <a:moveTo>
                  <a:pt x="164654" y="0"/>
                </a:moveTo>
                <a:cubicBezTo>
                  <a:pt x="186277" y="0"/>
                  <a:pt x="207689" y="4297"/>
                  <a:pt x="227665" y="12646"/>
                </a:cubicBezTo>
                <a:cubicBezTo>
                  <a:pt x="247641" y="20996"/>
                  <a:pt x="265794" y="33234"/>
                  <a:pt x="281083" y="48655"/>
                </a:cubicBezTo>
                <a:cubicBezTo>
                  <a:pt x="296372" y="64076"/>
                  <a:pt x="308501" y="82391"/>
                  <a:pt x="316775" y="102544"/>
                </a:cubicBezTo>
                <a:cubicBezTo>
                  <a:pt x="325050" y="122697"/>
                  <a:pt x="329309" y="144306"/>
                  <a:pt x="329309" y="166118"/>
                </a:cubicBezTo>
                <a:cubicBezTo>
                  <a:pt x="329309" y="187931"/>
                  <a:pt x="325050" y="209531"/>
                  <a:pt x="316775" y="229684"/>
                </a:cubicBezTo>
                <a:cubicBezTo>
                  <a:pt x="308501" y="249837"/>
                  <a:pt x="296372" y="268152"/>
                  <a:pt x="281083" y="283573"/>
                </a:cubicBezTo>
                <a:cubicBezTo>
                  <a:pt x="265794" y="299003"/>
                  <a:pt x="247641" y="311241"/>
                  <a:pt x="227665" y="319591"/>
                </a:cubicBezTo>
                <a:cubicBezTo>
                  <a:pt x="207689" y="327931"/>
                  <a:pt x="186277" y="332229"/>
                  <a:pt x="164654" y="332229"/>
                </a:cubicBezTo>
                <a:cubicBezTo>
                  <a:pt x="143032" y="332229"/>
                  <a:pt x="121620" y="327931"/>
                  <a:pt x="101643" y="319591"/>
                </a:cubicBezTo>
                <a:cubicBezTo>
                  <a:pt x="81668" y="311241"/>
                  <a:pt x="63515" y="299003"/>
                  <a:pt x="48226" y="283573"/>
                </a:cubicBezTo>
                <a:cubicBezTo>
                  <a:pt x="32937" y="268152"/>
                  <a:pt x="20808" y="249837"/>
                  <a:pt x="12533" y="229684"/>
                </a:cubicBezTo>
                <a:cubicBezTo>
                  <a:pt x="4259" y="209531"/>
                  <a:pt x="0" y="187931"/>
                  <a:pt x="0" y="166118"/>
                </a:cubicBezTo>
                <a:cubicBezTo>
                  <a:pt x="0" y="144306"/>
                  <a:pt x="4259" y="122697"/>
                  <a:pt x="12533" y="102544"/>
                </a:cubicBezTo>
                <a:cubicBezTo>
                  <a:pt x="20808" y="82391"/>
                  <a:pt x="32937" y="64076"/>
                  <a:pt x="48226" y="48655"/>
                </a:cubicBezTo>
                <a:cubicBezTo>
                  <a:pt x="63515" y="33234"/>
                  <a:pt x="81668" y="20996"/>
                  <a:pt x="101643" y="12646"/>
                </a:cubicBezTo>
                <a:cubicBezTo>
                  <a:pt x="121620" y="4297"/>
                  <a:pt x="143032" y="0"/>
                  <a:pt x="164654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89" name="Freeform 1388">
            <a:extLst>
              <a:ext uri="{FF2B5EF4-FFF2-40B4-BE49-F238E27FC236}">
                <a16:creationId xmlns:a16="http://schemas.microsoft.com/office/drawing/2014/main" id="{94B4ADC9-9CF9-AC8A-117D-734DB063B528}"/>
              </a:ext>
            </a:extLst>
          </p:cNvPr>
          <p:cNvSpPr>
            <a:spLocks noGrp="1"/>
          </p:cNvSpPr>
          <p:nvPr/>
        </p:nvSpPr>
        <p:spPr>
          <a:xfrm>
            <a:off x="5319817" y="2872536"/>
            <a:ext cx="60978" cy="25680"/>
          </a:xfrm>
          <a:custGeom>
            <a:avLst/>
            <a:gdLst>
              <a:gd name="connsiteX0" fmla="*/ 384 w 46767"/>
              <a:gd name="connsiteY0" fmla="*/ 17949 h 20595"/>
              <a:gd name="connsiteX1" fmla="*/ 4733 w 46767"/>
              <a:gd name="connsiteY1" fmla="*/ 17949 h 20595"/>
              <a:gd name="connsiteX2" fmla="*/ 4733 w 46767"/>
              <a:gd name="connsiteY2" fmla="*/ 2800 h 20595"/>
              <a:gd name="connsiteX3" fmla="*/ 0 w 46767"/>
              <a:gd name="connsiteY3" fmla="*/ 3762 h 20595"/>
              <a:gd name="connsiteX4" fmla="*/ 0 w 46767"/>
              <a:gd name="connsiteY4" fmla="*/ 1311 h 20595"/>
              <a:gd name="connsiteX5" fmla="*/ 4707 w 46767"/>
              <a:gd name="connsiteY5" fmla="*/ 357 h 20595"/>
              <a:gd name="connsiteX6" fmla="*/ 7369 w 46767"/>
              <a:gd name="connsiteY6" fmla="*/ 357 h 20595"/>
              <a:gd name="connsiteX7" fmla="*/ 7369 w 46767"/>
              <a:gd name="connsiteY7" fmla="*/ 17949 h 20595"/>
              <a:gd name="connsiteX8" fmla="*/ 11717 w 46767"/>
              <a:gd name="connsiteY8" fmla="*/ 17949 h 20595"/>
              <a:gd name="connsiteX9" fmla="*/ 11717 w 46767"/>
              <a:gd name="connsiteY9" fmla="*/ 20213 h 20595"/>
              <a:gd name="connsiteX10" fmla="*/ 384 w 46767"/>
              <a:gd name="connsiteY10" fmla="*/ 20213 h 20595"/>
              <a:gd name="connsiteX11" fmla="*/ 384 w 46767"/>
              <a:gd name="connsiteY11" fmla="*/ 17949 h 20595"/>
              <a:gd name="connsiteX12" fmla="*/ 22789 w 46767"/>
              <a:gd name="connsiteY12" fmla="*/ 2128 h 20595"/>
              <a:gd name="connsiteX13" fmla="*/ 19698 w 46767"/>
              <a:gd name="connsiteY13" fmla="*/ 4170 h 20595"/>
              <a:gd name="connsiteX14" fmla="*/ 18664 w 46767"/>
              <a:gd name="connsiteY14" fmla="*/ 10306 h 20595"/>
              <a:gd name="connsiteX15" fmla="*/ 19698 w 46767"/>
              <a:gd name="connsiteY15" fmla="*/ 16425 h 20595"/>
              <a:gd name="connsiteX16" fmla="*/ 22789 w 46767"/>
              <a:gd name="connsiteY16" fmla="*/ 18468 h 20595"/>
              <a:gd name="connsiteX17" fmla="*/ 25894 w 46767"/>
              <a:gd name="connsiteY17" fmla="*/ 16425 h 20595"/>
              <a:gd name="connsiteX18" fmla="*/ 26931 w 46767"/>
              <a:gd name="connsiteY18" fmla="*/ 10306 h 20595"/>
              <a:gd name="connsiteX19" fmla="*/ 25894 w 46767"/>
              <a:gd name="connsiteY19" fmla="*/ 4170 h 20595"/>
              <a:gd name="connsiteX20" fmla="*/ 22789 w 46767"/>
              <a:gd name="connsiteY20" fmla="*/ 2128 h 20595"/>
              <a:gd name="connsiteX21" fmla="*/ 22789 w 46767"/>
              <a:gd name="connsiteY21" fmla="*/ 0 h 20595"/>
              <a:gd name="connsiteX22" fmla="*/ 27847 w 46767"/>
              <a:gd name="connsiteY22" fmla="*/ 2638 h 20595"/>
              <a:gd name="connsiteX23" fmla="*/ 29593 w 46767"/>
              <a:gd name="connsiteY23" fmla="*/ 10306 h 20595"/>
              <a:gd name="connsiteX24" fmla="*/ 27847 w 46767"/>
              <a:gd name="connsiteY24" fmla="*/ 17957 h 20595"/>
              <a:gd name="connsiteX25" fmla="*/ 22789 w 46767"/>
              <a:gd name="connsiteY25" fmla="*/ 20596 h 20595"/>
              <a:gd name="connsiteX26" fmla="*/ 17736 w 46767"/>
              <a:gd name="connsiteY26" fmla="*/ 17957 h 20595"/>
              <a:gd name="connsiteX27" fmla="*/ 15990 w 46767"/>
              <a:gd name="connsiteY27" fmla="*/ 10306 h 20595"/>
              <a:gd name="connsiteX28" fmla="*/ 17736 w 46767"/>
              <a:gd name="connsiteY28" fmla="*/ 2638 h 20595"/>
              <a:gd name="connsiteX29" fmla="*/ 22789 w 46767"/>
              <a:gd name="connsiteY29" fmla="*/ 0 h 20595"/>
              <a:gd name="connsiteX30" fmla="*/ 39964 w 46767"/>
              <a:gd name="connsiteY30" fmla="*/ 2128 h 20595"/>
              <a:gd name="connsiteX31" fmla="*/ 36872 w 46767"/>
              <a:gd name="connsiteY31" fmla="*/ 4170 h 20595"/>
              <a:gd name="connsiteX32" fmla="*/ 35839 w 46767"/>
              <a:gd name="connsiteY32" fmla="*/ 10306 h 20595"/>
              <a:gd name="connsiteX33" fmla="*/ 36872 w 46767"/>
              <a:gd name="connsiteY33" fmla="*/ 16425 h 20595"/>
              <a:gd name="connsiteX34" fmla="*/ 39964 w 46767"/>
              <a:gd name="connsiteY34" fmla="*/ 18468 h 20595"/>
              <a:gd name="connsiteX35" fmla="*/ 43068 w 46767"/>
              <a:gd name="connsiteY35" fmla="*/ 16425 h 20595"/>
              <a:gd name="connsiteX36" fmla="*/ 44106 w 46767"/>
              <a:gd name="connsiteY36" fmla="*/ 10306 h 20595"/>
              <a:gd name="connsiteX37" fmla="*/ 43068 w 46767"/>
              <a:gd name="connsiteY37" fmla="*/ 4170 h 20595"/>
              <a:gd name="connsiteX38" fmla="*/ 39964 w 46767"/>
              <a:gd name="connsiteY38" fmla="*/ 2128 h 20595"/>
              <a:gd name="connsiteX39" fmla="*/ 39964 w 46767"/>
              <a:gd name="connsiteY39" fmla="*/ 0 h 20595"/>
              <a:gd name="connsiteX40" fmla="*/ 45021 w 46767"/>
              <a:gd name="connsiteY40" fmla="*/ 2638 h 20595"/>
              <a:gd name="connsiteX41" fmla="*/ 46767 w 46767"/>
              <a:gd name="connsiteY41" fmla="*/ 10306 h 20595"/>
              <a:gd name="connsiteX42" fmla="*/ 45021 w 46767"/>
              <a:gd name="connsiteY42" fmla="*/ 17957 h 20595"/>
              <a:gd name="connsiteX43" fmla="*/ 39964 w 46767"/>
              <a:gd name="connsiteY43" fmla="*/ 20596 h 20595"/>
              <a:gd name="connsiteX44" fmla="*/ 34911 w 46767"/>
              <a:gd name="connsiteY44" fmla="*/ 17957 h 20595"/>
              <a:gd name="connsiteX45" fmla="*/ 33164 w 46767"/>
              <a:gd name="connsiteY45" fmla="*/ 10306 h 20595"/>
              <a:gd name="connsiteX46" fmla="*/ 34911 w 46767"/>
              <a:gd name="connsiteY46" fmla="*/ 2638 h 20595"/>
              <a:gd name="connsiteX47" fmla="*/ 39964 w 46767"/>
              <a:gd name="connsiteY47" fmla="*/ 0 h 20595"/>
            </a:gdLst>
            <a:ahLst/>
            <a:cxnLst/>
            <a:rect l="l" t="t" r="r" b="b"/>
            <a:pathLst>
              <a:path w="46767" h="20595">
                <a:moveTo>
                  <a:pt x="384" y="17949"/>
                </a:moveTo>
                <a:lnTo>
                  <a:pt x="4733" y="17949"/>
                </a:lnTo>
                <a:lnTo>
                  <a:pt x="4733" y="2800"/>
                </a:lnTo>
                <a:lnTo>
                  <a:pt x="0" y="3762"/>
                </a:lnTo>
                <a:lnTo>
                  <a:pt x="0" y="1311"/>
                </a:lnTo>
                <a:lnTo>
                  <a:pt x="4707" y="357"/>
                </a:lnTo>
                <a:lnTo>
                  <a:pt x="7369" y="357"/>
                </a:lnTo>
                <a:lnTo>
                  <a:pt x="7369" y="17949"/>
                </a:lnTo>
                <a:lnTo>
                  <a:pt x="11717" y="17949"/>
                </a:lnTo>
                <a:lnTo>
                  <a:pt x="11717" y="20213"/>
                </a:lnTo>
                <a:lnTo>
                  <a:pt x="384" y="20213"/>
                </a:lnTo>
                <a:lnTo>
                  <a:pt x="384" y="17949"/>
                </a:lnTo>
                <a:close/>
                <a:moveTo>
                  <a:pt x="22789" y="2128"/>
                </a:moveTo>
                <a:cubicBezTo>
                  <a:pt x="21420" y="2128"/>
                  <a:pt x="20389" y="2809"/>
                  <a:pt x="19698" y="4170"/>
                </a:cubicBezTo>
                <a:cubicBezTo>
                  <a:pt x="19008" y="5523"/>
                  <a:pt x="18664" y="7575"/>
                  <a:pt x="18664" y="10306"/>
                </a:cubicBezTo>
                <a:cubicBezTo>
                  <a:pt x="18664" y="13021"/>
                  <a:pt x="19008" y="15064"/>
                  <a:pt x="19698" y="16425"/>
                </a:cubicBezTo>
                <a:cubicBezTo>
                  <a:pt x="20389" y="17787"/>
                  <a:pt x="21420" y="18468"/>
                  <a:pt x="22789" y="18468"/>
                </a:cubicBezTo>
                <a:cubicBezTo>
                  <a:pt x="24169" y="18468"/>
                  <a:pt x="25204" y="17787"/>
                  <a:pt x="25894" y="16425"/>
                </a:cubicBezTo>
                <a:cubicBezTo>
                  <a:pt x="26585" y="15064"/>
                  <a:pt x="26931" y="13021"/>
                  <a:pt x="26931" y="10306"/>
                </a:cubicBezTo>
                <a:cubicBezTo>
                  <a:pt x="26931" y="7575"/>
                  <a:pt x="26585" y="5523"/>
                  <a:pt x="25894" y="4170"/>
                </a:cubicBezTo>
                <a:cubicBezTo>
                  <a:pt x="25204" y="2809"/>
                  <a:pt x="24169" y="2128"/>
                  <a:pt x="22789" y="2128"/>
                </a:cubicBezTo>
                <a:close/>
                <a:moveTo>
                  <a:pt x="22789" y="0"/>
                </a:moveTo>
                <a:cubicBezTo>
                  <a:pt x="24996" y="0"/>
                  <a:pt x="26682" y="876"/>
                  <a:pt x="27847" y="2638"/>
                </a:cubicBezTo>
                <a:cubicBezTo>
                  <a:pt x="29011" y="4400"/>
                  <a:pt x="29593" y="6953"/>
                  <a:pt x="29593" y="10306"/>
                </a:cubicBezTo>
                <a:cubicBezTo>
                  <a:pt x="29593" y="13642"/>
                  <a:pt x="29011" y="16196"/>
                  <a:pt x="27847" y="17957"/>
                </a:cubicBezTo>
                <a:cubicBezTo>
                  <a:pt x="26682" y="19719"/>
                  <a:pt x="24996" y="20596"/>
                  <a:pt x="22789" y="20596"/>
                </a:cubicBezTo>
                <a:cubicBezTo>
                  <a:pt x="20585" y="20596"/>
                  <a:pt x="18900" y="19719"/>
                  <a:pt x="17736" y="17957"/>
                </a:cubicBezTo>
                <a:cubicBezTo>
                  <a:pt x="16572" y="16196"/>
                  <a:pt x="15990" y="13642"/>
                  <a:pt x="15990" y="10306"/>
                </a:cubicBezTo>
                <a:cubicBezTo>
                  <a:pt x="15990" y="6953"/>
                  <a:pt x="16572" y="4400"/>
                  <a:pt x="17736" y="2638"/>
                </a:cubicBezTo>
                <a:cubicBezTo>
                  <a:pt x="18900" y="876"/>
                  <a:pt x="20585" y="0"/>
                  <a:pt x="22789" y="0"/>
                </a:cubicBezTo>
                <a:close/>
                <a:moveTo>
                  <a:pt x="39964" y="2128"/>
                </a:moveTo>
                <a:cubicBezTo>
                  <a:pt x="38595" y="2128"/>
                  <a:pt x="37564" y="2809"/>
                  <a:pt x="36872" y="4170"/>
                </a:cubicBezTo>
                <a:cubicBezTo>
                  <a:pt x="36184" y="5523"/>
                  <a:pt x="35839" y="7575"/>
                  <a:pt x="35839" y="10306"/>
                </a:cubicBezTo>
                <a:cubicBezTo>
                  <a:pt x="35839" y="13021"/>
                  <a:pt x="36183" y="15064"/>
                  <a:pt x="36872" y="16425"/>
                </a:cubicBezTo>
                <a:cubicBezTo>
                  <a:pt x="37564" y="17787"/>
                  <a:pt x="38595" y="18468"/>
                  <a:pt x="39964" y="18468"/>
                </a:cubicBezTo>
                <a:cubicBezTo>
                  <a:pt x="41345" y="18468"/>
                  <a:pt x="42380" y="17787"/>
                  <a:pt x="43068" y="16425"/>
                </a:cubicBezTo>
                <a:cubicBezTo>
                  <a:pt x="43760" y="15064"/>
                  <a:pt x="44106" y="13021"/>
                  <a:pt x="44106" y="10306"/>
                </a:cubicBezTo>
                <a:cubicBezTo>
                  <a:pt x="44106" y="7575"/>
                  <a:pt x="43760" y="5523"/>
                  <a:pt x="43068" y="4170"/>
                </a:cubicBezTo>
                <a:cubicBezTo>
                  <a:pt x="42380" y="2809"/>
                  <a:pt x="41345" y="2128"/>
                  <a:pt x="39964" y="2128"/>
                </a:cubicBezTo>
                <a:close/>
                <a:moveTo>
                  <a:pt x="39964" y="0"/>
                </a:moveTo>
                <a:cubicBezTo>
                  <a:pt x="42171" y="0"/>
                  <a:pt x="43857" y="876"/>
                  <a:pt x="45021" y="2638"/>
                </a:cubicBezTo>
                <a:cubicBezTo>
                  <a:pt x="46185" y="4400"/>
                  <a:pt x="46767" y="6953"/>
                  <a:pt x="46767" y="10306"/>
                </a:cubicBezTo>
                <a:cubicBezTo>
                  <a:pt x="46767" y="13642"/>
                  <a:pt x="46185" y="16196"/>
                  <a:pt x="45021" y="17957"/>
                </a:cubicBezTo>
                <a:cubicBezTo>
                  <a:pt x="43857" y="19719"/>
                  <a:pt x="42171" y="20596"/>
                  <a:pt x="39964" y="20596"/>
                </a:cubicBezTo>
                <a:cubicBezTo>
                  <a:pt x="37759" y="20596"/>
                  <a:pt x="36075" y="19719"/>
                  <a:pt x="34911" y="17957"/>
                </a:cubicBezTo>
                <a:cubicBezTo>
                  <a:pt x="33747" y="16196"/>
                  <a:pt x="33164" y="13642"/>
                  <a:pt x="33164" y="10306"/>
                </a:cubicBezTo>
                <a:cubicBezTo>
                  <a:pt x="33164" y="6953"/>
                  <a:pt x="33747" y="4400"/>
                  <a:pt x="34911" y="2638"/>
                </a:cubicBezTo>
                <a:cubicBezTo>
                  <a:pt x="36075" y="876"/>
                  <a:pt x="37759" y="0"/>
                  <a:pt x="39964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0" name="Freeform 1389">
            <a:extLst>
              <a:ext uri="{FF2B5EF4-FFF2-40B4-BE49-F238E27FC236}">
                <a16:creationId xmlns:a16="http://schemas.microsoft.com/office/drawing/2014/main" id="{E1D851C1-EBC9-1C73-39ED-CA94018DEF4D}"/>
              </a:ext>
            </a:extLst>
          </p:cNvPr>
          <p:cNvSpPr>
            <a:spLocks noGrp="1"/>
          </p:cNvSpPr>
          <p:nvPr/>
        </p:nvSpPr>
        <p:spPr>
          <a:xfrm>
            <a:off x="5078394" y="2907370"/>
            <a:ext cx="274098" cy="340979"/>
          </a:xfrm>
          <a:custGeom>
            <a:avLst/>
            <a:gdLst>
              <a:gd name="connsiteX0" fmla="*/ 122145 w 210216"/>
              <a:gd name="connsiteY0" fmla="*/ 0 h 273454"/>
              <a:gd name="connsiteX1" fmla="*/ 205140 w 210216"/>
              <a:gd name="connsiteY1" fmla="*/ 123957 h 273454"/>
              <a:gd name="connsiteX2" fmla="*/ 210216 w 210216"/>
              <a:gd name="connsiteY2" fmla="*/ 273455 h 273454"/>
              <a:gd name="connsiteX3" fmla="*/ 41816 w 210216"/>
              <a:gd name="connsiteY3" fmla="*/ 262706 h 273454"/>
              <a:gd name="connsiteX4" fmla="*/ 0 w 210216"/>
              <a:gd name="connsiteY4" fmla="*/ 111123 h 273454"/>
              <a:gd name="connsiteX5" fmla="*/ 122145 w 210216"/>
              <a:gd name="connsiteY5" fmla="*/ 0 h 273454"/>
            </a:gdLst>
            <a:ahLst/>
            <a:cxnLst/>
            <a:rect l="l" t="t" r="r" b="b"/>
            <a:pathLst>
              <a:path w="210216" h="273454">
                <a:moveTo>
                  <a:pt x="122145" y="0"/>
                </a:moveTo>
                <a:lnTo>
                  <a:pt x="205140" y="123957"/>
                </a:lnTo>
                <a:lnTo>
                  <a:pt x="210216" y="273455"/>
                </a:lnTo>
                <a:lnTo>
                  <a:pt x="41816" y="262706"/>
                </a:lnTo>
                <a:lnTo>
                  <a:pt x="0" y="111123"/>
                </a:lnTo>
                <a:lnTo>
                  <a:pt x="122145" y="0"/>
                </a:lnTo>
              </a:path>
            </a:pathLst>
          </a:custGeom>
          <a:noFill/>
          <a:ln w="8422">
            <a:solidFill>
              <a:srgbClr val="2E7D3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1" name="Freeform 1390">
            <a:extLst>
              <a:ext uri="{FF2B5EF4-FFF2-40B4-BE49-F238E27FC236}">
                <a16:creationId xmlns:a16="http://schemas.microsoft.com/office/drawing/2014/main" id="{23D5B76A-873D-4D57-366C-3C29AD28797F}"/>
              </a:ext>
            </a:extLst>
          </p:cNvPr>
          <p:cNvSpPr>
            <a:spLocks noGrp="1"/>
          </p:cNvSpPr>
          <p:nvPr/>
        </p:nvSpPr>
        <p:spPr>
          <a:xfrm>
            <a:off x="5022971" y="2888724"/>
            <a:ext cx="429381" cy="414267"/>
          </a:xfrm>
          <a:custGeom>
            <a:avLst/>
            <a:gdLst>
              <a:gd name="connsiteX0" fmla="*/ 164654 w 329308"/>
              <a:gd name="connsiteY0" fmla="*/ 0 h 332228"/>
              <a:gd name="connsiteX1" fmla="*/ 101643 w 329308"/>
              <a:gd name="connsiteY1" fmla="*/ 12646 h 332228"/>
              <a:gd name="connsiteX2" fmla="*/ 48226 w 329308"/>
              <a:gd name="connsiteY2" fmla="*/ 48655 h 332228"/>
              <a:gd name="connsiteX3" fmla="*/ 12533 w 329308"/>
              <a:gd name="connsiteY3" fmla="*/ 102544 h 332228"/>
              <a:gd name="connsiteX4" fmla="*/ 0 w 329308"/>
              <a:gd name="connsiteY4" fmla="*/ 166118 h 332228"/>
              <a:gd name="connsiteX5" fmla="*/ 12533 w 329308"/>
              <a:gd name="connsiteY5" fmla="*/ 229684 h 332228"/>
              <a:gd name="connsiteX6" fmla="*/ 48226 w 329308"/>
              <a:gd name="connsiteY6" fmla="*/ 283573 h 332228"/>
              <a:gd name="connsiteX7" fmla="*/ 101643 w 329308"/>
              <a:gd name="connsiteY7" fmla="*/ 319591 h 332228"/>
              <a:gd name="connsiteX8" fmla="*/ 164654 w 329308"/>
              <a:gd name="connsiteY8" fmla="*/ 332229 h 332228"/>
              <a:gd name="connsiteX9" fmla="*/ 227665 w 329308"/>
              <a:gd name="connsiteY9" fmla="*/ 319591 h 332228"/>
              <a:gd name="connsiteX10" fmla="*/ 281083 w 329308"/>
              <a:gd name="connsiteY10" fmla="*/ 283573 h 332228"/>
              <a:gd name="connsiteX11" fmla="*/ 316775 w 329308"/>
              <a:gd name="connsiteY11" fmla="*/ 229684 h 332228"/>
              <a:gd name="connsiteX12" fmla="*/ 329309 w 329308"/>
              <a:gd name="connsiteY12" fmla="*/ 166118 h 332228"/>
              <a:gd name="connsiteX13" fmla="*/ 316775 w 329308"/>
              <a:gd name="connsiteY13" fmla="*/ 102544 h 332228"/>
              <a:gd name="connsiteX14" fmla="*/ 281083 w 329308"/>
              <a:gd name="connsiteY14" fmla="*/ 48655 h 332228"/>
              <a:gd name="connsiteX15" fmla="*/ 227665 w 329308"/>
              <a:gd name="connsiteY15" fmla="*/ 12646 h 332228"/>
              <a:gd name="connsiteX16" fmla="*/ 164654 w 329308"/>
              <a:gd name="connsiteY16" fmla="*/ 0 h 332228"/>
            </a:gdLst>
            <a:ahLst/>
            <a:cxnLst/>
            <a:rect l="l" t="t" r="r" b="b"/>
            <a:pathLst>
              <a:path w="329308" h="332228">
                <a:moveTo>
                  <a:pt x="164654" y="0"/>
                </a:moveTo>
                <a:cubicBezTo>
                  <a:pt x="143032" y="0"/>
                  <a:pt x="121620" y="4297"/>
                  <a:pt x="101643" y="12646"/>
                </a:cubicBezTo>
                <a:cubicBezTo>
                  <a:pt x="81668" y="20996"/>
                  <a:pt x="63515" y="33234"/>
                  <a:pt x="48226" y="48655"/>
                </a:cubicBezTo>
                <a:cubicBezTo>
                  <a:pt x="32937" y="64076"/>
                  <a:pt x="20808" y="82391"/>
                  <a:pt x="12533" y="102544"/>
                </a:cubicBezTo>
                <a:cubicBezTo>
                  <a:pt x="4259" y="122697"/>
                  <a:pt x="0" y="144306"/>
                  <a:pt x="0" y="166118"/>
                </a:cubicBezTo>
                <a:cubicBezTo>
                  <a:pt x="0" y="187931"/>
                  <a:pt x="4259" y="209531"/>
                  <a:pt x="12533" y="229684"/>
                </a:cubicBezTo>
                <a:cubicBezTo>
                  <a:pt x="20808" y="249837"/>
                  <a:pt x="32937" y="268152"/>
                  <a:pt x="48226" y="283573"/>
                </a:cubicBezTo>
                <a:cubicBezTo>
                  <a:pt x="63515" y="299003"/>
                  <a:pt x="81668" y="311241"/>
                  <a:pt x="101643" y="319591"/>
                </a:cubicBezTo>
                <a:cubicBezTo>
                  <a:pt x="121620" y="327931"/>
                  <a:pt x="143032" y="332229"/>
                  <a:pt x="164654" y="332229"/>
                </a:cubicBezTo>
                <a:cubicBezTo>
                  <a:pt x="186277" y="332229"/>
                  <a:pt x="207689" y="327931"/>
                  <a:pt x="227665" y="319591"/>
                </a:cubicBezTo>
                <a:cubicBezTo>
                  <a:pt x="247641" y="311241"/>
                  <a:pt x="265794" y="299003"/>
                  <a:pt x="281083" y="283573"/>
                </a:cubicBezTo>
                <a:cubicBezTo>
                  <a:pt x="296372" y="268152"/>
                  <a:pt x="308501" y="249837"/>
                  <a:pt x="316775" y="229684"/>
                </a:cubicBezTo>
                <a:cubicBezTo>
                  <a:pt x="325050" y="209531"/>
                  <a:pt x="329309" y="187931"/>
                  <a:pt x="329309" y="166118"/>
                </a:cubicBezTo>
                <a:cubicBezTo>
                  <a:pt x="329309" y="144306"/>
                  <a:pt x="325050" y="122697"/>
                  <a:pt x="316775" y="102544"/>
                </a:cubicBezTo>
                <a:cubicBezTo>
                  <a:pt x="308501" y="82391"/>
                  <a:pt x="296372" y="64076"/>
                  <a:pt x="281083" y="48655"/>
                </a:cubicBezTo>
                <a:cubicBezTo>
                  <a:pt x="265794" y="33234"/>
                  <a:pt x="247641" y="20996"/>
                  <a:pt x="227665" y="12646"/>
                </a:cubicBezTo>
                <a:cubicBezTo>
                  <a:pt x="207689" y="4297"/>
                  <a:pt x="186277" y="0"/>
                  <a:pt x="164654" y="0"/>
                </a:cubicBezTo>
              </a:path>
            </a:pathLst>
          </a:custGeom>
          <a:noFill/>
          <a:ln w="6316">
            <a:solidFill>
              <a:srgbClr val="BDBDB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2" name="Freeform 1391">
            <a:extLst>
              <a:ext uri="{FF2B5EF4-FFF2-40B4-BE49-F238E27FC236}">
                <a16:creationId xmlns:a16="http://schemas.microsoft.com/office/drawing/2014/main" id="{72D145FC-90A5-AC96-38A9-3AC32ECC6C98}"/>
              </a:ext>
            </a:extLst>
          </p:cNvPr>
          <p:cNvSpPr>
            <a:spLocks noGrp="1"/>
          </p:cNvSpPr>
          <p:nvPr/>
        </p:nvSpPr>
        <p:spPr>
          <a:xfrm>
            <a:off x="5215072" y="2835132"/>
            <a:ext cx="45170" cy="27463"/>
          </a:xfrm>
          <a:custGeom>
            <a:avLst/>
            <a:gdLst>
              <a:gd name="connsiteX0" fmla="*/ 2953 w 34643"/>
              <a:gd name="connsiteY0" fmla="*/ 11507 h 22025"/>
              <a:gd name="connsiteX1" fmla="*/ 2953 w 34643"/>
              <a:gd name="connsiteY1" fmla="*/ 19575 h 22025"/>
              <a:gd name="connsiteX2" fmla="*/ 7693 w 34643"/>
              <a:gd name="connsiteY2" fmla="*/ 19575 h 22025"/>
              <a:gd name="connsiteX3" fmla="*/ 11221 w 34643"/>
              <a:gd name="connsiteY3" fmla="*/ 18579 h 22025"/>
              <a:gd name="connsiteX4" fmla="*/ 12372 w 34643"/>
              <a:gd name="connsiteY4" fmla="*/ 15532 h 22025"/>
              <a:gd name="connsiteX5" fmla="*/ 11221 w 34643"/>
              <a:gd name="connsiteY5" fmla="*/ 12485 h 22025"/>
              <a:gd name="connsiteX6" fmla="*/ 7693 w 34643"/>
              <a:gd name="connsiteY6" fmla="*/ 11507 h 22025"/>
              <a:gd name="connsiteX7" fmla="*/ 2953 w 34643"/>
              <a:gd name="connsiteY7" fmla="*/ 11507 h 22025"/>
              <a:gd name="connsiteX8" fmla="*/ 2953 w 34643"/>
              <a:gd name="connsiteY8" fmla="*/ 2451 h 22025"/>
              <a:gd name="connsiteX9" fmla="*/ 2953 w 34643"/>
              <a:gd name="connsiteY9" fmla="*/ 9081 h 22025"/>
              <a:gd name="connsiteX10" fmla="*/ 7328 w 34643"/>
              <a:gd name="connsiteY10" fmla="*/ 9081 h 22025"/>
              <a:gd name="connsiteX11" fmla="*/ 10547 w 34643"/>
              <a:gd name="connsiteY11" fmla="*/ 8264 h 22025"/>
              <a:gd name="connsiteX12" fmla="*/ 11609 w 34643"/>
              <a:gd name="connsiteY12" fmla="*/ 5762 h 22025"/>
              <a:gd name="connsiteX13" fmla="*/ 10547 w 34643"/>
              <a:gd name="connsiteY13" fmla="*/ 3277 h 22025"/>
              <a:gd name="connsiteX14" fmla="*/ 7328 w 34643"/>
              <a:gd name="connsiteY14" fmla="*/ 2451 h 22025"/>
              <a:gd name="connsiteX15" fmla="*/ 2953 w 34643"/>
              <a:gd name="connsiteY15" fmla="*/ 2451 h 22025"/>
              <a:gd name="connsiteX16" fmla="*/ 0 w 34643"/>
              <a:gd name="connsiteY16" fmla="*/ 0 h 22025"/>
              <a:gd name="connsiteX17" fmla="*/ 7548 w 34643"/>
              <a:gd name="connsiteY17" fmla="*/ 0 h 22025"/>
              <a:gd name="connsiteX18" fmla="*/ 12751 w 34643"/>
              <a:gd name="connsiteY18" fmla="*/ 1413 h 22025"/>
              <a:gd name="connsiteX19" fmla="*/ 14580 w 34643"/>
              <a:gd name="connsiteY19" fmla="*/ 5439 h 22025"/>
              <a:gd name="connsiteX20" fmla="*/ 13645 w 34643"/>
              <a:gd name="connsiteY20" fmla="*/ 8656 h 22025"/>
              <a:gd name="connsiteX21" fmla="*/ 10894 w 34643"/>
              <a:gd name="connsiteY21" fmla="*/ 10145 h 22025"/>
              <a:gd name="connsiteX22" fmla="*/ 14281 w 34643"/>
              <a:gd name="connsiteY22" fmla="*/ 12119 h 22025"/>
              <a:gd name="connsiteX23" fmla="*/ 15489 w 34643"/>
              <a:gd name="connsiteY23" fmla="*/ 15856 h 22025"/>
              <a:gd name="connsiteX24" fmla="*/ 13500 w 34643"/>
              <a:gd name="connsiteY24" fmla="*/ 20417 h 22025"/>
              <a:gd name="connsiteX25" fmla="*/ 7838 w 34643"/>
              <a:gd name="connsiteY25" fmla="*/ 22026 h 22025"/>
              <a:gd name="connsiteX26" fmla="*/ 0 w 34643"/>
              <a:gd name="connsiteY26" fmla="*/ 22026 h 22025"/>
              <a:gd name="connsiteX27" fmla="*/ 0 w 34643"/>
              <a:gd name="connsiteY27" fmla="*/ 0 h 22025"/>
              <a:gd name="connsiteX28" fmla="*/ 23498 w 34643"/>
              <a:gd name="connsiteY28" fmla="*/ 2451 h 22025"/>
              <a:gd name="connsiteX29" fmla="*/ 23498 w 34643"/>
              <a:gd name="connsiteY29" fmla="*/ 10723 h 22025"/>
              <a:gd name="connsiteX30" fmla="*/ 27213 w 34643"/>
              <a:gd name="connsiteY30" fmla="*/ 10723 h 22025"/>
              <a:gd name="connsiteX31" fmla="*/ 30399 w 34643"/>
              <a:gd name="connsiteY31" fmla="*/ 9642 h 22025"/>
              <a:gd name="connsiteX32" fmla="*/ 31527 w 34643"/>
              <a:gd name="connsiteY32" fmla="*/ 6579 h 22025"/>
              <a:gd name="connsiteX33" fmla="*/ 30399 w 34643"/>
              <a:gd name="connsiteY33" fmla="*/ 3523 h 22025"/>
              <a:gd name="connsiteX34" fmla="*/ 27213 w 34643"/>
              <a:gd name="connsiteY34" fmla="*/ 2451 h 22025"/>
              <a:gd name="connsiteX35" fmla="*/ 23498 w 34643"/>
              <a:gd name="connsiteY35" fmla="*/ 2451 h 22025"/>
              <a:gd name="connsiteX36" fmla="*/ 20545 w 34643"/>
              <a:gd name="connsiteY36" fmla="*/ 0 h 22025"/>
              <a:gd name="connsiteX37" fmla="*/ 27213 w 34643"/>
              <a:gd name="connsiteY37" fmla="*/ 0 h 22025"/>
              <a:gd name="connsiteX38" fmla="*/ 32763 w 34643"/>
              <a:gd name="connsiteY38" fmla="*/ 1677 h 22025"/>
              <a:gd name="connsiteX39" fmla="*/ 34643 w 34643"/>
              <a:gd name="connsiteY39" fmla="*/ 6579 h 22025"/>
              <a:gd name="connsiteX40" fmla="*/ 32763 w 34643"/>
              <a:gd name="connsiteY40" fmla="*/ 11507 h 22025"/>
              <a:gd name="connsiteX41" fmla="*/ 27213 w 34643"/>
              <a:gd name="connsiteY41" fmla="*/ 13175 h 22025"/>
              <a:gd name="connsiteX42" fmla="*/ 23498 w 34643"/>
              <a:gd name="connsiteY42" fmla="*/ 13175 h 22025"/>
              <a:gd name="connsiteX43" fmla="*/ 23498 w 34643"/>
              <a:gd name="connsiteY43" fmla="*/ 22026 h 22025"/>
              <a:gd name="connsiteX44" fmla="*/ 20545 w 34643"/>
              <a:gd name="connsiteY44" fmla="*/ 22026 h 22025"/>
              <a:gd name="connsiteX45" fmla="*/ 20545 w 34643"/>
              <a:gd name="connsiteY45" fmla="*/ 0 h 22025"/>
            </a:gdLst>
            <a:ahLst/>
            <a:cxnLst/>
            <a:rect l="l" t="t" r="r" b="b"/>
            <a:pathLst>
              <a:path w="34643" h="22025">
                <a:moveTo>
                  <a:pt x="2953" y="11507"/>
                </a:moveTo>
                <a:lnTo>
                  <a:pt x="2953" y="19575"/>
                </a:lnTo>
                <a:lnTo>
                  <a:pt x="7693" y="19575"/>
                </a:lnTo>
                <a:cubicBezTo>
                  <a:pt x="9281" y="19575"/>
                  <a:pt x="10457" y="19243"/>
                  <a:pt x="11221" y="18579"/>
                </a:cubicBezTo>
                <a:cubicBezTo>
                  <a:pt x="11988" y="17915"/>
                  <a:pt x="12372" y="16902"/>
                  <a:pt x="12372" y="15532"/>
                </a:cubicBezTo>
                <a:cubicBezTo>
                  <a:pt x="12372" y="14153"/>
                  <a:pt x="11988" y="13140"/>
                  <a:pt x="11221" y="12485"/>
                </a:cubicBezTo>
                <a:cubicBezTo>
                  <a:pt x="10457" y="11830"/>
                  <a:pt x="9281" y="11507"/>
                  <a:pt x="7693" y="11507"/>
                </a:cubicBezTo>
                <a:lnTo>
                  <a:pt x="2953" y="11507"/>
                </a:lnTo>
                <a:close/>
                <a:moveTo>
                  <a:pt x="2953" y="2451"/>
                </a:moveTo>
                <a:lnTo>
                  <a:pt x="2953" y="9081"/>
                </a:lnTo>
                <a:lnTo>
                  <a:pt x="7328" y="9081"/>
                </a:lnTo>
                <a:cubicBezTo>
                  <a:pt x="8769" y="9081"/>
                  <a:pt x="9842" y="8809"/>
                  <a:pt x="10547" y="8264"/>
                </a:cubicBezTo>
                <a:cubicBezTo>
                  <a:pt x="11256" y="7719"/>
                  <a:pt x="11609" y="6885"/>
                  <a:pt x="11609" y="5762"/>
                </a:cubicBezTo>
                <a:cubicBezTo>
                  <a:pt x="11609" y="4655"/>
                  <a:pt x="11256" y="3822"/>
                  <a:pt x="10547" y="3277"/>
                </a:cubicBezTo>
                <a:cubicBezTo>
                  <a:pt x="9842" y="2723"/>
                  <a:pt x="8769" y="2451"/>
                  <a:pt x="7328" y="2451"/>
                </a:cubicBezTo>
                <a:lnTo>
                  <a:pt x="2953" y="2451"/>
                </a:lnTo>
                <a:close/>
                <a:moveTo>
                  <a:pt x="0" y="0"/>
                </a:moveTo>
                <a:lnTo>
                  <a:pt x="7548" y="0"/>
                </a:lnTo>
                <a:cubicBezTo>
                  <a:pt x="9800" y="0"/>
                  <a:pt x="11534" y="468"/>
                  <a:pt x="12751" y="1413"/>
                </a:cubicBezTo>
                <a:cubicBezTo>
                  <a:pt x="13971" y="2358"/>
                  <a:pt x="14580" y="3702"/>
                  <a:pt x="14580" y="5439"/>
                </a:cubicBezTo>
                <a:cubicBezTo>
                  <a:pt x="14580" y="6792"/>
                  <a:pt x="14269" y="7864"/>
                  <a:pt x="13645" y="8656"/>
                </a:cubicBezTo>
                <a:cubicBezTo>
                  <a:pt x="13021" y="9455"/>
                  <a:pt x="12104" y="9949"/>
                  <a:pt x="10894" y="10145"/>
                </a:cubicBezTo>
                <a:cubicBezTo>
                  <a:pt x="12347" y="10460"/>
                  <a:pt x="13476" y="11115"/>
                  <a:pt x="14281" y="12119"/>
                </a:cubicBezTo>
                <a:cubicBezTo>
                  <a:pt x="15087" y="13115"/>
                  <a:pt x="15489" y="14366"/>
                  <a:pt x="15489" y="15856"/>
                </a:cubicBezTo>
                <a:cubicBezTo>
                  <a:pt x="15489" y="17830"/>
                  <a:pt x="14826" y="19345"/>
                  <a:pt x="13500" y="20417"/>
                </a:cubicBezTo>
                <a:cubicBezTo>
                  <a:pt x="12175" y="21490"/>
                  <a:pt x="10287" y="22026"/>
                  <a:pt x="7838" y="22026"/>
                </a:cubicBezTo>
                <a:lnTo>
                  <a:pt x="0" y="22026"/>
                </a:lnTo>
                <a:lnTo>
                  <a:pt x="0" y="0"/>
                </a:lnTo>
                <a:close/>
                <a:moveTo>
                  <a:pt x="23498" y="2451"/>
                </a:moveTo>
                <a:lnTo>
                  <a:pt x="23498" y="10723"/>
                </a:lnTo>
                <a:lnTo>
                  <a:pt x="27213" y="10723"/>
                </a:lnTo>
                <a:cubicBezTo>
                  <a:pt x="28589" y="10723"/>
                  <a:pt x="29651" y="10366"/>
                  <a:pt x="30399" y="9642"/>
                </a:cubicBezTo>
                <a:cubicBezTo>
                  <a:pt x="31152" y="8928"/>
                  <a:pt x="31527" y="7906"/>
                  <a:pt x="31527" y="6579"/>
                </a:cubicBezTo>
                <a:cubicBezTo>
                  <a:pt x="31527" y="5260"/>
                  <a:pt x="31152" y="4239"/>
                  <a:pt x="30399" y="3523"/>
                </a:cubicBezTo>
                <a:cubicBezTo>
                  <a:pt x="29651" y="2809"/>
                  <a:pt x="28589" y="2451"/>
                  <a:pt x="27213" y="2451"/>
                </a:cubicBezTo>
                <a:lnTo>
                  <a:pt x="23498" y="2451"/>
                </a:lnTo>
                <a:close/>
                <a:moveTo>
                  <a:pt x="20545" y="0"/>
                </a:moveTo>
                <a:lnTo>
                  <a:pt x="27213" y="0"/>
                </a:lnTo>
                <a:cubicBezTo>
                  <a:pt x="29662" y="0"/>
                  <a:pt x="31512" y="553"/>
                  <a:pt x="32763" y="1677"/>
                </a:cubicBezTo>
                <a:cubicBezTo>
                  <a:pt x="34016" y="2792"/>
                  <a:pt x="34643" y="4426"/>
                  <a:pt x="34643" y="6579"/>
                </a:cubicBezTo>
                <a:cubicBezTo>
                  <a:pt x="34643" y="8749"/>
                  <a:pt x="34016" y="10392"/>
                  <a:pt x="32763" y="11507"/>
                </a:cubicBezTo>
                <a:cubicBezTo>
                  <a:pt x="31512" y="12622"/>
                  <a:pt x="29662" y="13175"/>
                  <a:pt x="27213" y="13175"/>
                </a:cubicBezTo>
                <a:lnTo>
                  <a:pt x="23498" y="13175"/>
                </a:lnTo>
                <a:lnTo>
                  <a:pt x="23498" y="22026"/>
                </a:lnTo>
                <a:lnTo>
                  <a:pt x="20545" y="22026"/>
                </a:lnTo>
                <a:lnTo>
                  <a:pt x="20545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3" name="Freeform 1392">
            <a:extLst>
              <a:ext uri="{FF2B5EF4-FFF2-40B4-BE49-F238E27FC236}">
                <a16:creationId xmlns:a16="http://schemas.microsoft.com/office/drawing/2014/main" id="{0231525D-B19E-A9FE-2A69-4DF20B6259EC}"/>
              </a:ext>
            </a:extLst>
          </p:cNvPr>
          <p:cNvSpPr>
            <a:spLocks noGrp="1"/>
          </p:cNvSpPr>
          <p:nvPr/>
        </p:nvSpPr>
        <p:spPr>
          <a:xfrm>
            <a:off x="5465235" y="3069842"/>
            <a:ext cx="50047" cy="27473"/>
          </a:xfrm>
          <a:custGeom>
            <a:avLst/>
            <a:gdLst>
              <a:gd name="connsiteX0" fmla="*/ 0 w 38383"/>
              <a:gd name="connsiteY0" fmla="*/ 0 h 22033"/>
              <a:gd name="connsiteX1" fmla="*/ 4403 w 38383"/>
              <a:gd name="connsiteY1" fmla="*/ 0 h 22033"/>
              <a:gd name="connsiteX2" fmla="*/ 9972 w 38383"/>
              <a:gd name="connsiteY2" fmla="*/ 14996 h 22033"/>
              <a:gd name="connsiteX3" fmla="*/ 15572 w 38383"/>
              <a:gd name="connsiteY3" fmla="*/ 0 h 22033"/>
              <a:gd name="connsiteX4" fmla="*/ 19976 w 38383"/>
              <a:gd name="connsiteY4" fmla="*/ 0 h 22033"/>
              <a:gd name="connsiteX5" fmla="*/ 19976 w 38383"/>
              <a:gd name="connsiteY5" fmla="*/ 22034 h 22033"/>
              <a:gd name="connsiteX6" fmla="*/ 17093 w 38383"/>
              <a:gd name="connsiteY6" fmla="*/ 22034 h 22033"/>
              <a:gd name="connsiteX7" fmla="*/ 17093 w 38383"/>
              <a:gd name="connsiteY7" fmla="*/ 2690 h 22033"/>
              <a:gd name="connsiteX8" fmla="*/ 11464 w 38383"/>
              <a:gd name="connsiteY8" fmla="*/ 17796 h 22033"/>
              <a:gd name="connsiteX9" fmla="*/ 8497 w 38383"/>
              <a:gd name="connsiteY9" fmla="*/ 17796 h 22033"/>
              <a:gd name="connsiteX10" fmla="*/ 2869 w 38383"/>
              <a:gd name="connsiteY10" fmla="*/ 2690 h 22033"/>
              <a:gd name="connsiteX11" fmla="*/ 2869 w 38383"/>
              <a:gd name="connsiteY11" fmla="*/ 22034 h 22033"/>
              <a:gd name="connsiteX12" fmla="*/ 0 w 38383"/>
              <a:gd name="connsiteY12" fmla="*/ 22034 h 22033"/>
              <a:gd name="connsiteX13" fmla="*/ 0 w 38383"/>
              <a:gd name="connsiteY13" fmla="*/ 0 h 22033"/>
              <a:gd name="connsiteX14" fmla="*/ 25838 w 38383"/>
              <a:gd name="connsiteY14" fmla="*/ 0 h 22033"/>
              <a:gd name="connsiteX15" fmla="*/ 38384 w 38383"/>
              <a:gd name="connsiteY15" fmla="*/ 0 h 22033"/>
              <a:gd name="connsiteX16" fmla="*/ 38384 w 38383"/>
              <a:gd name="connsiteY16" fmla="*/ 2519 h 22033"/>
              <a:gd name="connsiteX17" fmla="*/ 28791 w 38383"/>
              <a:gd name="connsiteY17" fmla="*/ 2519 h 22033"/>
              <a:gd name="connsiteX18" fmla="*/ 28791 w 38383"/>
              <a:gd name="connsiteY18" fmla="*/ 9005 h 22033"/>
              <a:gd name="connsiteX19" fmla="*/ 37447 w 38383"/>
              <a:gd name="connsiteY19" fmla="*/ 9005 h 22033"/>
              <a:gd name="connsiteX20" fmla="*/ 37447 w 38383"/>
              <a:gd name="connsiteY20" fmla="*/ 11515 h 22033"/>
              <a:gd name="connsiteX21" fmla="*/ 28791 w 38383"/>
              <a:gd name="connsiteY21" fmla="*/ 11515 h 22033"/>
              <a:gd name="connsiteX22" fmla="*/ 28791 w 38383"/>
              <a:gd name="connsiteY22" fmla="*/ 22034 h 22033"/>
              <a:gd name="connsiteX23" fmla="*/ 25838 w 38383"/>
              <a:gd name="connsiteY23" fmla="*/ 22034 h 22033"/>
              <a:gd name="connsiteX24" fmla="*/ 25838 w 38383"/>
              <a:gd name="connsiteY24" fmla="*/ 0 h 22033"/>
            </a:gdLst>
            <a:ahLst/>
            <a:cxnLst/>
            <a:rect l="l" t="t" r="r" b="b"/>
            <a:pathLst>
              <a:path w="38383" h="22033">
                <a:moveTo>
                  <a:pt x="0" y="0"/>
                </a:moveTo>
                <a:lnTo>
                  <a:pt x="4403" y="0"/>
                </a:lnTo>
                <a:lnTo>
                  <a:pt x="9972" y="14996"/>
                </a:lnTo>
                <a:lnTo>
                  <a:pt x="15572" y="0"/>
                </a:lnTo>
                <a:lnTo>
                  <a:pt x="19976" y="0"/>
                </a:lnTo>
                <a:lnTo>
                  <a:pt x="19976" y="22034"/>
                </a:lnTo>
                <a:lnTo>
                  <a:pt x="17093" y="22034"/>
                </a:lnTo>
                <a:lnTo>
                  <a:pt x="17093" y="2690"/>
                </a:lnTo>
                <a:lnTo>
                  <a:pt x="11464" y="17796"/>
                </a:lnTo>
                <a:lnTo>
                  <a:pt x="8497" y="17796"/>
                </a:lnTo>
                <a:lnTo>
                  <a:pt x="2869" y="2690"/>
                </a:lnTo>
                <a:lnTo>
                  <a:pt x="2869" y="22034"/>
                </a:lnTo>
                <a:lnTo>
                  <a:pt x="0" y="22034"/>
                </a:lnTo>
                <a:lnTo>
                  <a:pt x="0" y="0"/>
                </a:lnTo>
                <a:close/>
                <a:moveTo>
                  <a:pt x="25838" y="0"/>
                </a:moveTo>
                <a:lnTo>
                  <a:pt x="38384" y="0"/>
                </a:lnTo>
                <a:lnTo>
                  <a:pt x="38384" y="2519"/>
                </a:lnTo>
                <a:lnTo>
                  <a:pt x="28791" y="2519"/>
                </a:lnTo>
                <a:lnTo>
                  <a:pt x="28791" y="9005"/>
                </a:lnTo>
                <a:lnTo>
                  <a:pt x="37447" y="9005"/>
                </a:lnTo>
                <a:lnTo>
                  <a:pt x="37447" y="11515"/>
                </a:lnTo>
                <a:lnTo>
                  <a:pt x="28791" y="11515"/>
                </a:lnTo>
                <a:lnTo>
                  <a:pt x="28791" y="22034"/>
                </a:lnTo>
                <a:lnTo>
                  <a:pt x="25838" y="22034"/>
                </a:lnTo>
                <a:lnTo>
                  <a:pt x="25838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4" name="Freeform 1393">
            <a:extLst>
              <a:ext uri="{FF2B5EF4-FFF2-40B4-BE49-F238E27FC236}">
                <a16:creationId xmlns:a16="http://schemas.microsoft.com/office/drawing/2014/main" id="{5115FF88-27CF-A928-C758-77B36106DC17}"/>
              </a:ext>
            </a:extLst>
          </p:cNvPr>
          <p:cNvSpPr>
            <a:spLocks noGrp="1"/>
          </p:cNvSpPr>
          <p:nvPr/>
        </p:nvSpPr>
        <p:spPr>
          <a:xfrm>
            <a:off x="5315602" y="3318567"/>
            <a:ext cx="50223" cy="28492"/>
          </a:xfrm>
          <a:custGeom>
            <a:avLst/>
            <a:gdLst>
              <a:gd name="connsiteX0" fmla="*/ 17608 w 38518"/>
              <a:gd name="connsiteY0" fmla="*/ 2094 h 22850"/>
              <a:gd name="connsiteX1" fmla="*/ 17608 w 38518"/>
              <a:gd name="connsiteY1" fmla="*/ 5234 h 22850"/>
              <a:gd name="connsiteX2" fmla="*/ 14426 w 38518"/>
              <a:gd name="connsiteY2" fmla="*/ 3141 h 22850"/>
              <a:gd name="connsiteX3" fmla="*/ 10837 w 38518"/>
              <a:gd name="connsiteY3" fmla="*/ 2451 h 22850"/>
              <a:gd name="connsiteX4" fmla="*/ 5105 w 38518"/>
              <a:gd name="connsiteY4" fmla="*/ 4758 h 22850"/>
              <a:gd name="connsiteX5" fmla="*/ 3116 w 38518"/>
              <a:gd name="connsiteY5" fmla="*/ 11430 h 22850"/>
              <a:gd name="connsiteX6" fmla="*/ 5105 w 38518"/>
              <a:gd name="connsiteY6" fmla="*/ 18094 h 22850"/>
              <a:gd name="connsiteX7" fmla="*/ 10837 w 38518"/>
              <a:gd name="connsiteY7" fmla="*/ 20400 h 22850"/>
              <a:gd name="connsiteX8" fmla="*/ 14426 w 38518"/>
              <a:gd name="connsiteY8" fmla="*/ 19711 h 22850"/>
              <a:gd name="connsiteX9" fmla="*/ 17608 w 38518"/>
              <a:gd name="connsiteY9" fmla="*/ 17617 h 22850"/>
              <a:gd name="connsiteX10" fmla="*/ 17608 w 38518"/>
              <a:gd name="connsiteY10" fmla="*/ 20732 h 22850"/>
              <a:gd name="connsiteX11" fmla="*/ 14323 w 38518"/>
              <a:gd name="connsiteY11" fmla="*/ 22324 h 22850"/>
              <a:gd name="connsiteX12" fmla="*/ 10664 w 38518"/>
              <a:gd name="connsiteY12" fmla="*/ 22851 h 22850"/>
              <a:gd name="connsiteX13" fmla="*/ 2850 w 38518"/>
              <a:gd name="connsiteY13" fmla="*/ 19796 h 22850"/>
              <a:gd name="connsiteX14" fmla="*/ 0 w 38518"/>
              <a:gd name="connsiteY14" fmla="*/ 11430 h 22850"/>
              <a:gd name="connsiteX15" fmla="*/ 2850 w 38518"/>
              <a:gd name="connsiteY15" fmla="*/ 3064 h 22850"/>
              <a:gd name="connsiteX16" fmla="*/ 10664 w 38518"/>
              <a:gd name="connsiteY16" fmla="*/ 0 h 22850"/>
              <a:gd name="connsiteX17" fmla="*/ 14351 w 38518"/>
              <a:gd name="connsiteY17" fmla="*/ 528 h 22850"/>
              <a:gd name="connsiteX18" fmla="*/ 17608 w 38518"/>
              <a:gd name="connsiteY18" fmla="*/ 2094 h 22850"/>
              <a:gd name="connsiteX19" fmla="*/ 38519 w 38518"/>
              <a:gd name="connsiteY19" fmla="*/ 2094 h 22850"/>
              <a:gd name="connsiteX20" fmla="*/ 38519 w 38518"/>
              <a:gd name="connsiteY20" fmla="*/ 5234 h 22850"/>
              <a:gd name="connsiteX21" fmla="*/ 35337 w 38518"/>
              <a:gd name="connsiteY21" fmla="*/ 3141 h 22850"/>
              <a:gd name="connsiteX22" fmla="*/ 31747 w 38518"/>
              <a:gd name="connsiteY22" fmla="*/ 2451 h 22850"/>
              <a:gd name="connsiteX23" fmla="*/ 26015 w 38518"/>
              <a:gd name="connsiteY23" fmla="*/ 4758 h 22850"/>
              <a:gd name="connsiteX24" fmla="*/ 24027 w 38518"/>
              <a:gd name="connsiteY24" fmla="*/ 11430 h 22850"/>
              <a:gd name="connsiteX25" fmla="*/ 26015 w 38518"/>
              <a:gd name="connsiteY25" fmla="*/ 18094 h 22850"/>
              <a:gd name="connsiteX26" fmla="*/ 31747 w 38518"/>
              <a:gd name="connsiteY26" fmla="*/ 20400 h 22850"/>
              <a:gd name="connsiteX27" fmla="*/ 35337 w 38518"/>
              <a:gd name="connsiteY27" fmla="*/ 19711 h 22850"/>
              <a:gd name="connsiteX28" fmla="*/ 38519 w 38518"/>
              <a:gd name="connsiteY28" fmla="*/ 17617 h 22850"/>
              <a:gd name="connsiteX29" fmla="*/ 38519 w 38518"/>
              <a:gd name="connsiteY29" fmla="*/ 20732 h 22850"/>
              <a:gd name="connsiteX30" fmla="*/ 35234 w 38518"/>
              <a:gd name="connsiteY30" fmla="*/ 22324 h 22850"/>
              <a:gd name="connsiteX31" fmla="*/ 31574 w 38518"/>
              <a:gd name="connsiteY31" fmla="*/ 22851 h 22850"/>
              <a:gd name="connsiteX32" fmla="*/ 23760 w 38518"/>
              <a:gd name="connsiteY32" fmla="*/ 19796 h 22850"/>
              <a:gd name="connsiteX33" fmla="*/ 20911 w 38518"/>
              <a:gd name="connsiteY33" fmla="*/ 11430 h 22850"/>
              <a:gd name="connsiteX34" fmla="*/ 23760 w 38518"/>
              <a:gd name="connsiteY34" fmla="*/ 3064 h 22850"/>
              <a:gd name="connsiteX35" fmla="*/ 31574 w 38518"/>
              <a:gd name="connsiteY35" fmla="*/ 0 h 22850"/>
              <a:gd name="connsiteX36" fmla="*/ 35262 w 38518"/>
              <a:gd name="connsiteY36" fmla="*/ 528 h 22850"/>
              <a:gd name="connsiteX37" fmla="*/ 38519 w 38518"/>
              <a:gd name="connsiteY37" fmla="*/ 2094 h 22850"/>
            </a:gdLst>
            <a:ahLst/>
            <a:cxnLst/>
            <a:rect l="l" t="t" r="r" b="b"/>
            <a:pathLst>
              <a:path w="38518" h="22850">
                <a:moveTo>
                  <a:pt x="17608" y="2094"/>
                </a:moveTo>
                <a:lnTo>
                  <a:pt x="17608" y="5234"/>
                </a:lnTo>
                <a:cubicBezTo>
                  <a:pt x="16613" y="4298"/>
                  <a:pt x="15552" y="3600"/>
                  <a:pt x="14426" y="3141"/>
                </a:cubicBezTo>
                <a:cubicBezTo>
                  <a:pt x="13300" y="2681"/>
                  <a:pt x="12104" y="2451"/>
                  <a:pt x="10837" y="2451"/>
                </a:cubicBezTo>
                <a:cubicBezTo>
                  <a:pt x="8341" y="2451"/>
                  <a:pt x="6431" y="3217"/>
                  <a:pt x="5105" y="4758"/>
                </a:cubicBezTo>
                <a:cubicBezTo>
                  <a:pt x="3779" y="6298"/>
                  <a:pt x="3116" y="8519"/>
                  <a:pt x="3116" y="11430"/>
                </a:cubicBezTo>
                <a:cubicBezTo>
                  <a:pt x="3116" y="14332"/>
                  <a:pt x="3779" y="16553"/>
                  <a:pt x="5105" y="18094"/>
                </a:cubicBezTo>
                <a:cubicBezTo>
                  <a:pt x="6431" y="19634"/>
                  <a:pt x="8341" y="20400"/>
                  <a:pt x="10837" y="20400"/>
                </a:cubicBezTo>
                <a:cubicBezTo>
                  <a:pt x="12104" y="20400"/>
                  <a:pt x="13300" y="20171"/>
                  <a:pt x="14426" y="19711"/>
                </a:cubicBezTo>
                <a:cubicBezTo>
                  <a:pt x="15552" y="19251"/>
                  <a:pt x="16613" y="18545"/>
                  <a:pt x="17608" y="17617"/>
                </a:cubicBezTo>
                <a:lnTo>
                  <a:pt x="17608" y="20732"/>
                </a:lnTo>
                <a:cubicBezTo>
                  <a:pt x="16575" y="21439"/>
                  <a:pt x="15481" y="21966"/>
                  <a:pt x="14323" y="22324"/>
                </a:cubicBezTo>
                <a:cubicBezTo>
                  <a:pt x="13169" y="22681"/>
                  <a:pt x="11949" y="22851"/>
                  <a:pt x="10664" y="22851"/>
                </a:cubicBezTo>
                <a:cubicBezTo>
                  <a:pt x="7358" y="22851"/>
                  <a:pt x="4753" y="21830"/>
                  <a:pt x="2850" y="19796"/>
                </a:cubicBezTo>
                <a:cubicBezTo>
                  <a:pt x="950" y="17753"/>
                  <a:pt x="0" y="14962"/>
                  <a:pt x="0" y="11430"/>
                </a:cubicBezTo>
                <a:cubicBezTo>
                  <a:pt x="0" y="7889"/>
                  <a:pt x="950" y="5107"/>
                  <a:pt x="2850" y="3064"/>
                </a:cubicBezTo>
                <a:cubicBezTo>
                  <a:pt x="4753" y="1022"/>
                  <a:pt x="7358" y="0"/>
                  <a:pt x="10664" y="0"/>
                </a:cubicBezTo>
                <a:cubicBezTo>
                  <a:pt x="11968" y="0"/>
                  <a:pt x="13197" y="179"/>
                  <a:pt x="14351" y="528"/>
                </a:cubicBezTo>
                <a:cubicBezTo>
                  <a:pt x="15508" y="877"/>
                  <a:pt x="16594" y="1396"/>
                  <a:pt x="17608" y="2094"/>
                </a:cubicBezTo>
                <a:close/>
                <a:moveTo>
                  <a:pt x="38519" y="2094"/>
                </a:moveTo>
                <a:lnTo>
                  <a:pt x="38519" y="5234"/>
                </a:lnTo>
                <a:cubicBezTo>
                  <a:pt x="37523" y="4298"/>
                  <a:pt x="36463" y="3600"/>
                  <a:pt x="35337" y="3141"/>
                </a:cubicBezTo>
                <a:cubicBezTo>
                  <a:pt x="34210" y="2681"/>
                  <a:pt x="33014" y="2451"/>
                  <a:pt x="31747" y="2451"/>
                </a:cubicBezTo>
                <a:cubicBezTo>
                  <a:pt x="29252" y="2451"/>
                  <a:pt x="27341" y="3217"/>
                  <a:pt x="26015" y="4758"/>
                </a:cubicBezTo>
                <a:cubicBezTo>
                  <a:pt x="24690" y="6298"/>
                  <a:pt x="24027" y="8519"/>
                  <a:pt x="24027" y="11430"/>
                </a:cubicBezTo>
                <a:cubicBezTo>
                  <a:pt x="24027" y="14332"/>
                  <a:pt x="24690" y="16553"/>
                  <a:pt x="26015" y="18094"/>
                </a:cubicBezTo>
                <a:cubicBezTo>
                  <a:pt x="27341" y="19634"/>
                  <a:pt x="29252" y="20400"/>
                  <a:pt x="31747" y="20400"/>
                </a:cubicBezTo>
                <a:cubicBezTo>
                  <a:pt x="33014" y="20400"/>
                  <a:pt x="34210" y="20171"/>
                  <a:pt x="35337" y="19711"/>
                </a:cubicBezTo>
                <a:cubicBezTo>
                  <a:pt x="36463" y="19251"/>
                  <a:pt x="37523" y="18545"/>
                  <a:pt x="38519" y="17617"/>
                </a:cubicBezTo>
                <a:lnTo>
                  <a:pt x="38519" y="20732"/>
                </a:lnTo>
                <a:cubicBezTo>
                  <a:pt x="37486" y="21439"/>
                  <a:pt x="36391" y="21966"/>
                  <a:pt x="35234" y="22324"/>
                </a:cubicBezTo>
                <a:cubicBezTo>
                  <a:pt x="34079" y="22681"/>
                  <a:pt x="32860" y="22851"/>
                  <a:pt x="31574" y="22851"/>
                </a:cubicBezTo>
                <a:cubicBezTo>
                  <a:pt x="28267" y="22851"/>
                  <a:pt x="25663" y="21830"/>
                  <a:pt x="23760" y="19796"/>
                </a:cubicBezTo>
                <a:cubicBezTo>
                  <a:pt x="21860" y="17753"/>
                  <a:pt x="20911" y="14962"/>
                  <a:pt x="20911" y="11430"/>
                </a:cubicBezTo>
                <a:cubicBezTo>
                  <a:pt x="20911" y="7889"/>
                  <a:pt x="21860" y="5107"/>
                  <a:pt x="23760" y="3064"/>
                </a:cubicBezTo>
                <a:cubicBezTo>
                  <a:pt x="25663" y="1022"/>
                  <a:pt x="28267" y="0"/>
                  <a:pt x="31574" y="0"/>
                </a:cubicBezTo>
                <a:cubicBezTo>
                  <a:pt x="32878" y="0"/>
                  <a:pt x="34108" y="179"/>
                  <a:pt x="35262" y="528"/>
                </a:cubicBezTo>
                <a:cubicBezTo>
                  <a:pt x="36419" y="877"/>
                  <a:pt x="37505" y="1396"/>
                  <a:pt x="38519" y="2094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5" name="Freeform 1394">
            <a:extLst>
              <a:ext uri="{FF2B5EF4-FFF2-40B4-BE49-F238E27FC236}">
                <a16:creationId xmlns:a16="http://schemas.microsoft.com/office/drawing/2014/main" id="{D9974115-155E-A3FC-1280-EF1C0F1BE1A1}"/>
              </a:ext>
            </a:extLst>
          </p:cNvPr>
          <p:cNvSpPr>
            <a:spLocks noGrp="1"/>
          </p:cNvSpPr>
          <p:nvPr/>
        </p:nvSpPr>
        <p:spPr>
          <a:xfrm>
            <a:off x="5065558" y="3318567"/>
            <a:ext cx="103755" cy="28492"/>
          </a:xfrm>
          <a:custGeom>
            <a:avLst/>
            <a:gdLst>
              <a:gd name="connsiteX0" fmla="*/ 0 w 79574"/>
              <a:gd name="connsiteY0" fmla="*/ 400 h 22850"/>
              <a:gd name="connsiteX1" fmla="*/ 2953 w 79574"/>
              <a:gd name="connsiteY1" fmla="*/ 400 h 22850"/>
              <a:gd name="connsiteX2" fmla="*/ 2953 w 79574"/>
              <a:gd name="connsiteY2" fmla="*/ 9702 h 22850"/>
              <a:gd name="connsiteX3" fmla="*/ 12751 w 79574"/>
              <a:gd name="connsiteY3" fmla="*/ 400 h 22850"/>
              <a:gd name="connsiteX4" fmla="*/ 16554 w 79574"/>
              <a:gd name="connsiteY4" fmla="*/ 400 h 22850"/>
              <a:gd name="connsiteX5" fmla="*/ 5718 w 79574"/>
              <a:gd name="connsiteY5" fmla="*/ 10664 h 22850"/>
              <a:gd name="connsiteX6" fmla="*/ 17327 w 79574"/>
              <a:gd name="connsiteY6" fmla="*/ 22426 h 22850"/>
              <a:gd name="connsiteX7" fmla="*/ 13438 w 79574"/>
              <a:gd name="connsiteY7" fmla="*/ 22426 h 22850"/>
              <a:gd name="connsiteX8" fmla="*/ 2953 w 79574"/>
              <a:gd name="connsiteY8" fmla="*/ 11813 h 22850"/>
              <a:gd name="connsiteX9" fmla="*/ 2953 w 79574"/>
              <a:gd name="connsiteY9" fmla="*/ 22426 h 22850"/>
              <a:gd name="connsiteX10" fmla="*/ 0 w 79574"/>
              <a:gd name="connsiteY10" fmla="*/ 22426 h 22850"/>
              <a:gd name="connsiteX11" fmla="*/ 0 w 79574"/>
              <a:gd name="connsiteY11" fmla="*/ 400 h 22850"/>
              <a:gd name="connsiteX12" fmla="*/ 19638 w 79574"/>
              <a:gd name="connsiteY12" fmla="*/ 400 h 22850"/>
              <a:gd name="connsiteX13" fmla="*/ 33441 w 79574"/>
              <a:gd name="connsiteY13" fmla="*/ 400 h 22850"/>
              <a:gd name="connsiteX14" fmla="*/ 33441 w 79574"/>
              <a:gd name="connsiteY14" fmla="*/ 2911 h 22850"/>
              <a:gd name="connsiteX15" fmla="*/ 22590 w 79574"/>
              <a:gd name="connsiteY15" fmla="*/ 2911 h 22850"/>
              <a:gd name="connsiteX16" fmla="*/ 22590 w 79574"/>
              <a:gd name="connsiteY16" fmla="*/ 9430 h 22850"/>
              <a:gd name="connsiteX17" fmla="*/ 32987 w 79574"/>
              <a:gd name="connsiteY17" fmla="*/ 9430 h 22850"/>
              <a:gd name="connsiteX18" fmla="*/ 32987 w 79574"/>
              <a:gd name="connsiteY18" fmla="*/ 11932 h 22850"/>
              <a:gd name="connsiteX19" fmla="*/ 22590 w 79574"/>
              <a:gd name="connsiteY19" fmla="*/ 11932 h 22850"/>
              <a:gd name="connsiteX20" fmla="*/ 22590 w 79574"/>
              <a:gd name="connsiteY20" fmla="*/ 19915 h 22850"/>
              <a:gd name="connsiteX21" fmla="*/ 33703 w 79574"/>
              <a:gd name="connsiteY21" fmla="*/ 19915 h 22850"/>
              <a:gd name="connsiteX22" fmla="*/ 33703 w 79574"/>
              <a:gd name="connsiteY22" fmla="*/ 22426 h 22850"/>
              <a:gd name="connsiteX23" fmla="*/ 19638 w 79574"/>
              <a:gd name="connsiteY23" fmla="*/ 22426 h 22850"/>
              <a:gd name="connsiteX24" fmla="*/ 19638 w 79574"/>
              <a:gd name="connsiteY24" fmla="*/ 400 h 22850"/>
              <a:gd name="connsiteX25" fmla="*/ 53444 w 79574"/>
              <a:gd name="connsiteY25" fmla="*/ 19277 h 22850"/>
              <a:gd name="connsiteX26" fmla="*/ 53444 w 79574"/>
              <a:gd name="connsiteY26" fmla="*/ 13362 h 22850"/>
              <a:gd name="connsiteX27" fmla="*/ 48620 w 79574"/>
              <a:gd name="connsiteY27" fmla="*/ 13362 h 22850"/>
              <a:gd name="connsiteX28" fmla="*/ 48620 w 79574"/>
              <a:gd name="connsiteY28" fmla="*/ 10919 h 22850"/>
              <a:gd name="connsiteX29" fmla="*/ 56369 w 79574"/>
              <a:gd name="connsiteY29" fmla="*/ 10919 h 22850"/>
              <a:gd name="connsiteX30" fmla="*/ 56369 w 79574"/>
              <a:gd name="connsiteY30" fmla="*/ 20375 h 22850"/>
              <a:gd name="connsiteX31" fmla="*/ 52597 w 79574"/>
              <a:gd name="connsiteY31" fmla="*/ 22230 h 22850"/>
              <a:gd name="connsiteX32" fmla="*/ 48199 w 79574"/>
              <a:gd name="connsiteY32" fmla="*/ 22851 h 22850"/>
              <a:gd name="connsiteX33" fmla="*/ 40188 w 79574"/>
              <a:gd name="connsiteY33" fmla="*/ 19839 h 22850"/>
              <a:gd name="connsiteX34" fmla="*/ 37300 w 79574"/>
              <a:gd name="connsiteY34" fmla="*/ 11430 h 22850"/>
              <a:gd name="connsiteX35" fmla="*/ 40188 w 79574"/>
              <a:gd name="connsiteY35" fmla="*/ 3013 h 22850"/>
              <a:gd name="connsiteX36" fmla="*/ 48199 w 79574"/>
              <a:gd name="connsiteY36" fmla="*/ 0 h 22850"/>
              <a:gd name="connsiteX37" fmla="*/ 52255 w 79574"/>
              <a:gd name="connsiteY37" fmla="*/ 537 h 22850"/>
              <a:gd name="connsiteX38" fmla="*/ 55802 w 79574"/>
              <a:gd name="connsiteY38" fmla="*/ 2094 h 22850"/>
              <a:gd name="connsiteX39" fmla="*/ 55802 w 79574"/>
              <a:gd name="connsiteY39" fmla="*/ 5268 h 22850"/>
              <a:gd name="connsiteX40" fmla="*/ 52321 w 79574"/>
              <a:gd name="connsiteY40" fmla="*/ 3158 h 22850"/>
              <a:gd name="connsiteX41" fmla="*/ 48447 w 79574"/>
              <a:gd name="connsiteY41" fmla="*/ 2451 h 22850"/>
              <a:gd name="connsiteX42" fmla="*/ 42424 w 79574"/>
              <a:gd name="connsiteY42" fmla="*/ 4707 h 22850"/>
              <a:gd name="connsiteX43" fmla="*/ 40417 w 79574"/>
              <a:gd name="connsiteY43" fmla="*/ 11430 h 22850"/>
              <a:gd name="connsiteX44" fmla="*/ 42424 w 79574"/>
              <a:gd name="connsiteY44" fmla="*/ 18145 h 22850"/>
              <a:gd name="connsiteX45" fmla="*/ 48447 w 79574"/>
              <a:gd name="connsiteY45" fmla="*/ 20400 h 22850"/>
              <a:gd name="connsiteX46" fmla="*/ 51236 w 79574"/>
              <a:gd name="connsiteY46" fmla="*/ 20128 h 22850"/>
              <a:gd name="connsiteX47" fmla="*/ 53444 w 79574"/>
              <a:gd name="connsiteY47" fmla="*/ 19277 h 22850"/>
              <a:gd name="connsiteX48" fmla="*/ 76650 w 79574"/>
              <a:gd name="connsiteY48" fmla="*/ 19277 h 22850"/>
              <a:gd name="connsiteX49" fmla="*/ 76650 w 79574"/>
              <a:gd name="connsiteY49" fmla="*/ 13362 h 22850"/>
              <a:gd name="connsiteX50" fmla="*/ 71826 w 79574"/>
              <a:gd name="connsiteY50" fmla="*/ 13362 h 22850"/>
              <a:gd name="connsiteX51" fmla="*/ 71826 w 79574"/>
              <a:gd name="connsiteY51" fmla="*/ 10919 h 22850"/>
              <a:gd name="connsiteX52" fmla="*/ 79575 w 79574"/>
              <a:gd name="connsiteY52" fmla="*/ 10919 h 22850"/>
              <a:gd name="connsiteX53" fmla="*/ 79575 w 79574"/>
              <a:gd name="connsiteY53" fmla="*/ 20375 h 22850"/>
              <a:gd name="connsiteX54" fmla="*/ 75803 w 79574"/>
              <a:gd name="connsiteY54" fmla="*/ 22230 h 22850"/>
              <a:gd name="connsiteX55" fmla="*/ 71405 w 79574"/>
              <a:gd name="connsiteY55" fmla="*/ 22851 h 22850"/>
              <a:gd name="connsiteX56" fmla="*/ 63394 w 79574"/>
              <a:gd name="connsiteY56" fmla="*/ 19839 h 22850"/>
              <a:gd name="connsiteX57" fmla="*/ 60506 w 79574"/>
              <a:gd name="connsiteY57" fmla="*/ 11430 h 22850"/>
              <a:gd name="connsiteX58" fmla="*/ 63394 w 79574"/>
              <a:gd name="connsiteY58" fmla="*/ 3013 h 22850"/>
              <a:gd name="connsiteX59" fmla="*/ 71405 w 79574"/>
              <a:gd name="connsiteY59" fmla="*/ 0 h 22850"/>
              <a:gd name="connsiteX60" fmla="*/ 75461 w 79574"/>
              <a:gd name="connsiteY60" fmla="*/ 537 h 22850"/>
              <a:gd name="connsiteX61" fmla="*/ 79009 w 79574"/>
              <a:gd name="connsiteY61" fmla="*/ 2094 h 22850"/>
              <a:gd name="connsiteX62" fmla="*/ 79009 w 79574"/>
              <a:gd name="connsiteY62" fmla="*/ 5268 h 22850"/>
              <a:gd name="connsiteX63" fmla="*/ 75527 w 79574"/>
              <a:gd name="connsiteY63" fmla="*/ 3158 h 22850"/>
              <a:gd name="connsiteX64" fmla="*/ 71653 w 79574"/>
              <a:gd name="connsiteY64" fmla="*/ 2451 h 22850"/>
              <a:gd name="connsiteX65" fmla="*/ 65630 w 79574"/>
              <a:gd name="connsiteY65" fmla="*/ 4707 h 22850"/>
              <a:gd name="connsiteX66" fmla="*/ 63623 w 79574"/>
              <a:gd name="connsiteY66" fmla="*/ 11430 h 22850"/>
              <a:gd name="connsiteX67" fmla="*/ 65630 w 79574"/>
              <a:gd name="connsiteY67" fmla="*/ 18145 h 22850"/>
              <a:gd name="connsiteX68" fmla="*/ 71653 w 79574"/>
              <a:gd name="connsiteY68" fmla="*/ 20400 h 22850"/>
              <a:gd name="connsiteX69" fmla="*/ 74442 w 79574"/>
              <a:gd name="connsiteY69" fmla="*/ 20128 h 22850"/>
              <a:gd name="connsiteX70" fmla="*/ 76650 w 79574"/>
              <a:gd name="connsiteY70" fmla="*/ 19277 h 22850"/>
            </a:gdLst>
            <a:ahLst/>
            <a:cxnLst/>
            <a:rect l="l" t="t" r="r" b="b"/>
            <a:pathLst>
              <a:path w="79574" h="22850">
                <a:moveTo>
                  <a:pt x="0" y="400"/>
                </a:moveTo>
                <a:lnTo>
                  <a:pt x="2953" y="400"/>
                </a:lnTo>
                <a:lnTo>
                  <a:pt x="2953" y="9702"/>
                </a:lnTo>
                <a:lnTo>
                  <a:pt x="12751" y="400"/>
                </a:lnTo>
                <a:lnTo>
                  <a:pt x="16554" y="400"/>
                </a:lnTo>
                <a:lnTo>
                  <a:pt x="5718" y="10664"/>
                </a:lnTo>
                <a:lnTo>
                  <a:pt x="17327" y="22426"/>
                </a:lnTo>
                <a:lnTo>
                  <a:pt x="13438" y="22426"/>
                </a:lnTo>
                <a:lnTo>
                  <a:pt x="2953" y="11813"/>
                </a:lnTo>
                <a:lnTo>
                  <a:pt x="2953" y="22426"/>
                </a:lnTo>
                <a:lnTo>
                  <a:pt x="0" y="22426"/>
                </a:lnTo>
                <a:lnTo>
                  <a:pt x="0" y="400"/>
                </a:lnTo>
                <a:close/>
                <a:moveTo>
                  <a:pt x="19638" y="400"/>
                </a:moveTo>
                <a:lnTo>
                  <a:pt x="33441" y="400"/>
                </a:lnTo>
                <a:lnTo>
                  <a:pt x="33441" y="2911"/>
                </a:lnTo>
                <a:lnTo>
                  <a:pt x="22590" y="2911"/>
                </a:lnTo>
                <a:lnTo>
                  <a:pt x="22590" y="9430"/>
                </a:lnTo>
                <a:lnTo>
                  <a:pt x="32987" y="9430"/>
                </a:lnTo>
                <a:lnTo>
                  <a:pt x="32987" y="11932"/>
                </a:lnTo>
                <a:lnTo>
                  <a:pt x="22590" y="11932"/>
                </a:lnTo>
                <a:lnTo>
                  <a:pt x="22590" y="19915"/>
                </a:lnTo>
                <a:lnTo>
                  <a:pt x="33703" y="19915"/>
                </a:lnTo>
                <a:lnTo>
                  <a:pt x="33703" y="22426"/>
                </a:lnTo>
                <a:lnTo>
                  <a:pt x="19638" y="22426"/>
                </a:lnTo>
                <a:lnTo>
                  <a:pt x="19638" y="400"/>
                </a:lnTo>
                <a:close/>
                <a:moveTo>
                  <a:pt x="53444" y="19277"/>
                </a:moveTo>
                <a:lnTo>
                  <a:pt x="53444" y="13362"/>
                </a:lnTo>
                <a:lnTo>
                  <a:pt x="48620" y="13362"/>
                </a:lnTo>
                <a:lnTo>
                  <a:pt x="48620" y="10919"/>
                </a:lnTo>
                <a:lnTo>
                  <a:pt x="56369" y="10919"/>
                </a:lnTo>
                <a:lnTo>
                  <a:pt x="56369" y="20375"/>
                </a:lnTo>
                <a:cubicBezTo>
                  <a:pt x="55230" y="21192"/>
                  <a:pt x="53973" y="21804"/>
                  <a:pt x="52597" y="22230"/>
                </a:cubicBezTo>
                <a:cubicBezTo>
                  <a:pt x="51225" y="22647"/>
                  <a:pt x="49758" y="22851"/>
                  <a:pt x="48199" y="22851"/>
                </a:cubicBezTo>
                <a:cubicBezTo>
                  <a:pt x="44786" y="22851"/>
                  <a:pt x="42116" y="21847"/>
                  <a:pt x="40188" y="19839"/>
                </a:cubicBezTo>
                <a:cubicBezTo>
                  <a:pt x="38263" y="17822"/>
                  <a:pt x="37300" y="15021"/>
                  <a:pt x="37300" y="11430"/>
                </a:cubicBezTo>
                <a:cubicBezTo>
                  <a:pt x="37300" y="7830"/>
                  <a:pt x="38263" y="5030"/>
                  <a:pt x="40188" y="3013"/>
                </a:cubicBezTo>
                <a:cubicBezTo>
                  <a:pt x="42116" y="1005"/>
                  <a:pt x="44786" y="0"/>
                  <a:pt x="48199" y="0"/>
                </a:cubicBezTo>
                <a:cubicBezTo>
                  <a:pt x="49621" y="0"/>
                  <a:pt x="50973" y="179"/>
                  <a:pt x="52255" y="537"/>
                </a:cubicBezTo>
                <a:cubicBezTo>
                  <a:pt x="53538" y="885"/>
                  <a:pt x="54719" y="1405"/>
                  <a:pt x="55802" y="2094"/>
                </a:cubicBezTo>
                <a:lnTo>
                  <a:pt x="55802" y="5268"/>
                </a:lnTo>
                <a:cubicBezTo>
                  <a:pt x="54710" y="4332"/>
                  <a:pt x="53550" y="3634"/>
                  <a:pt x="52321" y="3158"/>
                </a:cubicBezTo>
                <a:cubicBezTo>
                  <a:pt x="51092" y="2690"/>
                  <a:pt x="49801" y="2451"/>
                  <a:pt x="48447" y="2451"/>
                </a:cubicBezTo>
                <a:cubicBezTo>
                  <a:pt x="45773" y="2451"/>
                  <a:pt x="43766" y="3200"/>
                  <a:pt x="42424" y="4707"/>
                </a:cubicBezTo>
                <a:cubicBezTo>
                  <a:pt x="41086" y="6213"/>
                  <a:pt x="40417" y="8451"/>
                  <a:pt x="40417" y="11430"/>
                </a:cubicBezTo>
                <a:cubicBezTo>
                  <a:pt x="40417" y="14409"/>
                  <a:pt x="41086" y="16638"/>
                  <a:pt x="42424" y="18145"/>
                </a:cubicBezTo>
                <a:cubicBezTo>
                  <a:pt x="43766" y="19651"/>
                  <a:pt x="45773" y="20400"/>
                  <a:pt x="48447" y="20400"/>
                </a:cubicBezTo>
                <a:cubicBezTo>
                  <a:pt x="49488" y="20400"/>
                  <a:pt x="50418" y="20315"/>
                  <a:pt x="51236" y="20128"/>
                </a:cubicBezTo>
                <a:cubicBezTo>
                  <a:pt x="52055" y="19949"/>
                  <a:pt x="52792" y="19668"/>
                  <a:pt x="53444" y="19277"/>
                </a:cubicBezTo>
                <a:close/>
                <a:moveTo>
                  <a:pt x="76650" y="19277"/>
                </a:moveTo>
                <a:lnTo>
                  <a:pt x="76650" y="13362"/>
                </a:lnTo>
                <a:lnTo>
                  <a:pt x="71826" y="13362"/>
                </a:lnTo>
                <a:lnTo>
                  <a:pt x="71826" y="10919"/>
                </a:lnTo>
                <a:lnTo>
                  <a:pt x="79575" y="10919"/>
                </a:lnTo>
                <a:lnTo>
                  <a:pt x="79575" y="20375"/>
                </a:lnTo>
                <a:cubicBezTo>
                  <a:pt x="78436" y="21192"/>
                  <a:pt x="77179" y="21804"/>
                  <a:pt x="75803" y="22230"/>
                </a:cubicBezTo>
                <a:cubicBezTo>
                  <a:pt x="74430" y="22647"/>
                  <a:pt x="72964" y="22851"/>
                  <a:pt x="71405" y="22851"/>
                </a:cubicBezTo>
                <a:cubicBezTo>
                  <a:pt x="67991" y="22851"/>
                  <a:pt x="65322" y="21847"/>
                  <a:pt x="63394" y="19839"/>
                </a:cubicBezTo>
                <a:cubicBezTo>
                  <a:pt x="61469" y="17822"/>
                  <a:pt x="60506" y="15021"/>
                  <a:pt x="60506" y="11430"/>
                </a:cubicBezTo>
                <a:cubicBezTo>
                  <a:pt x="60506" y="7830"/>
                  <a:pt x="61469" y="5030"/>
                  <a:pt x="63394" y="3013"/>
                </a:cubicBezTo>
                <a:cubicBezTo>
                  <a:pt x="65322" y="1005"/>
                  <a:pt x="67991" y="0"/>
                  <a:pt x="71405" y="0"/>
                </a:cubicBezTo>
                <a:cubicBezTo>
                  <a:pt x="72827" y="0"/>
                  <a:pt x="74179" y="179"/>
                  <a:pt x="75461" y="537"/>
                </a:cubicBezTo>
                <a:cubicBezTo>
                  <a:pt x="76744" y="885"/>
                  <a:pt x="77925" y="1405"/>
                  <a:pt x="79009" y="2094"/>
                </a:cubicBezTo>
                <a:lnTo>
                  <a:pt x="79009" y="5268"/>
                </a:lnTo>
                <a:cubicBezTo>
                  <a:pt x="77916" y="4332"/>
                  <a:pt x="76756" y="3634"/>
                  <a:pt x="75527" y="3158"/>
                </a:cubicBezTo>
                <a:cubicBezTo>
                  <a:pt x="74298" y="2690"/>
                  <a:pt x="73007" y="2451"/>
                  <a:pt x="71653" y="2451"/>
                </a:cubicBezTo>
                <a:cubicBezTo>
                  <a:pt x="68979" y="2451"/>
                  <a:pt x="66972" y="3200"/>
                  <a:pt x="65630" y="4707"/>
                </a:cubicBezTo>
                <a:cubicBezTo>
                  <a:pt x="64292" y="6213"/>
                  <a:pt x="63623" y="8451"/>
                  <a:pt x="63623" y="11430"/>
                </a:cubicBezTo>
                <a:cubicBezTo>
                  <a:pt x="63623" y="14409"/>
                  <a:pt x="64292" y="16638"/>
                  <a:pt x="65630" y="18145"/>
                </a:cubicBezTo>
                <a:cubicBezTo>
                  <a:pt x="66972" y="19651"/>
                  <a:pt x="68979" y="20400"/>
                  <a:pt x="71653" y="20400"/>
                </a:cubicBezTo>
                <a:cubicBezTo>
                  <a:pt x="72694" y="20400"/>
                  <a:pt x="73624" y="20315"/>
                  <a:pt x="74442" y="20128"/>
                </a:cubicBezTo>
                <a:cubicBezTo>
                  <a:pt x="75261" y="19949"/>
                  <a:pt x="75998" y="19668"/>
                  <a:pt x="76650" y="19277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96" name="Freeform 1395">
            <a:extLst>
              <a:ext uri="{FF2B5EF4-FFF2-40B4-BE49-F238E27FC236}">
                <a16:creationId xmlns:a16="http://schemas.microsoft.com/office/drawing/2014/main" id="{F7F4DA67-CFA4-C87A-BACD-5B0717DA1C9B}"/>
              </a:ext>
            </a:extLst>
          </p:cNvPr>
          <p:cNvSpPr>
            <a:spLocks noGrp="1"/>
          </p:cNvSpPr>
          <p:nvPr/>
        </p:nvSpPr>
        <p:spPr>
          <a:xfrm>
            <a:off x="4910941" y="3069350"/>
            <a:ext cx="99147" cy="28492"/>
          </a:xfrm>
          <a:custGeom>
            <a:avLst/>
            <a:gdLst>
              <a:gd name="connsiteX0" fmla="*/ 10355 w 76040"/>
              <a:gd name="connsiteY0" fmla="*/ 12093 h 22850"/>
              <a:gd name="connsiteX1" fmla="*/ 12203 w 76040"/>
              <a:gd name="connsiteY1" fmla="*/ 13481 h 22850"/>
              <a:gd name="connsiteX2" fmla="*/ 14009 w 76040"/>
              <a:gd name="connsiteY2" fmla="*/ 16400 h 22850"/>
              <a:gd name="connsiteX3" fmla="*/ 17008 w 76040"/>
              <a:gd name="connsiteY3" fmla="*/ 22425 h 22850"/>
              <a:gd name="connsiteX4" fmla="*/ 13831 w 76040"/>
              <a:gd name="connsiteY4" fmla="*/ 22425 h 22850"/>
              <a:gd name="connsiteX5" fmla="*/ 11042 w 76040"/>
              <a:gd name="connsiteY5" fmla="*/ 16774 h 22850"/>
              <a:gd name="connsiteX6" fmla="*/ 8942 w 76040"/>
              <a:gd name="connsiteY6" fmla="*/ 13838 h 22850"/>
              <a:gd name="connsiteX7" fmla="*/ 6172 w 76040"/>
              <a:gd name="connsiteY7" fmla="*/ 13114 h 22850"/>
              <a:gd name="connsiteX8" fmla="*/ 2953 w 76040"/>
              <a:gd name="connsiteY8" fmla="*/ 13114 h 22850"/>
              <a:gd name="connsiteX9" fmla="*/ 2953 w 76040"/>
              <a:gd name="connsiteY9" fmla="*/ 22425 h 22850"/>
              <a:gd name="connsiteX10" fmla="*/ 0 w 76040"/>
              <a:gd name="connsiteY10" fmla="*/ 22425 h 22850"/>
              <a:gd name="connsiteX11" fmla="*/ 0 w 76040"/>
              <a:gd name="connsiteY11" fmla="*/ 391 h 22850"/>
              <a:gd name="connsiteX12" fmla="*/ 6668 w 76040"/>
              <a:gd name="connsiteY12" fmla="*/ 391 h 22850"/>
              <a:gd name="connsiteX13" fmla="*/ 12255 w 76040"/>
              <a:gd name="connsiteY13" fmla="*/ 1974 h 22850"/>
              <a:gd name="connsiteX14" fmla="*/ 14098 w 76040"/>
              <a:gd name="connsiteY14" fmla="*/ 6740 h 22850"/>
              <a:gd name="connsiteX15" fmla="*/ 13139 w 76040"/>
              <a:gd name="connsiteY15" fmla="*/ 10196 h 22850"/>
              <a:gd name="connsiteX16" fmla="*/ 10355 w 76040"/>
              <a:gd name="connsiteY16" fmla="*/ 12093 h 22850"/>
              <a:gd name="connsiteX17" fmla="*/ 2953 w 76040"/>
              <a:gd name="connsiteY17" fmla="*/ 2842 h 22850"/>
              <a:gd name="connsiteX18" fmla="*/ 2953 w 76040"/>
              <a:gd name="connsiteY18" fmla="*/ 10664 h 22850"/>
              <a:gd name="connsiteX19" fmla="*/ 6668 w 76040"/>
              <a:gd name="connsiteY19" fmla="*/ 10664 h 22850"/>
              <a:gd name="connsiteX20" fmla="*/ 9892 w 76040"/>
              <a:gd name="connsiteY20" fmla="*/ 9668 h 22850"/>
              <a:gd name="connsiteX21" fmla="*/ 10982 w 76040"/>
              <a:gd name="connsiteY21" fmla="*/ 6740 h 22850"/>
              <a:gd name="connsiteX22" fmla="*/ 9892 w 76040"/>
              <a:gd name="connsiteY22" fmla="*/ 3829 h 22850"/>
              <a:gd name="connsiteX23" fmla="*/ 6668 w 76040"/>
              <a:gd name="connsiteY23" fmla="*/ 2842 h 22850"/>
              <a:gd name="connsiteX24" fmla="*/ 2953 w 76040"/>
              <a:gd name="connsiteY24" fmla="*/ 2842 h 22850"/>
              <a:gd name="connsiteX25" fmla="*/ 20808 w 76040"/>
              <a:gd name="connsiteY25" fmla="*/ 391 h 22850"/>
              <a:gd name="connsiteX26" fmla="*/ 34611 w 76040"/>
              <a:gd name="connsiteY26" fmla="*/ 391 h 22850"/>
              <a:gd name="connsiteX27" fmla="*/ 34611 w 76040"/>
              <a:gd name="connsiteY27" fmla="*/ 2910 h 22850"/>
              <a:gd name="connsiteX28" fmla="*/ 23760 w 76040"/>
              <a:gd name="connsiteY28" fmla="*/ 2910 h 22850"/>
              <a:gd name="connsiteX29" fmla="*/ 23760 w 76040"/>
              <a:gd name="connsiteY29" fmla="*/ 9430 h 22850"/>
              <a:gd name="connsiteX30" fmla="*/ 34157 w 76040"/>
              <a:gd name="connsiteY30" fmla="*/ 9430 h 22850"/>
              <a:gd name="connsiteX31" fmla="*/ 34157 w 76040"/>
              <a:gd name="connsiteY31" fmla="*/ 11932 h 22850"/>
              <a:gd name="connsiteX32" fmla="*/ 23760 w 76040"/>
              <a:gd name="connsiteY32" fmla="*/ 11932 h 22850"/>
              <a:gd name="connsiteX33" fmla="*/ 23760 w 76040"/>
              <a:gd name="connsiteY33" fmla="*/ 19915 h 22850"/>
              <a:gd name="connsiteX34" fmla="*/ 34873 w 76040"/>
              <a:gd name="connsiteY34" fmla="*/ 19915 h 22850"/>
              <a:gd name="connsiteX35" fmla="*/ 34873 w 76040"/>
              <a:gd name="connsiteY35" fmla="*/ 22425 h 22850"/>
              <a:gd name="connsiteX36" fmla="*/ 20808 w 76040"/>
              <a:gd name="connsiteY36" fmla="*/ 22425 h 22850"/>
              <a:gd name="connsiteX37" fmla="*/ 20808 w 76040"/>
              <a:gd name="connsiteY37" fmla="*/ 391 h 22850"/>
              <a:gd name="connsiteX38" fmla="*/ 47029 w 76040"/>
              <a:gd name="connsiteY38" fmla="*/ 3336 h 22850"/>
              <a:gd name="connsiteX39" fmla="*/ 43018 w 76040"/>
              <a:gd name="connsiteY39" fmla="*/ 14289 h 22850"/>
              <a:gd name="connsiteX40" fmla="*/ 51048 w 76040"/>
              <a:gd name="connsiteY40" fmla="*/ 14289 h 22850"/>
              <a:gd name="connsiteX41" fmla="*/ 47029 w 76040"/>
              <a:gd name="connsiteY41" fmla="*/ 3336 h 22850"/>
              <a:gd name="connsiteX42" fmla="*/ 45358 w 76040"/>
              <a:gd name="connsiteY42" fmla="*/ 391 h 22850"/>
              <a:gd name="connsiteX43" fmla="*/ 48708 w 76040"/>
              <a:gd name="connsiteY43" fmla="*/ 391 h 22850"/>
              <a:gd name="connsiteX44" fmla="*/ 57028 w 76040"/>
              <a:gd name="connsiteY44" fmla="*/ 22425 h 22850"/>
              <a:gd name="connsiteX45" fmla="*/ 53959 w 76040"/>
              <a:gd name="connsiteY45" fmla="*/ 22425 h 22850"/>
              <a:gd name="connsiteX46" fmla="*/ 51970 w 76040"/>
              <a:gd name="connsiteY46" fmla="*/ 16774 h 22850"/>
              <a:gd name="connsiteX47" fmla="*/ 42130 w 76040"/>
              <a:gd name="connsiteY47" fmla="*/ 16774 h 22850"/>
              <a:gd name="connsiteX48" fmla="*/ 40141 w 76040"/>
              <a:gd name="connsiteY48" fmla="*/ 22425 h 22850"/>
              <a:gd name="connsiteX49" fmla="*/ 37025 w 76040"/>
              <a:gd name="connsiteY49" fmla="*/ 22425 h 22850"/>
              <a:gd name="connsiteX50" fmla="*/ 45358 w 76040"/>
              <a:gd name="connsiteY50" fmla="*/ 391 h 22850"/>
              <a:gd name="connsiteX51" fmla="*/ 76040 w 76040"/>
              <a:gd name="connsiteY51" fmla="*/ 2093 h 22850"/>
              <a:gd name="connsiteX52" fmla="*/ 76040 w 76040"/>
              <a:gd name="connsiteY52" fmla="*/ 5234 h 22850"/>
              <a:gd name="connsiteX53" fmla="*/ 72859 w 76040"/>
              <a:gd name="connsiteY53" fmla="*/ 3140 h 22850"/>
              <a:gd name="connsiteX54" fmla="*/ 69270 w 76040"/>
              <a:gd name="connsiteY54" fmla="*/ 2451 h 22850"/>
              <a:gd name="connsiteX55" fmla="*/ 63537 w 76040"/>
              <a:gd name="connsiteY55" fmla="*/ 4757 h 22850"/>
              <a:gd name="connsiteX56" fmla="*/ 61549 w 76040"/>
              <a:gd name="connsiteY56" fmla="*/ 11429 h 22850"/>
              <a:gd name="connsiteX57" fmla="*/ 63537 w 76040"/>
              <a:gd name="connsiteY57" fmla="*/ 18093 h 22850"/>
              <a:gd name="connsiteX58" fmla="*/ 69270 w 76040"/>
              <a:gd name="connsiteY58" fmla="*/ 20400 h 22850"/>
              <a:gd name="connsiteX59" fmla="*/ 72859 w 76040"/>
              <a:gd name="connsiteY59" fmla="*/ 19710 h 22850"/>
              <a:gd name="connsiteX60" fmla="*/ 76040 w 76040"/>
              <a:gd name="connsiteY60" fmla="*/ 17608 h 22850"/>
              <a:gd name="connsiteX61" fmla="*/ 76040 w 76040"/>
              <a:gd name="connsiteY61" fmla="*/ 20732 h 22850"/>
              <a:gd name="connsiteX62" fmla="*/ 72756 w 76040"/>
              <a:gd name="connsiteY62" fmla="*/ 22323 h 22850"/>
              <a:gd name="connsiteX63" fmla="*/ 69097 w 76040"/>
              <a:gd name="connsiteY63" fmla="*/ 22851 h 22850"/>
              <a:gd name="connsiteX64" fmla="*/ 61283 w 76040"/>
              <a:gd name="connsiteY64" fmla="*/ 19796 h 22850"/>
              <a:gd name="connsiteX65" fmla="*/ 58433 w 76040"/>
              <a:gd name="connsiteY65" fmla="*/ 11429 h 22850"/>
              <a:gd name="connsiteX66" fmla="*/ 61283 w 76040"/>
              <a:gd name="connsiteY66" fmla="*/ 3064 h 22850"/>
              <a:gd name="connsiteX67" fmla="*/ 69097 w 76040"/>
              <a:gd name="connsiteY67" fmla="*/ 0 h 22850"/>
              <a:gd name="connsiteX68" fmla="*/ 72784 w 76040"/>
              <a:gd name="connsiteY68" fmla="*/ 519 h 22850"/>
              <a:gd name="connsiteX69" fmla="*/ 76040 w 76040"/>
              <a:gd name="connsiteY69" fmla="*/ 2093 h 22850"/>
            </a:gdLst>
            <a:ahLst/>
            <a:cxnLst/>
            <a:rect l="l" t="t" r="r" b="b"/>
            <a:pathLst>
              <a:path w="76040" h="22850">
                <a:moveTo>
                  <a:pt x="10355" y="12093"/>
                </a:moveTo>
                <a:cubicBezTo>
                  <a:pt x="10988" y="12306"/>
                  <a:pt x="11604" y="12774"/>
                  <a:pt x="12203" y="13481"/>
                </a:cubicBezTo>
                <a:cubicBezTo>
                  <a:pt x="12802" y="14187"/>
                  <a:pt x="13404" y="15166"/>
                  <a:pt x="14009" y="16400"/>
                </a:cubicBezTo>
                <a:lnTo>
                  <a:pt x="17008" y="22425"/>
                </a:lnTo>
                <a:lnTo>
                  <a:pt x="13831" y="22425"/>
                </a:lnTo>
                <a:lnTo>
                  <a:pt x="11042" y="16774"/>
                </a:lnTo>
                <a:cubicBezTo>
                  <a:pt x="10319" y="15294"/>
                  <a:pt x="9618" y="14314"/>
                  <a:pt x="8942" y="13838"/>
                </a:cubicBezTo>
                <a:cubicBezTo>
                  <a:pt x="8265" y="13353"/>
                  <a:pt x="7342" y="13114"/>
                  <a:pt x="6172" y="13114"/>
                </a:cubicBezTo>
                <a:lnTo>
                  <a:pt x="2953" y="13114"/>
                </a:lnTo>
                <a:lnTo>
                  <a:pt x="2953" y="22425"/>
                </a:lnTo>
                <a:lnTo>
                  <a:pt x="0" y="22425"/>
                </a:lnTo>
                <a:lnTo>
                  <a:pt x="0" y="391"/>
                </a:lnTo>
                <a:lnTo>
                  <a:pt x="6668" y="391"/>
                </a:lnTo>
                <a:cubicBezTo>
                  <a:pt x="9163" y="391"/>
                  <a:pt x="11026" y="919"/>
                  <a:pt x="12255" y="1974"/>
                </a:cubicBezTo>
                <a:cubicBezTo>
                  <a:pt x="13484" y="3029"/>
                  <a:pt x="14098" y="4613"/>
                  <a:pt x="14098" y="6740"/>
                </a:cubicBezTo>
                <a:cubicBezTo>
                  <a:pt x="14098" y="8127"/>
                  <a:pt x="13778" y="9276"/>
                  <a:pt x="13139" y="10196"/>
                </a:cubicBezTo>
                <a:cubicBezTo>
                  <a:pt x="12499" y="11106"/>
                  <a:pt x="11571" y="11745"/>
                  <a:pt x="10355" y="12093"/>
                </a:cubicBezTo>
                <a:close/>
                <a:moveTo>
                  <a:pt x="2953" y="2842"/>
                </a:moveTo>
                <a:lnTo>
                  <a:pt x="2953" y="10664"/>
                </a:lnTo>
                <a:lnTo>
                  <a:pt x="6668" y="10664"/>
                </a:lnTo>
                <a:cubicBezTo>
                  <a:pt x="8090" y="10664"/>
                  <a:pt x="9165" y="10332"/>
                  <a:pt x="9892" y="9668"/>
                </a:cubicBezTo>
                <a:cubicBezTo>
                  <a:pt x="10618" y="9004"/>
                  <a:pt x="10982" y="8025"/>
                  <a:pt x="10982" y="6740"/>
                </a:cubicBezTo>
                <a:cubicBezTo>
                  <a:pt x="10982" y="5455"/>
                  <a:pt x="10618" y="4485"/>
                  <a:pt x="9892" y="3829"/>
                </a:cubicBezTo>
                <a:cubicBezTo>
                  <a:pt x="9165" y="3174"/>
                  <a:pt x="8090" y="2842"/>
                  <a:pt x="6668" y="2842"/>
                </a:cubicBezTo>
                <a:lnTo>
                  <a:pt x="2953" y="2842"/>
                </a:lnTo>
                <a:close/>
                <a:moveTo>
                  <a:pt x="20808" y="391"/>
                </a:moveTo>
                <a:lnTo>
                  <a:pt x="34611" y="391"/>
                </a:lnTo>
                <a:lnTo>
                  <a:pt x="34611" y="2910"/>
                </a:lnTo>
                <a:lnTo>
                  <a:pt x="23760" y="2910"/>
                </a:lnTo>
                <a:lnTo>
                  <a:pt x="23760" y="9430"/>
                </a:lnTo>
                <a:lnTo>
                  <a:pt x="34157" y="9430"/>
                </a:lnTo>
                <a:lnTo>
                  <a:pt x="34157" y="11932"/>
                </a:lnTo>
                <a:lnTo>
                  <a:pt x="23760" y="11932"/>
                </a:lnTo>
                <a:lnTo>
                  <a:pt x="23760" y="19915"/>
                </a:lnTo>
                <a:lnTo>
                  <a:pt x="34873" y="19915"/>
                </a:lnTo>
                <a:lnTo>
                  <a:pt x="34873" y="22425"/>
                </a:lnTo>
                <a:lnTo>
                  <a:pt x="20808" y="22425"/>
                </a:lnTo>
                <a:lnTo>
                  <a:pt x="20808" y="391"/>
                </a:lnTo>
                <a:close/>
                <a:moveTo>
                  <a:pt x="47029" y="3336"/>
                </a:moveTo>
                <a:lnTo>
                  <a:pt x="43018" y="14289"/>
                </a:lnTo>
                <a:lnTo>
                  <a:pt x="51048" y="14289"/>
                </a:lnTo>
                <a:lnTo>
                  <a:pt x="47029" y="3336"/>
                </a:lnTo>
                <a:close/>
                <a:moveTo>
                  <a:pt x="45358" y="391"/>
                </a:moveTo>
                <a:lnTo>
                  <a:pt x="48708" y="391"/>
                </a:lnTo>
                <a:lnTo>
                  <a:pt x="57028" y="22425"/>
                </a:lnTo>
                <a:lnTo>
                  <a:pt x="53959" y="22425"/>
                </a:lnTo>
                <a:lnTo>
                  <a:pt x="51970" y="16774"/>
                </a:lnTo>
                <a:lnTo>
                  <a:pt x="42130" y="16774"/>
                </a:lnTo>
                <a:lnTo>
                  <a:pt x="40141" y="22425"/>
                </a:lnTo>
                <a:lnTo>
                  <a:pt x="37025" y="22425"/>
                </a:lnTo>
                <a:lnTo>
                  <a:pt x="45358" y="391"/>
                </a:lnTo>
                <a:close/>
                <a:moveTo>
                  <a:pt x="76040" y="2093"/>
                </a:moveTo>
                <a:lnTo>
                  <a:pt x="76040" y="5234"/>
                </a:lnTo>
                <a:cubicBezTo>
                  <a:pt x="75045" y="4298"/>
                  <a:pt x="73985" y="3600"/>
                  <a:pt x="72859" y="3140"/>
                </a:cubicBezTo>
                <a:cubicBezTo>
                  <a:pt x="71733" y="2681"/>
                  <a:pt x="70537" y="2451"/>
                  <a:pt x="69270" y="2451"/>
                </a:cubicBezTo>
                <a:cubicBezTo>
                  <a:pt x="66774" y="2451"/>
                  <a:pt x="64863" y="3217"/>
                  <a:pt x="63537" y="4757"/>
                </a:cubicBezTo>
                <a:cubicBezTo>
                  <a:pt x="62212" y="6298"/>
                  <a:pt x="61549" y="8519"/>
                  <a:pt x="61549" y="11429"/>
                </a:cubicBezTo>
                <a:cubicBezTo>
                  <a:pt x="61549" y="14332"/>
                  <a:pt x="62212" y="16553"/>
                  <a:pt x="63537" y="18093"/>
                </a:cubicBezTo>
                <a:cubicBezTo>
                  <a:pt x="64863" y="19634"/>
                  <a:pt x="66774" y="20400"/>
                  <a:pt x="69270" y="20400"/>
                </a:cubicBezTo>
                <a:cubicBezTo>
                  <a:pt x="70537" y="20400"/>
                  <a:pt x="71733" y="20170"/>
                  <a:pt x="72859" y="19710"/>
                </a:cubicBezTo>
                <a:cubicBezTo>
                  <a:pt x="73985" y="19242"/>
                  <a:pt x="75045" y="18544"/>
                  <a:pt x="76040" y="17608"/>
                </a:cubicBezTo>
                <a:lnTo>
                  <a:pt x="76040" y="20732"/>
                </a:lnTo>
                <a:cubicBezTo>
                  <a:pt x="75008" y="21438"/>
                  <a:pt x="73913" y="21966"/>
                  <a:pt x="72756" y="22323"/>
                </a:cubicBezTo>
                <a:cubicBezTo>
                  <a:pt x="71601" y="22672"/>
                  <a:pt x="70381" y="22851"/>
                  <a:pt x="69097" y="22851"/>
                </a:cubicBezTo>
                <a:cubicBezTo>
                  <a:pt x="65790" y="22851"/>
                  <a:pt x="63185" y="21830"/>
                  <a:pt x="61283" y="19796"/>
                </a:cubicBezTo>
                <a:cubicBezTo>
                  <a:pt x="59383" y="17753"/>
                  <a:pt x="58433" y="14962"/>
                  <a:pt x="58433" y="11429"/>
                </a:cubicBezTo>
                <a:cubicBezTo>
                  <a:pt x="58433" y="7889"/>
                  <a:pt x="59383" y="5106"/>
                  <a:pt x="61283" y="3064"/>
                </a:cubicBezTo>
                <a:cubicBezTo>
                  <a:pt x="63185" y="1021"/>
                  <a:pt x="65790" y="0"/>
                  <a:pt x="69097" y="0"/>
                </a:cubicBezTo>
                <a:cubicBezTo>
                  <a:pt x="70401" y="0"/>
                  <a:pt x="71630" y="170"/>
                  <a:pt x="72784" y="519"/>
                </a:cubicBezTo>
                <a:cubicBezTo>
                  <a:pt x="73941" y="876"/>
                  <a:pt x="75027" y="1396"/>
                  <a:pt x="76040" y="2093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73" name="TextBox 1472">
            <a:extLst>
              <a:ext uri="{FF2B5EF4-FFF2-40B4-BE49-F238E27FC236}">
                <a16:creationId xmlns:a16="http://schemas.microsoft.com/office/drawing/2014/main" id="{63A69FAB-D276-8F6F-F8CD-49F1523187F6}"/>
              </a:ext>
            </a:extLst>
          </p:cNvPr>
          <p:cNvSpPr>
            <a:spLocks noGrp="1"/>
          </p:cNvSpPr>
          <p:nvPr/>
        </p:nvSpPr>
        <p:spPr>
          <a:xfrm>
            <a:off x="5240850" y="2352214"/>
            <a:ext cx="19026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Inflammatory bowel disease × 207 genes </a:t>
            </a:r>
          </a:p>
        </p:txBody>
      </p:sp>
      <p:sp>
        <p:nvSpPr>
          <p:cNvPr id="1475" name="TextBox 1474">
            <a:extLst>
              <a:ext uri="{FF2B5EF4-FFF2-40B4-BE49-F238E27FC236}">
                <a16:creationId xmlns:a16="http://schemas.microsoft.com/office/drawing/2014/main" id="{6965D2E6-B679-F922-CBA9-C31B5BAEBC04}"/>
              </a:ext>
            </a:extLst>
          </p:cNvPr>
          <p:cNvSpPr>
            <a:spLocks noGrp="1"/>
          </p:cNvSpPr>
          <p:nvPr/>
        </p:nvSpPr>
        <p:spPr>
          <a:xfrm>
            <a:off x="5521230" y="2673508"/>
            <a:ext cx="67172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/>
              <a:t>Pass rate (%)</a:t>
            </a:r>
          </a:p>
        </p:txBody>
      </p:sp>
      <p:sp>
        <p:nvSpPr>
          <p:cNvPr id="1476" name="TextBox 1475">
            <a:extLst>
              <a:ext uri="{FF2B5EF4-FFF2-40B4-BE49-F238E27FC236}">
                <a16:creationId xmlns:a16="http://schemas.microsoft.com/office/drawing/2014/main" id="{5FA6E94E-6F34-F182-BE57-93C554A67F77}"/>
              </a:ext>
            </a:extLst>
          </p:cNvPr>
          <p:cNvSpPr>
            <a:spLocks noGrp="1"/>
          </p:cNvSpPr>
          <p:nvPr/>
        </p:nvSpPr>
        <p:spPr>
          <a:xfrm>
            <a:off x="6245950" y="2680405"/>
            <a:ext cx="124108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/>
              <a:t>Generated hypothesis examples 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183BF406-7F76-7B07-CF04-2528F2DA2CAB}"/>
              </a:ext>
            </a:extLst>
          </p:cNvPr>
          <p:cNvSpPr>
            <a:spLocks noGrp="1"/>
          </p:cNvSpPr>
          <p:nvPr/>
        </p:nvSpPr>
        <p:spPr>
          <a:xfrm>
            <a:off x="5572023" y="2931865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GO:BP 21/23 (91%) </a:t>
            </a:r>
          </a:p>
        </p:txBody>
      </p:sp>
      <p:sp>
        <p:nvSpPr>
          <p:cNvPr id="1478" name="TextBox 1477">
            <a:extLst>
              <a:ext uri="{FF2B5EF4-FFF2-40B4-BE49-F238E27FC236}">
                <a16:creationId xmlns:a16="http://schemas.microsoft.com/office/drawing/2014/main" id="{9A7A95B5-3136-9E40-D8F2-EF5A14FC6D62}"/>
              </a:ext>
            </a:extLst>
          </p:cNvPr>
          <p:cNvSpPr>
            <a:spLocks noGrp="1"/>
          </p:cNvSpPr>
          <p:nvPr/>
        </p:nvSpPr>
        <p:spPr>
          <a:xfrm>
            <a:off x="5564064" y="3067978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GO:MF 8/15 (53%) 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7B72A35-1B46-B671-FFCD-2ECE1B5B779B}"/>
              </a:ext>
            </a:extLst>
          </p:cNvPr>
          <p:cNvSpPr>
            <a:spLocks noGrp="1"/>
          </p:cNvSpPr>
          <p:nvPr/>
        </p:nvSpPr>
        <p:spPr>
          <a:xfrm>
            <a:off x="5570787" y="3203360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GO:CC 10/11 (91%) 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0B09160A-5B8D-E303-2BC2-4B0A2276489B}"/>
              </a:ext>
            </a:extLst>
          </p:cNvPr>
          <p:cNvSpPr>
            <a:spLocks noGrp="1"/>
          </p:cNvSpPr>
          <p:nvPr/>
        </p:nvSpPr>
        <p:spPr>
          <a:xfrm>
            <a:off x="5565718" y="3335029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KEGG 10/12 (83%) </a:t>
            </a:r>
          </a:p>
        </p:txBody>
      </p:sp>
      <p:sp>
        <p:nvSpPr>
          <p:cNvPr id="1481" name="TextBox 1480">
            <a:extLst>
              <a:ext uri="{FF2B5EF4-FFF2-40B4-BE49-F238E27FC236}">
                <a16:creationId xmlns:a16="http://schemas.microsoft.com/office/drawing/2014/main" id="{4D1B6FCE-B061-FBCC-008E-2E6BAEC9386E}"/>
              </a:ext>
            </a:extLst>
          </p:cNvPr>
          <p:cNvSpPr>
            <a:spLocks noGrp="1"/>
          </p:cNvSpPr>
          <p:nvPr/>
        </p:nvSpPr>
        <p:spPr>
          <a:xfrm>
            <a:off x="5531469" y="3471060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REAC 7/9 (78%) </a:t>
            </a:r>
          </a:p>
        </p:txBody>
      </p:sp>
      <p:sp>
        <p:nvSpPr>
          <p:cNvPr id="1482" name="TextBox 1481">
            <a:extLst>
              <a:ext uri="{FF2B5EF4-FFF2-40B4-BE49-F238E27FC236}">
                <a16:creationId xmlns:a16="http://schemas.microsoft.com/office/drawing/2014/main" id="{FD5FB798-99B8-1173-1346-286BF2450A33}"/>
              </a:ext>
            </a:extLst>
          </p:cNvPr>
          <p:cNvSpPr>
            <a:spLocks noGrp="1"/>
          </p:cNvSpPr>
          <p:nvPr/>
        </p:nvSpPr>
        <p:spPr>
          <a:xfrm>
            <a:off x="6477826" y="2866991"/>
            <a:ext cx="10435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GO:0050727: regulation of inflammatory response (✓)</a:t>
            </a:r>
          </a:p>
        </p:txBody>
      </p:sp>
      <p:sp>
        <p:nvSpPr>
          <p:cNvPr id="1483" name="TextBox 1482">
            <a:extLst>
              <a:ext uri="{FF2B5EF4-FFF2-40B4-BE49-F238E27FC236}">
                <a16:creationId xmlns:a16="http://schemas.microsoft.com/office/drawing/2014/main" id="{AC80B3F8-C089-C2BF-455B-927510D1B28D}"/>
              </a:ext>
            </a:extLst>
          </p:cNvPr>
          <p:cNvSpPr>
            <a:spLocks noGrp="1"/>
          </p:cNvSpPr>
          <p:nvPr/>
        </p:nvSpPr>
        <p:spPr>
          <a:xfrm>
            <a:off x="6476345" y="3037119"/>
            <a:ext cx="9374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GO:0009617: response to bacterium (✓)</a:t>
            </a:r>
          </a:p>
        </p:txBody>
      </p:sp>
      <p:sp>
        <p:nvSpPr>
          <p:cNvPr id="1484" name="TextBox 1483">
            <a:extLst>
              <a:ext uri="{FF2B5EF4-FFF2-40B4-BE49-F238E27FC236}">
                <a16:creationId xmlns:a16="http://schemas.microsoft.com/office/drawing/2014/main" id="{75BA13C4-0A0C-1E20-0149-8833943E6D58}"/>
              </a:ext>
            </a:extLst>
          </p:cNvPr>
          <p:cNvSpPr>
            <a:spLocks noGrp="1"/>
          </p:cNvSpPr>
          <p:nvPr/>
        </p:nvSpPr>
        <p:spPr>
          <a:xfrm>
            <a:off x="6479046" y="3184181"/>
            <a:ext cx="815831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/>
              <a:t>GO:0006897: endocytosis (✓)</a:t>
            </a:r>
          </a:p>
        </p:txBody>
      </p:sp>
      <p:sp>
        <p:nvSpPr>
          <p:cNvPr id="1485" name="TextBox 1484">
            <a:extLst>
              <a:ext uri="{FF2B5EF4-FFF2-40B4-BE49-F238E27FC236}">
                <a16:creationId xmlns:a16="http://schemas.microsoft.com/office/drawing/2014/main" id="{1508DF37-F525-4514-5299-056B09483017}"/>
              </a:ext>
            </a:extLst>
          </p:cNvPr>
          <p:cNvSpPr>
            <a:spLocks noGrp="1"/>
          </p:cNvSpPr>
          <p:nvPr/>
        </p:nvSpPr>
        <p:spPr>
          <a:xfrm>
            <a:off x="6480513" y="3293569"/>
            <a:ext cx="10005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hsa04060: Cytokine-cytokine receptor interaction (✗)</a:t>
            </a:r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7C80E5B7-97B5-363B-2F59-7E304F627EB1}"/>
              </a:ext>
            </a:extLst>
          </p:cNvPr>
          <p:cNvSpPr>
            <a:spLocks noGrp="1"/>
          </p:cNvSpPr>
          <p:nvPr/>
        </p:nvSpPr>
        <p:spPr>
          <a:xfrm>
            <a:off x="6478823" y="3451589"/>
            <a:ext cx="10246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R-HSA-9020933: Interleukin-23 signaling (✗)</a:t>
            </a:r>
          </a:p>
        </p:txBody>
      </p:sp>
      <p:sp>
        <p:nvSpPr>
          <p:cNvPr id="1488" name="Freeform 1487">
            <a:extLst>
              <a:ext uri="{FF2B5EF4-FFF2-40B4-BE49-F238E27FC236}">
                <a16:creationId xmlns:a16="http://schemas.microsoft.com/office/drawing/2014/main" id="{F287B4C1-BC6A-86A3-9ECC-B8C3504299B8}"/>
              </a:ext>
            </a:extLst>
          </p:cNvPr>
          <p:cNvSpPr>
            <a:spLocks noGrp="1"/>
          </p:cNvSpPr>
          <p:nvPr/>
        </p:nvSpPr>
        <p:spPr>
          <a:xfrm>
            <a:off x="7621899" y="2295929"/>
            <a:ext cx="2661267" cy="1469941"/>
          </a:xfrm>
          <a:custGeom>
            <a:avLst/>
            <a:gdLst>
              <a:gd name="connsiteX0" fmla="*/ 0 w 1927663"/>
              <a:gd name="connsiteY0" fmla="*/ 1109469 h 1109468"/>
              <a:gd name="connsiteX1" fmla="*/ 1927664 w 1927663"/>
              <a:gd name="connsiteY1" fmla="*/ 1109469 h 1109468"/>
              <a:gd name="connsiteX2" fmla="*/ 1927664 w 1927663"/>
              <a:gd name="connsiteY2" fmla="*/ 0 h 1109468"/>
              <a:gd name="connsiteX3" fmla="*/ 0 w 1927663"/>
              <a:gd name="connsiteY3" fmla="*/ 0 h 1109468"/>
            </a:gdLst>
            <a:ahLst/>
            <a:cxnLst/>
            <a:rect l="l" t="t" r="r" b="b"/>
            <a:pathLst>
              <a:path w="1927663" h="1109468">
                <a:moveTo>
                  <a:pt x="0" y="1109469"/>
                </a:moveTo>
                <a:lnTo>
                  <a:pt x="1927664" y="1109469"/>
                </a:lnTo>
                <a:lnTo>
                  <a:pt x="19276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  <a:ln w="5474">
            <a:solidFill>
              <a:srgbClr val="D7D7D7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0" name="Freeform 1489">
            <a:extLst>
              <a:ext uri="{FF2B5EF4-FFF2-40B4-BE49-F238E27FC236}">
                <a16:creationId xmlns:a16="http://schemas.microsoft.com/office/drawing/2014/main" id="{F7CA4405-2010-CD9C-8F25-AF7FF6907446}"/>
              </a:ext>
            </a:extLst>
          </p:cNvPr>
          <p:cNvSpPr>
            <a:spLocks noGrp="1"/>
          </p:cNvSpPr>
          <p:nvPr/>
        </p:nvSpPr>
        <p:spPr>
          <a:xfrm>
            <a:off x="8348832" y="2673513"/>
            <a:ext cx="636097" cy="998785"/>
          </a:xfrm>
          <a:custGeom>
            <a:avLst/>
            <a:gdLst>
              <a:gd name="connsiteX0" fmla="*/ 0 w 530107"/>
              <a:gd name="connsiteY0" fmla="*/ 863657 h 863656"/>
              <a:gd name="connsiteX1" fmla="*/ 530107 w 530107"/>
              <a:gd name="connsiteY1" fmla="*/ 863657 h 863656"/>
              <a:gd name="connsiteX2" fmla="*/ 530107 w 530107"/>
              <a:gd name="connsiteY2" fmla="*/ 0 h 863656"/>
              <a:gd name="connsiteX3" fmla="*/ 0 w 530107"/>
              <a:gd name="connsiteY3" fmla="*/ 0 h 863656"/>
            </a:gdLst>
            <a:ahLst/>
            <a:cxnLst/>
            <a:rect l="l" t="t" r="r" b="b"/>
            <a:pathLst>
              <a:path w="530107" h="863656">
                <a:moveTo>
                  <a:pt x="0" y="863657"/>
                </a:moveTo>
                <a:lnTo>
                  <a:pt x="530107" y="863657"/>
                </a:lnTo>
                <a:lnTo>
                  <a:pt x="530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2" name="Freeform 1491">
            <a:extLst>
              <a:ext uri="{FF2B5EF4-FFF2-40B4-BE49-F238E27FC236}">
                <a16:creationId xmlns:a16="http://schemas.microsoft.com/office/drawing/2014/main" id="{7B4A197C-4F42-E54E-0BBD-084BB80301E9}"/>
              </a:ext>
            </a:extLst>
          </p:cNvPr>
          <p:cNvSpPr>
            <a:spLocks noGrp="1"/>
          </p:cNvSpPr>
          <p:nvPr/>
        </p:nvSpPr>
        <p:spPr>
          <a:xfrm>
            <a:off x="9084206" y="2673513"/>
            <a:ext cx="1131461" cy="998785"/>
          </a:xfrm>
          <a:custGeom>
            <a:avLst/>
            <a:gdLst>
              <a:gd name="connsiteX0" fmla="*/ 0 w 807210"/>
              <a:gd name="connsiteY0" fmla="*/ 863657 h 863656"/>
              <a:gd name="connsiteX1" fmla="*/ 807211 w 807210"/>
              <a:gd name="connsiteY1" fmla="*/ 863657 h 863656"/>
              <a:gd name="connsiteX2" fmla="*/ 807211 w 807210"/>
              <a:gd name="connsiteY2" fmla="*/ 0 h 863656"/>
              <a:gd name="connsiteX3" fmla="*/ 0 w 807210"/>
              <a:gd name="connsiteY3" fmla="*/ 0 h 863656"/>
            </a:gdLst>
            <a:ahLst/>
            <a:cxnLst/>
            <a:rect l="l" t="t" r="r" b="b"/>
            <a:pathLst>
              <a:path w="807210" h="863656">
                <a:moveTo>
                  <a:pt x="0" y="863657"/>
                </a:moveTo>
                <a:lnTo>
                  <a:pt x="807211" y="863657"/>
                </a:lnTo>
                <a:lnTo>
                  <a:pt x="807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4632">
            <a:solidFill>
              <a:srgbClr val="7A7A7A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4" name="Freeform 1493">
            <a:extLst>
              <a:ext uri="{FF2B5EF4-FFF2-40B4-BE49-F238E27FC236}">
                <a16:creationId xmlns:a16="http://schemas.microsoft.com/office/drawing/2014/main" id="{D9B722EE-3038-5AD8-FB32-9ADBD5AF4862}"/>
              </a:ext>
            </a:extLst>
          </p:cNvPr>
          <p:cNvSpPr>
            <a:spLocks noGrp="1"/>
          </p:cNvSpPr>
          <p:nvPr/>
        </p:nvSpPr>
        <p:spPr>
          <a:xfrm>
            <a:off x="8402579" y="3008670"/>
            <a:ext cx="31362" cy="10747"/>
          </a:xfrm>
          <a:custGeom>
            <a:avLst/>
            <a:gdLst>
              <a:gd name="connsiteX0" fmla="*/ 0 w 28116"/>
              <a:gd name="connsiteY0" fmla="*/ 9294 h 9293"/>
              <a:gd name="connsiteX1" fmla="*/ 28116 w 28116"/>
              <a:gd name="connsiteY1" fmla="*/ 9294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5" name="Freeform 1494">
            <a:extLst>
              <a:ext uri="{FF2B5EF4-FFF2-40B4-BE49-F238E27FC236}">
                <a16:creationId xmlns:a16="http://schemas.microsoft.com/office/drawing/2014/main" id="{213EE573-AC5C-5022-5281-B923F07E37B9}"/>
              </a:ext>
            </a:extLst>
          </p:cNvPr>
          <p:cNvSpPr>
            <a:spLocks noGrp="1"/>
          </p:cNvSpPr>
          <p:nvPr/>
        </p:nvSpPr>
        <p:spPr>
          <a:xfrm>
            <a:off x="8402579" y="3145428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A69A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6" name="Freeform 1495">
            <a:extLst>
              <a:ext uri="{FF2B5EF4-FFF2-40B4-BE49-F238E27FC236}">
                <a16:creationId xmlns:a16="http://schemas.microsoft.com/office/drawing/2014/main" id="{2513F0C9-6AF0-A51A-083E-2B7CDF1B6A03}"/>
              </a:ext>
            </a:extLst>
          </p:cNvPr>
          <p:cNvSpPr>
            <a:spLocks noGrp="1"/>
          </p:cNvSpPr>
          <p:nvPr/>
        </p:nvSpPr>
        <p:spPr>
          <a:xfrm>
            <a:off x="8402579" y="3282185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7" name="Freeform 1496">
            <a:extLst>
              <a:ext uri="{FF2B5EF4-FFF2-40B4-BE49-F238E27FC236}">
                <a16:creationId xmlns:a16="http://schemas.microsoft.com/office/drawing/2014/main" id="{842502D6-1318-8261-0D81-A23E96FC2B52}"/>
              </a:ext>
            </a:extLst>
          </p:cNvPr>
          <p:cNvSpPr>
            <a:spLocks noGrp="1"/>
          </p:cNvSpPr>
          <p:nvPr/>
        </p:nvSpPr>
        <p:spPr>
          <a:xfrm>
            <a:off x="8402579" y="3418942"/>
            <a:ext cx="31362" cy="10747"/>
          </a:xfrm>
          <a:custGeom>
            <a:avLst/>
            <a:gdLst>
              <a:gd name="connsiteX0" fmla="*/ 0 w 28116"/>
              <a:gd name="connsiteY0" fmla="*/ 9294 h 9293"/>
              <a:gd name="connsiteX1" fmla="*/ 28116 w 28116"/>
              <a:gd name="connsiteY1" fmla="*/ 9294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4"/>
                </a:moveTo>
                <a:lnTo>
                  <a:pt x="28116" y="9294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A726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98" name="Freeform 1497">
            <a:extLst>
              <a:ext uri="{FF2B5EF4-FFF2-40B4-BE49-F238E27FC236}">
                <a16:creationId xmlns:a16="http://schemas.microsoft.com/office/drawing/2014/main" id="{5AADF10C-0660-8E01-0C55-2733F3E12E38}"/>
              </a:ext>
            </a:extLst>
          </p:cNvPr>
          <p:cNvSpPr>
            <a:spLocks noGrp="1"/>
          </p:cNvSpPr>
          <p:nvPr/>
        </p:nvSpPr>
        <p:spPr>
          <a:xfrm>
            <a:off x="8402579" y="3555700"/>
            <a:ext cx="31362" cy="10747"/>
          </a:xfrm>
          <a:custGeom>
            <a:avLst/>
            <a:gdLst>
              <a:gd name="connsiteX0" fmla="*/ 0 w 28116"/>
              <a:gd name="connsiteY0" fmla="*/ 9293 h 9293"/>
              <a:gd name="connsiteX1" fmla="*/ 28116 w 28116"/>
              <a:gd name="connsiteY1" fmla="*/ 9293 h 9293"/>
              <a:gd name="connsiteX2" fmla="*/ 28116 w 28116"/>
              <a:gd name="connsiteY2" fmla="*/ 0 h 9293"/>
              <a:gd name="connsiteX3" fmla="*/ 0 w 28116"/>
              <a:gd name="connsiteY3" fmla="*/ 0 h 9293"/>
            </a:gdLst>
            <a:ahLst/>
            <a:cxnLst/>
            <a:rect l="l" t="t" r="r" b="b"/>
            <a:pathLst>
              <a:path w="28116" h="9293">
                <a:moveTo>
                  <a:pt x="0" y="9293"/>
                </a:moveTo>
                <a:lnTo>
                  <a:pt x="28116" y="9293"/>
                </a:lnTo>
                <a:lnTo>
                  <a:pt x="28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F5350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02" name="Freeform 1501">
            <a:extLst>
              <a:ext uri="{FF2B5EF4-FFF2-40B4-BE49-F238E27FC236}">
                <a16:creationId xmlns:a16="http://schemas.microsoft.com/office/drawing/2014/main" id="{BA32BFB0-7DD9-FD44-8FE3-B55E93545896}"/>
              </a:ext>
            </a:extLst>
          </p:cNvPr>
          <p:cNvSpPr>
            <a:spLocks noGrp="1"/>
          </p:cNvSpPr>
          <p:nvPr/>
        </p:nvSpPr>
        <p:spPr>
          <a:xfrm>
            <a:off x="9124470" y="2940195"/>
            <a:ext cx="129909" cy="49170"/>
          </a:xfrm>
          <a:custGeom>
            <a:avLst/>
            <a:gdLst>
              <a:gd name="connsiteX0" fmla="*/ 16070 w 116464"/>
              <a:gd name="connsiteY0" fmla="*/ 42519 h 42518"/>
              <a:gd name="connsiteX1" fmla="*/ 100403 w 116464"/>
              <a:gd name="connsiteY1" fmla="*/ 42519 h 42518"/>
              <a:gd name="connsiteX2" fmla="*/ 116464 w 116464"/>
              <a:gd name="connsiteY2" fmla="*/ 37200 h 42518"/>
              <a:gd name="connsiteX3" fmla="*/ 116464 w 116464"/>
              <a:gd name="connsiteY3" fmla="*/ 5310 h 42518"/>
              <a:gd name="connsiteX4" fmla="*/ 100403 w 116464"/>
              <a:gd name="connsiteY4" fmla="*/ 0 h 42518"/>
              <a:gd name="connsiteX5" fmla="*/ 16070 w 116464"/>
              <a:gd name="connsiteY5" fmla="*/ 0 h 42518"/>
              <a:gd name="connsiteX6" fmla="*/ 0 w 116464"/>
              <a:gd name="connsiteY6" fmla="*/ 5310 h 42518"/>
              <a:gd name="connsiteX7" fmla="*/ 0 w 116464"/>
              <a:gd name="connsiteY7" fmla="*/ 37200 h 42518"/>
              <a:gd name="connsiteX8" fmla="*/ 16070 w 116464"/>
              <a:gd name="connsiteY8" fmla="*/ 42519 h 42518"/>
            </a:gdLst>
            <a:ahLst/>
            <a:cxnLst/>
            <a:rect l="l" t="t" r="r" b="b"/>
            <a:pathLst>
              <a:path w="116464" h="42518">
                <a:moveTo>
                  <a:pt x="16070" y="42519"/>
                </a:moveTo>
                <a:lnTo>
                  <a:pt x="100403" y="42519"/>
                </a:lnTo>
                <a:cubicBezTo>
                  <a:pt x="111108" y="42519"/>
                  <a:pt x="116464" y="40749"/>
                  <a:pt x="116464" y="37200"/>
                </a:cubicBezTo>
                <a:lnTo>
                  <a:pt x="116464" y="5310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70" y="0"/>
                </a:lnTo>
                <a:cubicBezTo>
                  <a:pt x="5357" y="0"/>
                  <a:pt x="0" y="1770"/>
                  <a:pt x="0" y="5310"/>
                </a:cubicBezTo>
                <a:lnTo>
                  <a:pt x="0" y="37200"/>
                </a:lnTo>
                <a:cubicBezTo>
                  <a:pt x="0" y="40749"/>
                  <a:pt x="5357" y="42519"/>
                  <a:pt x="16070" y="42519"/>
                </a:cubicBezTo>
                <a:close/>
              </a:path>
            </a:pathLst>
          </a:custGeom>
          <a:solidFill>
            <a:srgbClr val="7E57C2">
              <a:alpha val="12000"/>
            </a:srgbClr>
          </a:solidFill>
          <a:ln w="3369">
            <a:solidFill>
              <a:srgbClr val="7E57C2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19" name="Freeform 1518">
            <a:extLst>
              <a:ext uri="{FF2B5EF4-FFF2-40B4-BE49-F238E27FC236}">
                <a16:creationId xmlns:a16="http://schemas.microsoft.com/office/drawing/2014/main" id="{AC5C442D-6555-2433-19FB-C2CD0AACAE87}"/>
              </a:ext>
            </a:extLst>
          </p:cNvPr>
          <p:cNvSpPr>
            <a:spLocks noGrp="1"/>
          </p:cNvSpPr>
          <p:nvPr/>
        </p:nvSpPr>
        <p:spPr>
          <a:xfrm>
            <a:off x="9164752" y="2946979"/>
            <a:ext cx="49353" cy="27627"/>
          </a:xfrm>
          <a:custGeom>
            <a:avLst/>
            <a:gdLst>
              <a:gd name="connsiteX0" fmla="*/ 9482 w 44245"/>
              <a:gd name="connsiteY0" fmla="*/ 9251 h 23889"/>
              <a:gd name="connsiteX1" fmla="*/ 11667 w 44245"/>
              <a:gd name="connsiteY1" fmla="*/ 8613 h 23889"/>
              <a:gd name="connsiteX2" fmla="*/ 12409 w 44245"/>
              <a:gd name="connsiteY2" fmla="*/ 6724 h 23889"/>
              <a:gd name="connsiteX3" fmla="*/ 11667 w 44245"/>
              <a:gd name="connsiteY3" fmla="*/ 4843 h 23889"/>
              <a:gd name="connsiteX4" fmla="*/ 9482 w 44245"/>
              <a:gd name="connsiteY4" fmla="*/ 4196 h 23889"/>
              <a:gd name="connsiteX5" fmla="*/ 6107 w 44245"/>
              <a:gd name="connsiteY5" fmla="*/ 4196 h 23889"/>
              <a:gd name="connsiteX6" fmla="*/ 6107 w 44245"/>
              <a:gd name="connsiteY6" fmla="*/ 9251 h 23889"/>
              <a:gd name="connsiteX7" fmla="*/ 9482 w 44245"/>
              <a:gd name="connsiteY7" fmla="*/ 9251 h 23889"/>
              <a:gd name="connsiteX8" fmla="*/ 9684 w 44245"/>
              <a:gd name="connsiteY8" fmla="*/ 19694 h 23889"/>
              <a:gd name="connsiteX9" fmla="*/ 12451 w 44245"/>
              <a:gd name="connsiteY9" fmla="*/ 18911 h 23889"/>
              <a:gd name="connsiteX10" fmla="*/ 13379 w 44245"/>
              <a:gd name="connsiteY10" fmla="*/ 16545 h 23889"/>
              <a:gd name="connsiteX11" fmla="*/ 12460 w 44245"/>
              <a:gd name="connsiteY11" fmla="*/ 14213 h 23889"/>
              <a:gd name="connsiteX12" fmla="*/ 9684 w 44245"/>
              <a:gd name="connsiteY12" fmla="*/ 13439 h 23889"/>
              <a:gd name="connsiteX13" fmla="*/ 6107 w 44245"/>
              <a:gd name="connsiteY13" fmla="*/ 13439 h 23889"/>
              <a:gd name="connsiteX14" fmla="*/ 6107 w 44245"/>
              <a:gd name="connsiteY14" fmla="*/ 19694 h 23889"/>
              <a:gd name="connsiteX15" fmla="*/ 9684 w 44245"/>
              <a:gd name="connsiteY15" fmla="*/ 19694 h 23889"/>
              <a:gd name="connsiteX16" fmla="*/ 15370 w 44245"/>
              <a:gd name="connsiteY16" fmla="*/ 11107 h 23889"/>
              <a:gd name="connsiteX17" fmla="*/ 18407 w 44245"/>
              <a:gd name="connsiteY17" fmla="*/ 13234 h 23889"/>
              <a:gd name="connsiteX18" fmla="*/ 19487 w 44245"/>
              <a:gd name="connsiteY18" fmla="*/ 17038 h 23889"/>
              <a:gd name="connsiteX19" fmla="*/ 17175 w 44245"/>
              <a:gd name="connsiteY19" fmla="*/ 22196 h 23889"/>
              <a:gd name="connsiteX20" fmla="*/ 10131 w 44245"/>
              <a:gd name="connsiteY20" fmla="*/ 23889 h 23889"/>
              <a:gd name="connsiteX21" fmla="*/ 0 w 44245"/>
              <a:gd name="connsiteY21" fmla="*/ 23889 h 23889"/>
              <a:gd name="connsiteX22" fmla="*/ 0 w 44245"/>
              <a:gd name="connsiteY22" fmla="*/ 0 h 23889"/>
              <a:gd name="connsiteX23" fmla="*/ 9161 w 44245"/>
              <a:gd name="connsiteY23" fmla="*/ 0 h 23889"/>
              <a:gd name="connsiteX24" fmla="*/ 16306 w 44245"/>
              <a:gd name="connsiteY24" fmla="*/ 1506 h 23889"/>
              <a:gd name="connsiteX25" fmla="*/ 18525 w 44245"/>
              <a:gd name="connsiteY25" fmla="*/ 6324 h 23889"/>
              <a:gd name="connsiteX26" fmla="*/ 17707 w 44245"/>
              <a:gd name="connsiteY26" fmla="*/ 9285 h 23889"/>
              <a:gd name="connsiteX27" fmla="*/ 15370 w 44245"/>
              <a:gd name="connsiteY27" fmla="*/ 11107 h 23889"/>
              <a:gd name="connsiteX28" fmla="*/ 24759 w 44245"/>
              <a:gd name="connsiteY28" fmla="*/ 0 h 23889"/>
              <a:gd name="connsiteX29" fmla="*/ 34882 w 44245"/>
              <a:gd name="connsiteY29" fmla="*/ 0 h 23889"/>
              <a:gd name="connsiteX30" fmla="*/ 41825 w 44245"/>
              <a:gd name="connsiteY30" fmla="*/ 2026 h 23889"/>
              <a:gd name="connsiteX31" fmla="*/ 44246 w 44245"/>
              <a:gd name="connsiteY31" fmla="*/ 7796 h 23889"/>
              <a:gd name="connsiteX32" fmla="*/ 41825 w 44245"/>
              <a:gd name="connsiteY32" fmla="*/ 13575 h 23889"/>
              <a:gd name="connsiteX33" fmla="*/ 34882 w 44245"/>
              <a:gd name="connsiteY33" fmla="*/ 15600 h 23889"/>
              <a:gd name="connsiteX34" fmla="*/ 30858 w 44245"/>
              <a:gd name="connsiteY34" fmla="*/ 15600 h 23889"/>
              <a:gd name="connsiteX35" fmla="*/ 30858 w 44245"/>
              <a:gd name="connsiteY35" fmla="*/ 23889 h 23889"/>
              <a:gd name="connsiteX36" fmla="*/ 24759 w 44245"/>
              <a:gd name="connsiteY36" fmla="*/ 23889 h 23889"/>
              <a:gd name="connsiteX37" fmla="*/ 24759 w 44245"/>
              <a:gd name="connsiteY37" fmla="*/ 0 h 23889"/>
              <a:gd name="connsiteX38" fmla="*/ 30858 w 44245"/>
              <a:gd name="connsiteY38" fmla="*/ 4460 h 23889"/>
              <a:gd name="connsiteX39" fmla="*/ 30858 w 44245"/>
              <a:gd name="connsiteY39" fmla="*/ 11132 h 23889"/>
              <a:gd name="connsiteX40" fmla="*/ 34232 w 44245"/>
              <a:gd name="connsiteY40" fmla="*/ 11132 h 23889"/>
              <a:gd name="connsiteX41" fmla="*/ 36982 w 44245"/>
              <a:gd name="connsiteY41" fmla="*/ 10264 h 23889"/>
              <a:gd name="connsiteX42" fmla="*/ 37952 w 44245"/>
              <a:gd name="connsiteY42" fmla="*/ 7796 h 23889"/>
              <a:gd name="connsiteX43" fmla="*/ 36982 w 44245"/>
              <a:gd name="connsiteY43" fmla="*/ 5328 h 23889"/>
              <a:gd name="connsiteX44" fmla="*/ 34232 w 44245"/>
              <a:gd name="connsiteY44" fmla="*/ 4460 h 23889"/>
              <a:gd name="connsiteX45" fmla="*/ 30858 w 44245"/>
              <a:gd name="connsiteY45" fmla="*/ 4460 h 23889"/>
            </a:gdLst>
            <a:ahLst/>
            <a:cxnLst/>
            <a:rect l="l" t="t" r="r" b="b"/>
            <a:pathLst>
              <a:path w="44245" h="23889">
                <a:moveTo>
                  <a:pt x="9482" y="9251"/>
                </a:moveTo>
                <a:cubicBezTo>
                  <a:pt x="10443" y="9251"/>
                  <a:pt x="11169" y="9038"/>
                  <a:pt x="11667" y="8613"/>
                </a:cubicBezTo>
                <a:cubicBezTo>
                  <a:pt x="12164" y="8188"/>
                  <a:pt x="12409" y="7557"/>
                  <a:pt x="12409" y="6724"/>
                </a:cubicBezTo>
                <a:cubicBezTo>
                  <a:pt x="12409" y="5898"/>
                  <a:pt x="12164" y="5277"/>
                  <a:pt x="11667" y="4843"/>
                </a:cubicBezTo>
                <a:cubicBezTo>
                  <a:pt x="11169" y="4409"/>
                  <a:pt x="10443" y="4196"/>
                  <a:pt x="9482" y="4196"/>
                </a:cubicBezTo>
                <a:lnTo>
                  <a:pt x="6107" y="4196"/>
                </a:lnTo>
                <a:lnTo>
                  <a:pt x="6107" y="9251"/>
                </a:lnTo>
                <a:lnTo>
                  <a:pt x="9482" y="9251"/>
                </a:lnTo>
                <a:close/>
                <a:moveTo>
                  <a:pt x="9684" y="19694"/>
                </a:moveTo>
                <a:cubicBezTo>
                  <a:pt x="10916" y="19694"/>
                  <a:pt x="11835" y="19430"/>
                  <a:pt x="12451" y="18911"/>
                </a:cubicBezTo>
                <a:cubicBezTo>
                  <a:pt x="13075" y="18392"/>
                  <a:pt x="13379" y="17600"/>
                  <a:pt x="13379" y="16545"/>
                </a:cubicBezTo>
                <a:cubicBezTo>
                  <a:pt x="13379" y="15507"/>
                  <a:pt x="13075" y="14732"/>
                  <a:pt x="12460" y="14213"/>
                </a:cubicBezTo>
                <a:cubicBezTo>
                  <a:pt x="11852" y="13694"/>
                  <a:pt x="10924" y="13439"/>
                  <a:pt x="9684" y="13439"/>
                </a:cubicBezTo>
                <a:lnTo>
                  <a:pt x="6107" y="13439"/>
                </a:lnTo>
                <a:lnTo>
                  <a:pt x="6107" y="19694"/>
                </a:lnTo>
                <a:lnTo>
                  <a:pt x="9684" y="19694"/>
                </a:lnTo>
                <a:close/>
                <a:moveTo>
                  <a:pt x="15370" y="11107"/>
                </a:moveTo>
                <a:cubicBezTo>
                  <a:pt x="16677" y="11490"/>
                  <a:pt x="17690" y="12196"/>
                  <a:pt x="18407" y="13234"/>
                </a:cubicBezTo>
                <a:cubicBezTo>
                  <a:pt x="19124" y="14264"/>
                  <a:pt x="19487" y="15532"/>
                  <a:pt x="19487" y="17038"/>
                </a:cubicBezTo>
                <a:cubicBezTo>
                  <a:pt x="19487" y="19345"/>
                  <a:pt x="18719" y="21064"/>
                  <a:pt x="17175" y="22196"/>
                </a:cubicBezTo>
                <a:cubicBezTo>
                  <a:pt x="15631" y="23320"/>
                  <a:pt x="13278" y="23889"/>
                  <a:pt x="10131" y="23889"/>
                </a:cubicBezTo>
                <a:lnTo>
                  <a:pt x="0" y="23889"/>
                </a:lnTo>
                <a:lnTo>
                  <a:pt x="0" y="0"/>
                </a:lnTo>
                <a:lnTo>
                  <a:pt x="9161" y="0"/>
                </a:lnTo>
                <a:cubicBezTo>
                  <a:pt x="12451" y="0"/>
                  <a:pt x="14839" y="502"/>
                  <a:pt x="16306" y="1506"/>
                </a:cubicBezTo>
                <a:cubicBezTo>
                  <a:pt x="17783" y="2511"/>
                  <a:pt x="18525" y="4111"/>
                  <a:pt x="18525" y="6324"/>
                </a:cubicBezTo>
                <a:cubicBezTo>
                  <a:pt x="18525" y="7481"/>
                  <a:pt x="18255" y="8469"/>
                  <a:pt x="17707" y="9285"/>
                </a:cubicBezTo>
                <a:cubicBezTo>
                  <a:pt x="17175" y="10102"/>
                  <a:pt x="16391" y="10707"/>
                  <a:pt x="15370" y="11107"/>
                </a:cubicBezTo>
                <a:close/>
                <a:moveTo>
                  <a:pt x="24759" y="0"/>
                </a:moveTo>
                <a:lnTo>
                  <a:pt x="34882" y="0"/>
                </a:lnTo>
                <a:cubicBezTo>
                  <a:pt x="37902" y="0"/>
                  <a:pt x="40213" y="673"/>
                  <a:pt x="41825" y="2026"/>
                </a:cubicBezTo>
                <a:cubicBezTo>
                  <a:pt x="43436" y="3379"/>
                  <a:pt x="44246" y="5294"/>
                  <a:pt x="44246" y="7796"/>
                </a:cubicBezTo>
                <a:cubicBezTo>
                  <a:pt x="44246" y="10298"/>
                  <a:pt x="43436" y="12230"/>
                  <a:pt x="41825" y="13575"/>
                </a:cubicBezTo>
                <a:cubicBezTo>
                  <a:pt x="40213" y="14928"/>
                  <a:pt x="37902" y="15600"/>
                  <a:pt x="34882" y="15600"/>
                </a:cubicBezTo>
                <a:lnTo>
                  <a:pt x="30858" y="15600"/>
                </a:lnTo>
                <a:lnTo>
                  <a:pt x="30858" y="23889"/>
                </a:lnTo>
                <a:lnTo>
                  <a:pt x="24759" y="23889"/>
                </a:lnTo>
                <a:lnTo>
                  <a:pt x="24759" y="0"/>
                </a:lnTo>
                <a:close/>
                <a:moveTo>
                  <a:pt x="30858" y="4460"/>
                </a:moveTo>
                <a:lnTo>
                  <a:pt x="30858" y="11132"/>
                </a:lnTo>
                <a:lnTo>
                  <a:pt x="34232" y="11132"/>
                </a:lnTo>
                <a:cubicBezTo>
                  <a:pt x="35422" y="11132"/>
                  <a:pt x="36333" y="10843"/>
                  <a:pt x="36982" y="10264"/>
                </a:cubicBezTo>
                <a:cubicBezTo>
                  <a:pt x="37623" y="9685"/>
                  <a:pt x="37952" y="8860"/>
                  <a:pt x="37952" y="7796"/>
                </a:cubicBezTo>
                <a:cubicBezTo>
                  <a:pt x="37952" y="6724"/>
                  <a:pt x="37623" y="5907"/>
                  <a:pt x="36982" y="5328"/>
                </a:cubicBezTo>
                <a:cubicBezTo>
                  <a:pt x="36333" y="4749"/>
                  <a:pt x="35422" y="4460"/>
                  <a:pt x="34232" y="4460"/>
                </a:cubicBezTo>
                <a:lnTo>
                  <a:pt x="30858" y="4460"/>
                </a:lnTo>
                <a:close/>
              </a:path>
            </a:pathLst>
          </a:custGeom>
          <a:solidFill>
            <a:srgbClr val="7E57C2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48" name="TextBox 1547">
            <a:extLst>
              <a:ext uri="{FF2B5EF4-FFF2-40B4-BE49-F238E27FC236}">
                <a16:creationId xmlns:a16="http://schemas.microsoft.com/office/drawing/2014/main" id="{D12B2217-9DB0-D37A-A7C0-820F3D0FDF6E}"/>
              </a:ext>
            </a:extLst>
          </p:cNvPr>
          <p:cNvSpPr>
            <a:spLocks noGrp="1"/>
          </p:cNvSpPr>
          <p:nvPr/>
        </p:nvSpPr>
        <p:spPr>
          <a:xfrm>
            <a:off x="8304344" y="2673508"/>
            <a:ext cx="67172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/>
              <a:t>Pass rate (%)</a:t>
            </a:r>
          </a:p>
        </p:txBody>
      </p:sp>
      <p:sp>
        <p:nvSpPr>
          <p:cNvPr id="1549" name="TextBox 1548">
            <a:extLst>
              <a:ext uri="{FF2B5EF4-FFF2-40B4-BE49-F238E27FC236}">
                <a16:creationId xmlns:a16="http://schemas.microsoft.com/office/drawing/2014/main" id="{4403078C-E143-EFCD-E611-9C0C2A3825E6}"/>
              </a:ext>
            </a:extLst>
          </p:cNvPr>
          <p:cNvSpPr>
            <a:spLocks noGrp="1"/>
          </p:cNvSpPr>
          <p:nvPr/>
        </p:nvSpPr>
        <p:spPr>
          <a:xfrm>
            <a:off x="9029064" y="2680405"/>
            <a:ext cx="124108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/>
              <a:t>Generated hypothesis examples </a:t>
            </a:r>
          </a:p>
        </p:txBody>
      </p:sp>
      <p:sp>
        <p:nvSpPr>
          <p:cNvPr id="1550" name="TextBox 1549">
            <a:extLst>
              <a:ext uri="{FF2B5EF4-FFF2-40B4-BE49-F238E27FC236}">
                <a16:creationId xmlns:a16="http://schemas.microsoft.com/office/drawing/2014/main" id="{95DF52FF-0CF5-A3D2-76D8-42037C8A1C01}"/>
              </a:ext>
            </a:extLst>
          </p:cNvPr>
          <p:cNvSpPr>
            <a:spLocks noGrp="1"/>
          </p:cNvSpPr>
          <p:nvPr/>
        </p:nvSpPr>
        <p:spPr>
          <a:xfrm>
            <a:off x="8340623" y="2931865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GO:BP 2/12 (17%) </a:t>
            </a:r>
          </a:p>
        </p:txBody>
      </p:sp>
      <p:sp>
        <p:nvSpPr>
          <p:cNvPr id="1551" name="TextBox 1550">
            <a:extLst>
              <a:ext uri="{FF2B5EF4-FFF2-40B4-BE49-F238E27FC236}">
                <a16:creationId xmlns:a16="http://schemas.microsoft.com/office/drawing/2014/main" id="{2148B282-1ECD-1A90-59C7-4ACEB9D72B6E}"/>
              </a:ext>
            </a:extLst>
          </p:cNvPr>
          <p:cNvSpPr>
            <a:spLocks noGrp="1"/>
          </p:cNvSpPr>
          <p:nvPr/>
        </p:nvSpPr>
        <p:spPr>
          <a:xfrm>
            <a:off x="8347178" y="3067978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GO:MF 1/6 (17%) </a:t>
            </a:r>
          </a:p>
        </p:txBody>
      </p:sp>
      <p:sp>
        <p:nvSpPr>
          <p:cNvPr id="1552" name="TextBox 1551">
            <a:extLst>
              <a:ext uri="{FF2B5EF4-FFF2-40B4-BE49-F238E27FC236}">
                <a16:creationId xmlns:a16="http://schemas.microsoft.com/office/drawing/2014/main" id="{121CB3ED-669A-BC12-E4B6-0750D80A99C5}"/>
              </a:ext>
            </a:extLst>
          </p:cNvPr>
          <p:cNvSpPr>
            <a:spLocks noGrp="1"/>
          </p:cNvSpPr>
          <p:nvPr/>
        </p:nvSpPr>
        <p:spPr>
          <a:xfrm>
            <a:off x="8353901" y="3203360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GO:CC 0/5 (0%) </a:t>
            </a:r>
          </a:p>
        </p:txBody>
      </p:sp>
      <p:sp>
        <p:nvSpPr>
          <p:cNvPr id="1553" name="TextBox 1552">
            <a:extLst>
              <a:ext uri="{FF2B5EF4-FFF2-40B4-BE49-F238E27FC236}">
                <a16:creationId xmlns:a16="http://schemas.microsoft.com/office/drawing/2014/main" id="{EB5F5417-D17F-2A2C-4C0D-A8EA8B9979F1}"/>
              </a:ext>
            </a:extLst>
          </p:cNvPr>
          <p:cNvSpPr>
            <a:spLocks noGrp="1"/>
          </p:cNvSpPr>
          <p:nvPr/>
        </p:nvSpPr>
        <p:spPr>
          <a:xfrm>
            <a:off x="8334318" y="3335029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KEGG 0/2 (0%) </a:t>
            </a:r>
          </a:p>
        </p:txBody>
      </p:sp>
      <p:sp>
        <p:nvSpPr>
          <p:cNvPr id="1554" name="TextBox 1553">
            <a:extLst>
              <a:ext uri="{FF2B5EF4-FFF2-40B4-BE49-F238E27FC236}">
                <a16:creationId xmlns:a16="http://schemas.microsoft.com/office/drawing/2014/main" id="{C4BA1B20-FFB1-344C-A38A-E58D4FE44A75}"/>
              </a:ext>
            </a:extLst>
          </p:cNvPr>
          <p:cNvSpPr>
            <a:spLocks noGrp="1"/>
          </p:cNvSpPr>
          <p:nvPr/>
        </p:nvSpPr>
        <p:spPr>
          <a:xfrm>
            <a:off x="8333935" y="3471060"/>
            <a:ext cx="71462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00"/>
              <a:t>REAC 0/3 (0%) </a:t>
            </a:r>
          </a:p>
        </p:txBody>
      </p:sp>
      <p:sp>
        <p:nvSpPr>
          <p:cNvPr id="1555" name="TextBox 1554">
            <a:extLst>
              <a:ext uri="{FF2B5EF4-FFF2-40B4-BE49-F238E27FC236}">
                <a16:creationId xmlns:a16="http://schemas.microsoft.com/office/drawing/2014/main" id="{4201FA8E-975B-EC51-FF11-E8A2160C13DC}"/>
              </a:ext>
            </a:extLst>
          </p:cNvPr>
          <p:cNvSpPr>
            <a:spLocks noGrp="1"/>
          </p:cNvSpPr>
          <p:nvPr/>
        </p:nvSpPr>
        <p:spPr>
          <a:xfrm>
            <a:off x="9243016" y="2880439"/>
            <a:ext cx="1061917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GO:0001775: cell activation (✓)</a:t>
            </a:r>
          </a:p>
        </p:txBody>
      </p:sp>
      <p:sp>
        <p:nvSpPr>
          <p:cNvPr id="1556" name="TextBox 1555">
            <a:extLst>
              <a:ext uri="{FF2B5EF4-FFF2-40B4-BE49-F238E27FC236}">
                <a16:creationId xmlns:a16="http://schemas.microsoft.com/office/drawing/2014/main" id="{7A21E439-35F8-7E15-408E-5EE5DFDA9862}"/>
              </a:ext>
            </a:extLst>
          </p:cNvPr>
          <p:cNvSpPr>
            <a:spLocks noGrp="1"/>
          </p:cNvSpPr>
          <p:nvPr/>
        </p:nvSpPr>
        <p:spPr>
          <a:xfrm>
            <a:off x="9241527" y="3028155"/>
            <a:ext cx="945804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GO:0004930: G protein-coupled receptor activity (✓)</a:t>
            </a:r>
          </a:p>
        </p:txBody>
      </p:sp>
      <p:sp>
        <p:nvSpPr>
          <p:cNvPr id="1557" name="TextBox 1556">
            <a:extLst>
              <a:ext uri="{FF2B5EF4-FFF2-40B4-BE49-F238E27FC236}">
                <a16:creationId xmlns:a16="http://schemas.microsoft.com/office/drawing/2014/main" id="{0A0A886C-B0FC-48A4-E412-22B566560092}"/>
              </a:ext>
            </a:extLst>
          </p:cNvPr>
          <p:cNvSpPr>
            <a:spLocks noGrp="1"/>
          </p:cNvSpPr>
          <p:nvPr/>
        </p:nvSpPr>
        <p:spPr>
          <a:xfrm>
            <a:off x="9244232" y="3179699"/>
            <a:ext cx="815831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GO:0016607: nuclear speck (✗)</a:t>
            </a:r>
          </a:p>
        </p:txBody>
      </p:sp>
      <p:sp>
        <p:nvSpPr>
          <p:cNvPr id="1558" name="TextBox 1557">
            <a:extLst>
              <a:ext uri="{FF2B5EF4-FFF2-40B4-BE49-F238E27FC236}">
                <a16:creationId xmlns:a16="http://schemas.microsoft.com/office/drawing/2014/main" id="{55DC2FBF-1FCF-3EE3-C99D-E658A031C2AF}"/>
              </a:ext>
            </a:extLst>
          </p:cNvPr>
          <p:cNvSpPr>
            <a:spLocks noGrp="1"/>
          </p:cNvSpPr>
          <p:nvPr/>
        </p:nvSpPr>
        <p:spPr>
          <a:xfrm>
            <a:off x="9240040" y="3320463"/>
            <a:ext cx="93884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GO:0006914: autophagy (✗)</a:t>
            </a:r>
          </a:p>
        </p:txBody>
      </p:sp>
      <p:sp>
        <p:nvSpPr>
          <p:cNvPr id="1559" name="TextBox 1558">
            <a:extLst>
              <a:ext uri="{FF2B5EF4-FFF2-40B4-BE49-F238E27FC236}">
                <a16:creationId xmlns:a16="http://schemas.microsoft.com/office/drawing/2014/main" id="{A2CACE6C-7D5D-1883-B334-C52A48A56746}"/>
              </a:ext>
            </a:extLst>
          </p:cNvPr>
          <p:cNvSpPr>
            <a:spLocks noGrp="1"/>
          </p:cNvSpPr>
          <p:nvPr/>
        </p:nvSpPr>
        <p:spPr>
          <a:xfrm>
            <a:off x="9284350" y="3456071"/>
            <a:ext cx="802632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dirty="0"/>
              <a:t>hsa04144: Endocytosis (✗)</a:t>
            </a:r>
          </a:p>
        </p:txBody>
      </p:sp>
      <p:sp>
        <p:nvSpPr>
          <p:cNvPr id="1560" name="TextBox 1559">
            <a:extLst>
              <a:ext uri="{FF2B5EF4-FFF2-40B4-BE49-F238E27FC236}">
                <a16:creationId xmlns:a16="http://schemas.microsoft.com/office/drawing/2014/main" id="{8B2B9EF1-0B3A-D6BC-B902-38D0F0F56C92}"/>
              </a:ext>
            </a:extLst>
          </p:cNvPr>
          <p:cNvSpPr>
            <a:spLocks noGrp="1"/>
          </p:cNvSpPr>
          <p:nvPr/>
        </p:nvSpPr>
        <p:spPr>
          <a:xfrm>
            <a:off x="8253894" y="2338922"/>
            <a:ext cx="1862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/>
              <a:t>Crohn's disease × 116 genes </a:t>
            </a:r>
          </a:p>
        </p:txBody>
      </p:sp>
      <p:sp>
        <p:nvSpPr>
          <p:cNvPr id="1561" name="Freeform 1560">
            <a:extLst>
              <a:ext uri="{FF2B5EF4-FFF2-40B4-BE49-F238E27FC236}">
                <a16:creationId xmlns:a16="http://schemas.microsoft.com/office/drawing/2014/main" id="{4023FBB4-B030-D065-C717-77904F1CE093}"/>
              </a:ext>
            </a:extLst>
          </p:cNvPr>
          <p:cNvSpPr>
            <a:spLocks noGrp="1"/>
          </p:cNvSpPr>
          <p:nvPr/>
        </p:nvSpPr>
        <p:spPr>
          <a:xfrm>
            <a:off x="7621765" y="2295188"/>
            <a:ext cx="45719" cy="1469940"/>
          </a:xfrm>
          <a:custGeom>
            <a:avLst/>
            <a:gdLst>
              <a:gd name="connsiteX0" fmla="*/ 0 w 32131"/>
              <a:gd name="connsiteY0" fmla="*/ 1109469 h 1109468"/>
              <a:gd name="connsiteX1" fmla="*/ 32132 w 32131"/>
              <a:gd name="connsiteY1" fmla="*/ 1109469 h 1109468"/>
              <a:gd name="connsiteX2" fmla="*/ 32132 w 32131"/>
              <a:gd name="connsiteY2" fmla="*/ 0 h 1109468"/>
              <a:gd name="connsiteX3" fmla="*/ 0 w 32131"/>
              <a:gd name="connsiteY3" fmla="*/ 0 h 1109468"/>
            </a:gdLst>
            <a:ahLst/>
            <a:cxnLst/>
            <a:rect l="l" t="t" r="r" b="b"/>
            <a:pathLst>
              <a:path w="32131" h="1109468">
                <a:moveTo>
                  <a:pt x="0" y="1109469"/>
                </a:moveTo>
                <a:lnTo>
                  <a:pt x="32132" y="1109469"/>
                </a:lnTo>
                <a:lnTo>
                  <a:pt x="321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392B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63" name="Freeform 1562">
            <a:extLst>
              <a:ext uri="{FF2B5EF4-FFF2-40B4-BE49-F238E27FC236}">
                <a16:creationId xmlns:a16="http://schemas.microsoft.com/office/drawing/2014/main" id="{8EAE52A1-EA7D-3E6E-B08A-4D7C829E0DEB}"/>
              </a:ext>
            </a:extLst>
          </p:cNvPr>
          <p:cNvSpPr>
            <a:spLocks noGrp="1"/>
          </p:cNvSpPr>
          <p:nvPr/>
        </p:nvSpPr>
        <p:spPr>
          <a:xfrm>
            <a:off x="7801749" y="2891911"/>
            <a:ext cx="420128" cy="395250"/>
          </a:xfrm>
          <a:custGeom>
            <a:avLst/>
            <a:gdLst>
              <a:gd name="connsiteX0" fmla="*/ 329316 w 329315"/>
              <a:gd name="connsiteY0" fmla="*/ 166118 h 332228"/>
              <a:gd name="connsiteX1" fmla="*/ 316780 w 329315"/>
              <a:gd name="connsiteY1" fmla="*/ 102544 h 332228"/>
              <a:gd name="connsiteX2" fmla="*/ 281088 w 329315"/>
              <a:gd name="connsiteY2" fmla="*/ 48655 h 332228"/>
              <a:gd name="connsiteX3" fmla="*/ 227665 w 329315"/>
              <a:gd name="connsiteY3" fmla="*/ 12646 h 332228"/>
              <a:gd name="connsiteX4" fmla="*/ 164658 w 329315"/>
              <a:gd name="connsiteY4" fmla="*/ 0 h 332228"/>
              <a:gd name="connsiteX5" fmla="*/ 101643 w 329315"/>
              <a:gd name="connsiteY5" fmla="*/ 12646 h 332228"/>
              <a:gd name="connsiteX6" fmla="*/ 48227 w 329315"/>
              <a:gd name="connsiteY6" fmla="*/ 48655 h 332228"/>
              <a:gd name="connsiteX7" fmla="*/ 12535 w 329315"/>
              <a:gd name="connsiteY7" fmla="*/ 102544 h 332228"/>
              <a:gd name="connsiteX8" fmla="*/ 0 w 329315"/>
              <a:gd name="connsiteY8" fmla="*/ 166118 h 332228"/>
              <a:gd name="connsiteX9" fmla="*/ 12535 w 329315"/>
              <a:gd name="connsiteY9" fmla="*/ 229684 h 332228"/>
              <a:gd name="connsiteX10" fmla="*/ 48227 w 329315"/>
              <a:gd name="connsiteY10" fmla="*/ 283573 h 332228"/>
              <a:gd name="connsiteX11" fmla="*/ 101643 w 329315"/>
              <a:gd name="connsiteY11" fmla="*/ 319591 h 332228"/>
              <a:gd name="connsiteX12" fmla="*/ 164658 w 329315"/>
              <a:gd name="connsiteY12" fmla="*/ 332229 h 332228"/>
              <a:gd name="connsiteX13" fmla="*/ 227665 w 329315"/>
              <a:gd name="connsiteY13" fmla="*/ 319591 h 332228"/>
              <a:gd name="connsiteX14" fmla="*/ 281088 w 329315"/>
              <a:gd name="connsiteY14" fmla="*/ 283573 h 332228"/>
              <a:gd name="connsiteX15" fmla="*/ 316780 w 329315"/>
              <a:gd name="connsiteY15" fmla="*/ 229684 h 332228"/>
              <a:gd name="connsiteX16" fmla="*/ 329316 w 329315"/>
              <a:gd name="connsiteY16" fmla="*/ 166118 h 332228"/>
              <a:gd name="connsiteX17" fmla="*/ 164658 w 329315"/>
              <a:gd name="connsiteY17" fmla="*/ 166118 h 332228"/>
              <a:gd name="connsiteX18" fmla="*/ 164658 w 329315"/>
              <a:gd name="connsiteY18" fmla="*/ 166118 h 332228"/>
              <a:gd name="connsiteX19" fmla="*/ 164658 w 329315"/>
              <a:gd name="connsiteY19" fmla="*/ 166118 h 332228"/>
              <a:gd name="connsiteX20" fmla="*/ 164658 w 329315"/>
              <a:gd name="connsiteY20" fmla="*/ 166118 h 332228"/>
              <a:gd name="connsiteX21" fmla="*/ 164658 w 329315"/>
              <a:gd name="connsiteY21" fmla="*/ 166118 h 332228"/>
              <a:gd name="connsiteX22" fmla="*/ 164658 w 329315"/>
              <a:gd name="connsiteY22" fmla="*/ 166118 h 332228"/>
              <a:gd name="connsiteX23" fmla="*/ 164658 w 329315"/>
              <a:gd name="connsiteY23" fmla="*/ 166118 h 332228"/>
              <a:gd name="connsiteX24" fmla="*/ 164658 w 329315"/>
              <a:gd name="connsiteY24" fmla="*/ 166118 h 332228"/>
              <a:gd name="connsiteX25" fmla="*/ 164658 w 329315"/>
              <a:gd name="connsiteY25" fmla="*/ 166118 h 332228"/>
              <a:gd name="connsiteX26" fmla="*/ 164658 w 329315"/>
              <a:gd name="connsiteY26" fmla="*/ 166118 h 332228"/>
              <a:gd name="connsiteX27" fmla="*/ 164658 w 329315"/>
              <a:gd name="connsiteY27" fmla="*/ 166118 h 332228"/>
              <a:gd name="connsiteX28" fmla="*/ 164658 w 329315"/>
              <a:gd name="connsiteY28" fmla="*/ 166118 h 332228"/>
              <a:gd name="connsiteX29" fmla="*/ 164658 w 329315"/>
              <a:gd name="connsiteY29" fmla="*/ 166118 h 332228"/>
              <a:gd name="connsiteX30" fmla="*/ 164658 w 329315"/>
              <a:gd name="connsiteY30" fmla="*/ 166118 h 332228"/>
              <a:gd name="connsiteX31" fmla="*/ 164658 w 329315"/>
              <a:gd name="connsiteY31" fmla="*/ 166118 h 332228"/>
              <a:gd name="connsiteX32" fmla="*/ 164658 w 329315"/>
              <a:gd name="connsiteY32" fmla="*/ 166118 h 332228"/>
              <a:gd name="connsiteX33" fmla="*/ 164658 w 329315"/>
              <a:gd name="connsiteY33" fmla="*/ 166118 h 332228"/>
            </a:gdLst>
            <a:ahLst/>
            <a:cxnLst/>
            <a:rect l="l" t="t" r="r" b="b"/>
            <a:pathLst>
              <a:path w="329315" h="332228">
                <a:moveTo>
                  <a:pt x="329316" y="166118"/>
                </a:moveTo>
                <a:cubicBezTo>
                  <a:pt x="329316" y="144306"/>
                  <a:pt x="325056" y="122697"/>
                  <a:pt x="316780" y="102544"/>
                </a:cubicBezTo>
                <a:cubicBezTo>
                  <a:pt x="308505" y="82391"/>
                  <a:pt x="296374" y="64076"/>
                  <a:pt x="281088" y="48655"/>
                </a:cubicBezTo>
                <a:cubicBezTo>
                  <a:pt x="265794" y="33234"/>
                  <a:pt x="247640" y="20996"/>
                  <a:pt x="227665" y="12646"/>
                </a:cubicBezTo>
                <a:cubicBezTo>
                  <a:pt x="207689" y="4297"/>
                  <a:pt x="186279" y="0"/>
                  <a:pt x="164658" y="0"/>
                </a:cubicBezTo>
                <a:cubicBezTo>
                  <a:pt x="143037" y="0"/>
                  <a:pt x="121618" y="4297"/>
                  <a:pt x="101643" y="12646"/>
                </a:cubicBezTo>
                <a:cubicBezTo>
                  <a:pt x="81667" y="20996"/>
                  <a:pt x="63521" y="33234"/>
                  <a:pt x="48227" y="48655"/>
                </a:cubicBezTo>
                <a:cubicBezTo>
                  <a:pt x="32942" y="64076"/>
                  <a:pt x="20811" y="82391"/>
                  <a:pt x="12535" y="102544"/>
                </a:cubicBezTo>
                <a:cubicBezTo>
                  <a:pt x="4260" y="122697"/>
                  <a:pt x="0" y="144306"/>
                  <a:pt x="0" y="166118"/>
                </a:cubicBezTo>
                <a:cubicBezTo>
                  <a:pt x="0" y="187931"/>
                  <a:pt x="4260" y="209531"/>
                  <a:pt x="12535" y="229684"/>
                </a:cubicBezTo>
                <a:cubicBezTo>
                  <a:pt x="20811" y="249837"/>
                  <a:pt x="32942" y="268152"/>
                  <a:pt x="48227" y="283573"/>
                </a:cubicBezTo>
                <a:cubicBezTo>
                  <a:pt x="63521" y="299003"/>
                  <a:pt x="81667" y="311241"/>
                  <a:pt x="101643" y="319591"/>
                </a:cubicBezTo>
                <a:cubicBezTo>
                  <a:pt x="121618" y="327931"/>
                  <a:pt x="143037" y="332229"/>
                  <a:pt x="164658" y="332229"/>
                </a:cubicBezTo>
                <a:cubicBezTo>
                  <a:pt x="186279" y="332229"/>
                  <a:pt x="207689" y="327931"/>
                  <a:pt x="227665" y="319591"/>
                </a:cubicBezTo>
                <a:cubicBezTo>
                  <a:pt x="247640" y="311241"/>
                  <a:pt x="265794" y="299003"/>
                  <a:pt x="281088" y="283573"/>
                </a:cubicBezTo>
                <a:cubicBezTo>
                  <a:pt x="296374" y="268152"/>
                  <a:pt x="308505" y="249837"/>
                  <a:pt x="316780" y="229684"/>
                </a:cubicBezTo>
                <a:cubicBezTo>
                  <a:pt x="325056" y="209531"/>
                  <a:pt x="329316" y="187931"/>
                  <a:pt x="329316" y="166118"/>
                </a:cubicBezTo>
                <a:moveTo>
                  <a:pt x="164658" y="166118"/>
                </a:move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  <a:cubicBezTo>
                  <a:pt x="164658" y="166118"/>
                  <a:pt x="164658" y="166118"/>
                  <a:pt x="164658" y="166118"/>
                </a:cubicBezTo>
              </a:path>
            </a:pathLst>
          </a:custGeom>
          <a:solidFill>
            <a:srgbClr val="FFFFFF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64" name="Freeform 1563">
            <a:extLst>
              <a:ext uri="{FF2B5EF4-FFF2-40B4-BE49-F238E27FC236}">
                <a16:creationId xmlns:a16="http://schemas.microsoft.com/office/drawing/2014/main" id="{B9FB226D-44D1-095C-EBDD-C84CF73770AF}"/>
              </a:ext>
            </a:extLst>
          </p:cNvPr>
          <p:cNvSpPr>
            <a:spLocks noGrp="1"/>
          </p:cNvSpPr>
          <p:nvPr/>
        </p:nvSpPr>
        <p:spPr>
          <a:xfrm>
            <a:off x="7801749" y="2891911"/>
            <a:ext cx="420128" cy="3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solidFill>
            <a:srgbClr val="C0392B">
              <a:alpha val="18000"/>
            </a:srgbClr>
          </a:solidFill>
          <a:ln w="8422">
            <a:solidFill>
              <a:srgbClr val="C0392B">
                <a:alpha val="18000"/>
              </a:srgbClr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0" name="Freeform 1579">
            <a:extLst>
              <a:ext uri="{FF2B5EF4-FFF2-40B4-BE49-F238E27FC236}">
                <a16:creationId xmlns:a16="http://schemas.microsoft.com/office/drawing/2014/main" id="{F11B2684-B642-D4B9-729A-DE2FD56235FA}"/>
              </a:ext>
            </a:extLst>
          </p:cNvPr>
          <p:cNvSpPr>
            <a:spLocks noGrp="1"/>
          </p:cNvSpPr>
          <p:nvPr/>
        </p:nvSpPr>
        <p:spPr>
          <a:xfrm>
            <a:off x="8011818" y="2891915"/>
            <a:ext cx="10761" cy="197629"/>
          </a:xfrm>
          <a:custGeom>
            <a:avLst/>
            <a:gdLst>
              <a:gd name="connsiteX0" fmla="*/ 0 w 8435"/>
              <a:gd name="connsiteY0" fmla="*/ 166118 h 166118"/>
              <a:gd name="connsiteX1" fmla="*/ 0 w 8435"/>
              <a:gd name="connsiteY1" fmla="*/ 0 h 166118"/>
            </a:gdLst>
            <a:ahLst/>
            <a:cxnLst/>
            <a:rect l="l" t="t" r="r" b="b"/>
            <a:pathLst>
              <a:path w="8435" h="166118">
                <a:moveTo>
                  <a:pt x="0" y="166118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1" name="Freeform 1580">
            <a:extLst>
              <a:ext uri="{FF2B5EF4-FFF2-40B4-BE49-F238E27FC236}">
                <a16:creationId xmlns:a16="http://schemas.microsoft.com/office/drawing/2014/main" id="{C264136C-A21C-25C2-E97B-CE1ED3A2EA16}"/>
              </a:ext>
            </a:extLst>
          </p:cNvPr>
          <p:cNvSpPr>
            <a:spLocks noGrp="1"/>
          </p:cNvSpPr>
          <p:nvPr/>
        </p:nvSpPr>
        <p:spPr>
          <a:xfrm>
            <a:off x="8011818" y="3028472"/>
            <a:ext cx="199775" cy="61073"/>
          </a:xfrm>
          <a:custGeom>
            <a:avLst/>
            <a:gdLst>
              <a:gd name="connsiteX0" fmla="*/ 0 w 156593"/>
              <a:gd name="connsiteY0" fmla="*/ 51336 h 51335"/>
              <a:gd name="connsiteX1" fmla="*/ 156593 w 156593"/>
              <a:gd name="connsiteY1" fmla="*/ 0 h 51335"/>
            </a:gdLst>
            <a:ahLst/>
            <a:cxnLst/>
            <a:rect l="l" t="t" r="r" b="b"/>
            <a:pathLst>
              <a:path w="156593" h="51335">
                <a:moveTo>
                  <a:pt x="0" y="51336"/>
                </a:moveTo>
                <a:lnTo>
                  <a:pt x="156593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2" name="Freeform 1581">
            <a:extLst>
              <a:ext uri="{FF2B5EF4-FFF2-40B4-BE49-F238E27FC236}">
                <a16:creationId xmlns:a16="http://schemas.microsoft.com/office/drawing/2014/main" id="{5AC74A25-0B67-D18B-8C32-3B9AA193C5E7}"/>
              </a:ext>
            </a:extLst>
          </p:cNvPr>
          <p:cNvSpPr>
            <a:spLocks noGrp="1"/>
          </p:cNvSpPr>
          <p:nvPr/>
        </p:nvSpPr>
        <p:spPr>
          <a:xfrm>
            <a:off x="8011814" y="3089543"/>
            <a:ext cx="123472" cy="159884"/>
          </a:xfrm>
          <a:custGeom>
            <a:avLst/>
            <a:gdLst>
              <a:gd name="connsiteX0" fmla="*/ 0 w 96783"/>
              <a:gd name="connsiteY0" fmla="*/ 0 h 134391"/>
              <a:gd name="connsiteX1" fmla="*/ 96784 w 96783"/>
              <a:gd name="connsiteY1" fmla="*/ 134391 h 134391"/>
            </a:gdLst>
            <a:ahLst/>
            <a:cxnLst/>
            <a:rect l="l" t="t" r="r" b="b"/>
            <a:pathLst>
              <a:path w="96783" h="134391">
                <a:moveTo>
                  <a:pt x="0" y="0"/>
                </a:moveTo>
                <a:lnTo>
                  <a:pt x="96784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3" name="Freeform 1582">
            <a:extLst>
              <a:ext uri="{FF2B5EF4-FFF2-40B4-BE49-F238E27FC236}">
                <a16:creationId xmlns:a16="http://schemas.microsoft.com/office/drawing/2014/main" id="{95AE9F5F-E5A5-2530-D7FF-040B98D88A8D}"/>
              </a:ext>
            </a:extLst>
          </p:cNvPr>
          <p:cNvSpPr>
            <a:spLocks noGrp="1"/>
          </p:cNvSpPr>
          <p:nvPr/>
        </p:nvSpPr>
        <p:spPr>
          <a:xfrm>
            <a:off x="7888340" y="3089543"/>
            <a:ext cx="123472" cy="159884"/>
          </a:xfrm>
          <a:custGeom>
            <a:avLst/>
            <a:gdLst>
              <a:gd name="connsiteX0" fmla="*/ 96784 w 96783"/>
              <a:gd name="connsiteY0" fmla="*/ 0 h 134391"/>
              <a:gd name="connsiteX1" fmla="*/ 0 w 96783"/>
              <a:gd name="connsiteY1" fmla="*/ 134391 h 134391"/>
            </a:gdLst>
            <a:ahLst/>
            <a:cxnLst/>
            <a:rect l="l" t="t" r="r" b="b"/>
            <a:pathLst>
              <a:path w="96783" h="134391">
                <a:moveTo>
                  <a:pt x="96784" y="0"/>
                </a:moveTo>
                <a:lnTo>
                  <a:pt x="0" y="134391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4" name="Freeform 1583">
            <a:extLst>
              <a:ext uri="{FF2B5EF4-FFF2-40B4-BE49-F238E27FC236}">
                <a16:creationId xmlns:a16="http://schemas.microsoft.com/office/drawing/2014/main" id="{DC308E1F-B5BB-1742-BBE5-91221F06F7DA}"/>
              </a:ext>
            </a:extLst>
          </p:cNvPr>
          <p:cNvSpPr>
            <a:spLocks noGrp="1"/>
          </p:cNvSpPr>
          <p:nvPr/>
        </p:nvSpPr>
        <p:spPr>
          <a:xfrm>
            <a:off x="7812041" y="3028472"/>
            <a:ext cx="199775" cy="61073"/>
          </a:xfrm>
          <a:custGeom>
            <a:avLst/>
            <a:gdLst>
              <a:gd name="connsiteX0" fmla="*/ 156593 w 156593"/>
              <a:gd name="connsiteY0" fmla="*/ 51336 h 51335"/>
              <a:gd name="connsiteX1" fmla="*/ 0 w 156593"/>
              <a:gd name="connsiteY1" fmla="*/ 0 h 51335"/>
            </a:gdLst>
            <a:ahLst/>
            <a:cxnLst/>
            <a:rect l="l" t="t" r="r" b="b"/>
            <a:pathLst>
              <a:path w="156593" h="51335">
                <a:moveTo>
                  <a:pt x="156593" y="51336"/>
                </a:moveTo>
                <a:lnTo>
                  <a:pt x="0" y="0"/>
                </a:ln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8" name="Freeform 1577">
            <a:extLst>
              <a:ext uri="{FF2B5EF4-FFF2-40B4-BE49-F238E27FC236}">
                <a16:creationId xmlns:a16="http://schemas.microsoft.com/office/drawing/2014/main" id="{653F230F-E3F7-7D0A-D653-678C416483E5}"/>
              </a:ext>
            </a:extLst>
          </p:cNvPr>
          <p:cNvSpPr>
            <a:spLocks noGrp="1"/>
          </p:cNvSpPr>
          <p:nvPr/>
        </p:nvSpPr>
        <p:spPr>
          <a:xfrm>
            <a:off x="7906791" y="2990726"/>
            <a:ext cx="210053" cy="197629"/>
          </a:xfrm>
          <a:custGeom>
            <a:avLst/>
            <a:gdLst>
              <a:gd name="connsiteX0" fmla="*/ 82325 w 164649"/>
              <a:gd name="connsiteY0" fmla="*/ 0 h 166118"/>
              <a:gd name="connsiteX1" fmla="*/ 113832 w 164649"/>
              <a:gd name="connsiteY1" fmla="*/ 6323 h 166118"/>
              <a:gd name="connsiteX2" fmla="*/ 140540 w 164649"/>
              <a:gd name="connsiteY2" fmla="*/ 24332 h 166118"/>
              <a:gd name="connsiteX3" fmla="*/ 158382 w 164649"/>
              <a:gd name="connsiteY3" fmla="*/ 51277 h 166118"/>
              <a:gd name="connsiteX4" fmla="*/ 164649 w 164649"/>
              <a:gd name="connsiteY4" fmla="*/ 83064 h 166118"/>
              <a:gd name="connsiteX5" fmla="*/ 158382 w 164649"/>
              <a:gd name="connsiteY5" fmla="*/ 114842 h 166118"/>
              <a:gd name="connsiteX6" fmla="*/ 140540 w 164649"/>
              <a:gd name="connsiteY6" fmla="*/ 141795 h 166118"/>
              <a:gd name="connsiteX7" fmla="*/ 113832 w 164649"/>
              <a:gd name="connsiteY7" fmla="*/ 159795 h 166118"/>
              <a:gd name="connsiteX8" fmla="*/ 82325 w 164649"/>
              <a:gd name="connsiteY8" fmla="*/ 166118 h 166118"/>
              <a:gd name="connsiteX9" fmla="*/ 50817 w 164649"/>
              <a:gd name="connsiteY9" fmla="*/ 159795 h 166118"/>
              <a:gd name="connsiteX10" fmla="*/ 24109 w 164649"/>
              <a:gd name="connsiteY10" fmla="*/ 141795 h 166118"/>
              <a:gd name="connsiteX11" fmla="*/ 6259 w 164649"/>
              <a:gd name="connsiteY11" fmla="*/ 114842 h 166118"/>
              <a:gd name="connsiteX12" fmla="*/ 0 w 164649"/>
              <a:gd name="connsiteY12" fmla="*/ 83064 h 166118"/>
              <a:gd name="connsiteX13" fmla="*/ 6259 w 164649"/>
              <a:gd name="connsiteY13" fmla="*/ 51277 h 166118"/>
              <a:gd name="connsiteX14" fmla="*/ 24109 w 164649"/>
              <a:gd name="connsiteY14" fmla="*/ 24332 h 166118"/>
              <a:gd name="connsiteX15" fmla="*/ 50817 w 164649"/>
              <a:gd name="connsiteY15" fmla="*/ 6323 h 166118"/>
              <a:gd name="connsiteX16" fmla="*/ 82325 w 164649"/>
              <a:gd name="connsiteY16" fmla="*/ 0 h 166118"/>
            </a:gdLst>
            <a:ahLst/>
            <a:cxnLst/>
            <a:rect l="l" t="t" r="r" b="b"/>
            <a:pathLst>
              <a:path w="164649" h="166118">
                <a:moveTo>
                  <a:pt x="82325" y="0"/>
                </a:moveTo>
                <a:cubicBezTo>
                  <a:pt x="93131" y="0"/>
                  <a:pt x="103844" y="2153"/>
                  <a:pt x="113832" y="6323"/>
                </a:cubicBezTo>
                <a:cubicBezTo>
                  <a:pt x="123820" y="10502"/>
                  <a:pt x="132897" y="16621"/>
                  <a:pt x="140540" y="24332"/>
                </a:cubicBezTo>
                <a:cubicBezTo>
                  <a:pt x="148183" y="32043"/>
                  <a:pt x="154248" y="41200"/>
                  <a:pt x="158382" y="51277"/>
                </a:cubicBezTo>
                <a:cubicBezTo>
                  <a:pt x="162524" y="61353"/>
                  <a:pt x="164649" y="72153"/>
                  <a:pt x="164649" y="83064"/>
                </a:cubicBezTo>
                <a:cubicBezTo>
                  <a:pt x="164649" y="93966"/>
                  <a:pt x="162524" y="104766"/>
                  <a:pt x="158382" y="114842"/>
                </a:cubicBezTo>
                <a:cubicBezTo>
                  <a:pt x="154248" y="124919"/>
                  <a:pt x="148183" y="134076"/>
                  <a:pt x="140540" y="141795"/>
                </a:cubicBezTo>
                <a:cubicBezTo>
                  <a:pt x="132897" y="149506"/>
                  <a:pt x="123820" y="155625"/>
                  <a:pt x="113832" y="159795"/>
                </a:cubicBezTo>
                <a:cubicBezTo>
                  <a:pt x="103844" y="163974"/>
                  <a:pt x="93131" y="166118"/>
                  <a:pt x="82325" y="166118"/>
                </a:cubicBezTo>
                <a:cubicBezTo>
                  <a:pt x="71510" y="166118"/>
                  <a:pt x="60805" y="163974"/>
                  <a:pt x="50817" y="159795"/>
                </a:cubicBezTo>
                <a:cubicBezTo>
                  <a:pt x="40829" y="155625"/>
                  <a:pt x="31752" y="149506"/>
                  <a:pt x="24109" y="141795"/>
                </a:cubicBezTo>
                <a:cubicBezTo>
                  <a:pt x="16467" y="134076"/>
                  <a:pt x="10401" y="124919"/>
                  <a:pt x="6259" y="114842"/>
                </a:cubicBezTo>
                <a:cubicBezTo>
                  <a:pt x="2126" y="104766"/>
                  <a:pt x="0" y="93966"/>
                  <a:pt x="0" y="83064"/>
                </a:cubicBezTo>
                <a:cubicBezTo>
                  <a:pt x="0" y="72153"/>
                  <a:pt x="2126" y="61353"/>
                  <a:pt x="6259" y="51277"/>
                </a:cubicBezTo>
                <a:cubicBezTo>
                  <a:pt x="10401" y="41200"/>
                  <a:pt x="16467" y="32043"/>
                  <a:pt x="24109" y="24332"/>
                </a:cubicBezTo>
                <a:cubicBezTo>
                  <a:pt x="31752" y="16621"/>
                  <a:pt x="40829" y="10502"/>
                  <a:pt x="50817" y="6323"/>
                </a:cubicBezTo>
                <a:cubicBezTo>
                  <a:pt x="60805" y="2153"/>
                  <a:pt x="71510" y="0"/>
                  <a:pt x="82325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9" name="Freeform 1578">
            <a:extLst>
              <a:ext uri="{FF2B5EF4-FFF2-40B4-BE49-F238E27FC236}">
                <a16:creationId xmlns:a16="http://schemas.microsoft.com/office/drawing/2014/main" id="{76C099A7-7A5B-8CE9-7507-DCB0A7815DB2}"/>
              </a:ext>
            </a:extLst>
          </p:cNvPr>
          <p:cNvSpPr>
            <a:spLocks noGrp="1"/>
          </p:cNvSpPr>
          <p:nvPr/>
        </p:nvSpPr>
        <p:spPr>
          <a:xfrm>
            <a:off x="8052009" y="2967758"/>
            <a:ext cx="38872" cy="24512"/>
          </a:xfrm>
          <a:custGeom>
            <a:avLst/>
            <a:gdLst>
              <a:gd name="connsiteX0" fmla="*/ 827 w 30470"/>
              <a:gd name="connsiteY0" fmla="*/ 357 h 20604"/>
              <a:gd name="connsiteX1" fmla="*/ 11279 w 30470"/>
              <a:gd name="connsiteY1" fmla="*/ 357 h 20604"/>
              <a:gd name="connsiteX2" fmla="*/ 11279 w 30470"/>
              <a:gd name="connsiteY2" fmla="*/ 2621 h 20604"/>
              <a:gd name="connsiteX3" fmla="*/ 3265 w 30470"/>
              <a:gd name="connsiteY3" fmla="*/ 2621 h 20604"/>
              <a:gd name="connsiteX4" fmla="*/ 3265 w 30470"/>
              <a:gd name="connsiteY4" fmla="*/ 7489 h 20604"/>
              <a:gd name="connsiteX5" fmla="*/ 4420 w 30470"/>
              <a:gd name="connsiteY5" fmla="*/ 7192 h 20604"/>
              <a:gd name="connsiteX6" fmla="*/ 5584 w 30470"/>
              <a:gd name="connsiteY6" fmla="*/ 7089 h 20604"/>
              <a:gd name="connsiteX7" fmla="*/ 10806 w 30470"/>
              <a:gd name="connsiteY7" fmla="*/ 8911 h 20604"/>
              <a:gd name="connsiteX8" fmla="*/ 12730 w 30470"/>
              <a:gd name="connsiteY8" fmla="*/ 13847 h 20604"/>
              <a:gd name="connsiteX9" fmla="*/ 10756 w 30470"/>
              <a:gd name="connsiteY9" fmla="*/ 18825 h 20604"/>
              <a:gd name="connsiteX10" fmla="*/ 5180 w 30470"/>
              <a:gd name="connsiteY10" fmla="*/ 20604 h 20604"/>
              <a:gd name="connsiteX11" fmla="*/ 2649 w 30470"/>
              <a:gd name="connsiteY11" fmla="*/ 20391 h 20604"/>
              <a:gd name="connsiteX12" fmla="*/ 0 w 30470"/>
              <a:gd name="connsiteY12" fmla="*/ 19753 h 20604"/>
              <a:gd name="connsiteX13" fmla="*/ 0 w 30470"/>
              <a:gd name="connsiteY13" fmla="*/ 17047 h 20604"/>
              <a:gd name="connsiteX14" fmla="*/ 2446 w 30470"/>
              <a:gd name="connsiteY14" fmla="*/ 18017 h 20604"/>
              <a:gd name="connsiteX15" fmla="*/ 5120 w 30470"/>
              <a:gd name="connsiteY15" fmla="*/ 18341 h 20604"/>
              <a:gd name="connsiteX16" fmla="*/ 8731 w 30470"/>
              <a:gd name="connsiteY16" fmla="*/ 17132 h 20604"/>
              <a:gd name="connsiteX17" fmla="*/ 10064 w 30470"/>
              <a:gd name="connsiteY17" fmla="*/ 13847 h 20604"/>
              <a:gd name="connsiteX18" fmla="*/ 8731 w 30470"/>
              <a:gd name="connsiteY18" fmla="*/ 10562 h 20604"/>
              <a:gd name="connsiteX19" fmla="*/ 5120 w 30470"/>
              <a:gd name="connsiteY19" fmla="*/ 9353 h 20604"/>
              <a:gd name="connsiteX20" fmla="*/ 2995 w 30470"/>
              <a:gd name="connsiteY20" fmla="*/ 9592 h 20604"/>
              <a:gd name="connsiteX21" fmla="*/ 827 w 30470"/>
              <a:gd name="connsiteY21" fmla="*/ 10332 h 20604"/>
              <a:gd name="connsiteX22" fmla="*/ 827 w 30470"/>
              <a:gd name="connsiteY22" fmla="*/ 357 h 20604"/>
              <a:gd name="connsiteX23" fmla="*/ 23671 w 30470"/>
              <a:gd name="connsiteY23" fmla="*/ 2128 h 20604"/>
              <a:gd name="connsiteX24" fmla="*/ 20575 w 30470"/>
              <a:gd name="connsiteY24" fmla="*/ 4170 h 20604"/>
              <a:gd name="connsiteX25" fmla="*/ 19546 w 30470"/>
              <a:gd name="connsiteY25" fmla="*/ 10306 h 20604"/>
              <a:gd name="connsiteX26" fmla="*/ 20575 w 30470"/>
              <a:gd name="connsiteY26" fmla="*/ 16434 h 20604"/>
              <a:gd name="connsiteX27" fmla="*/ 23671 w 30470"/>
              <a:gd name="connsiteY27" fmla="*/ 18477 h 20604"/>
              <a:gd name="connsiteX28" fmla="*/ 26775 w 30470"/>
              <a:gd name="connsiteY28" fmla="*/ 16434 h 20604"/>
              <a:gd name="connsiteX29" fmla="*/ 27813 w 30470"/>
              <a:gd name="connsiteY29" fmla="*/ 10306 h 20604"/>
              <a:gd name="connsiteX30" fmla="*/ 26775 w 30470"/>
              <a:gd name="connsiteY30" fmla="*/ 4170 h 20604"/>
              <a:gd name="connsiteX31" fmla="*/ 23671 w 30470"/>
              <a:gd name="connsiteY31" fmla="*/ 2128 h 20604"/>
              <a:gd name="connsiteX32" fmla="*/ 23671 w 30470"/>
              <a:gd name="connsiteY32" fmla="*/ 0 h 20604"/>
              <a:gd name="connsiteX33" fmla="*/ 28724 w 30470"/>
              <a:gd name="connsiteY33" fmla="*/ 2647 h 20604"/>
              <a:gd name="connsiteX34" fmla="*/ 30470 w 30470"/>
              <a:gd name="connsiteY34" fmla="*/ 10306 h 20604"/>
              <a:gd name="connsiteX35" fmla="*/ 28724 w 30470"/>
              <a:gd name="connsiteY35" fmla="*/ 17966 h 20604"/>
              <a:gd name="connsiteX36" fmla="*/ 23671 w 30470"/>
              <a:gd name="connsiteY36" fmla="*/ 20604 h 20604"/>
              <a:gd name="connsiteX37" fmla="*/ 18618 w 30470"/>
              <a:gd name="connsiteY37" fmla="*/ 17966 h 20604"/>
              <a:gd name="connsiteX38" fmla="*/ 16872 w 30470"/>
              <a:gd name="connsiteY38" fmla="*/ 10306 h 20604"/>
              <a:gd name="connsiteX39" fmla="*/ 18618 w 30470"/>
              <a:gd name="connsiteY39" fmla="*/ 2647 h 20604"/>
              <a:gd name="connsiteX40" fmla="*/ 23671 w 30470"/>
              <a:gd name="connsiteY40" fmla="*/ 0 h 20604"/>
            </a:gdLst>
            <a:ahLst/>
            <a:cxnLst/>
            <a:rect l="l" t="t" r="r" b="b"/>
            <a:pathLst>
              <a:path w="30470" h="20604">
                <a:moveTo>
                  <a:pt x="827" y="357"/>
                </a:moveTo>
                <a:lnTo>
                  <a:pt x="11279" y="357"/>
                </a:lnTo>
                <a:lnTo>
                  <a:pt x="11279" y="2621"/>
                </a:lnTo>
                <a:lnTo>
                  <a:pt x="3265" y="2621"/>
                </a:lnTo>
                <a:lnTo>
                  <a:pt x="3265" y="7489"/>
                </a:lnTo>
                <a:cubicBezTo>
                  <a:pt x="3653" y="7353"/>
                  <a:pt x="4032" y="7251"/>
                  <a:pt x="4420" y="7192"/>
                </a:cubicBezTo>
                <a:cubicBezTo>
                  <a:pt x="4808" y="7123"/>
                  <a:pt x="5196" y="7089"/>
                  <a:pt x="5584" y="7089"/>
                </a:cubicBezTo>
                <a:cubicBezTo>
                  <a:pt x="7778" y="7089"/>
                  <a:pt x="9524" y="7702"/>
                  <a:pt x="10806" y="8911"/>
                </a:cubicBezTo>
                <a:cubicBezTo>
                  <a:pt x="12089" y="10128"/>
                  <a:pt x="12730" y="11770"/>
                  <a:pt x="12730" y="13847"/>
                </a:cubicBezTo>
                <a:cubicBezTo>
                  <a:pt x="12730" y="15983"/>
                  <a:pt x="12072" y="17642"/>
                  <a:pt x="10756" y="18825"/>
                </a:cubicBezTo>
                <a:cubicBezTo>
                  <a:pt x="9431" y="20009"/>
                  <a:pt x="7575" y="20604"/>
                  <a:pt x="5180" y="20604"/>
                </a:cubicBezTo>
                <a:cubicBezTo>
                  <a:pt x="4353" y="20604"/>
                  <a:pt x="3509" y="20527"/>
                  <a:pt x="2649" y="20391"/>
                </a:cubicBezTo>
                <a:cubicBezTo>
                  <a:pt x="1797" y="20247"/>
                  <a:pt x="911" y="20034"/>
                  <a:pt x="0" y="19753"/>
                </a:cubicBezTo>
                <a:lnTo>
                  <a:pt x="0" y="17047"/>
                </a:lnTo>
                <a:cubicBezTo>
                  <a:pt x="784" y="17481"/>
                  <a:pt x="1603" y="17804"/>
                  <a:pt x="2446" y="18017"/>
                </a:cubicBezTo>
                <a:cubicBezTo>
                  <a:pt x="3290" y="18230"/>
                  <a:pt x="4184" y="18341"/>
                  <a:pt x="5120" y="18341"/>
                </a:cubicBezTo>
                <a:cubicBezTo>
                  <a:pt x="6639" y="18341"/>
                  <a:pt x="7845" y="17932"/>
                  <a:pt x="8731" y="17132"/>
                </a:cubicBezTo>
                <a:cubicBezTo>
                  <a:pt x="9617" y="16324"/>
                  <a:pt x="10064" y="15225"/>
                  <a:pt x="10064" y="13847"/>
                </a:cubicBezTo>
                <a:cubicBezTo>
                  <a:pt x="10064" y="12459"/>
                  <a:pt x="9617" y="11370"/>
                  <a:pt x="8731" y="10562"/>
                </a:cubicBezTo>
                <a:cubicBezTo>
                  <a:pt x="7845" y="9753"/>
                  <a:pt x="6639" y="9353"/>
                  <a:pt x="5120" y="9353"/>
                </a:cubicBezTo>
                <a:cubicBezTo>
                  <a:pt x="4412" y="9353"/>
                  <a:pt x="3703" y="9430"/>
                  <a:pt x="2995" y="9592"/>
                </a:cubicBezTo>
                <a:cubicBezTo>
                  <a:pt x="2286" y="9745"/>
                  <a:pt x="1561" y="10000"/>
                  <a:pt x="827" y="10332"/>
                </a:cubicBezTo>
                <a:lnTo>
                  <a:pt x="827" y="357"/>
                </a:lnTo>
                <a:close/>
                <a:moveTo>
                  <a:pt x="23671" y="2128"/>
                </a:moveTo>
                <a:cubicBezTo>
                  <a:pt x="22296" y="2128"/>
                  <a:pt x="21267" y="2809"/>
                  <a:pt x="20575" y="4170"/>
                </a:cubicBezTo>
                <a:cubicBezTo>
                  <a:pt x="19883" y="5532"/>
                  <a:pt x="19546" y="7575"/>
                  <a:pt x="19546" y="10306"/>
                </a:cubicBezTo>
                <a:cubicBezTo>
                  <a:pt x="19546" y="13030"/>
                  <a:pt x="19883" y="15072"/>
                  <a:pt x="20575" y="16434"/>
                </a:cubicBezTo>
                <a:cubicBezTo>
                  <a:pt x="21267" y="17796"/>
                  <a:pt x="22296" y="18477"/>
                  <a:pt x="23671" y="18477"/>
                </a:cubicBezTo>
                <a:cubicBezTo>
                  <a:pt x="25046" y="18477"/>
                  <a:pt x="26084" y="17796"/>
                  <a:pt x="26775" y="16434"/>
                </a:cubicBezTo>
                <a:cubicBezTo>
                  <a:pt x="27467" y="15072"/>
                  <a:pt x="27813" y="13030"/>
                  <a:pt x="27813" y="10306"/>
                </a:cubicBezTo>
                <a:cubicBezTo>
                  <a:pt x="27813" y="7575"/>
                  <a:pt x="27467" y="5532"/>
                  <a:pt x="26775" y="4170"/>
                </a:cubicBezTo>
                <a:cubicBezTo>
                  <a:pt x="26084" y="2809"/>
                  <a:pt x="25046" y="2128"/>
                  <a:pt x="23671" y="2128"/>
                </a:cubicBezTo>
                <a:close/>
                <a:moveTo>
                  <a:pt x="23671" y="0"/>
                </a:moveTo>
                <a:cubicBezTo>
                  <a:pt x="25872" y="0"/>
                  <a:pt x="27560" y="885"/>
                  <a:pt x="28724" y="2647"/>
                </a:cubicBezTo>
                <a:cubicBezTo>
                  <a:pt x="29888" y="4400"/>
                  <a:pt x="30470" y="6962"/>
                  <a:pt x="30470" y="10306"/>
                </a:cubicBezTo>
                <a:cubicBezTo>
                  <a:pt x="30470" y="13651"/>
                  <a:pt x="29888" y="16204"/>
                  <a:pt x="28724" y="17966"/>
                </a:cubicBezTo>
                <a:cubicBezTo>
                  <a:pt x="27560" y="19719"/>
                  <a:pt x="25872" y="20604"/>
                  <a:pt x="23671" y="20604"/>
                </a:cubicBezTo>
                <a:cubicBezTo>
                  <a:pt x="21461" y="20604"/>
                  <a:pt x="19782" y="19719"/>
                  <a:pt x="18618" y="17966"/>
                </a:cubicBezTo>
                <a:cubicBezTo>
                  <a:pt x="17454" y="16204"/>
                  <a:pt x="16872" y="13651"/>
                  <a:pt x="16872" y="10306"/>
                </a:cubicBezTo>
                <a:cubicBezTo>
                  <a:pt x="16872" y="6962"/>
                  <a:pt x="17454" y="4400"/>
                  <a:pt x="18618" y="2647"/>
                </a:cubicBezTo>
                <a:cubicBezTo>
                  <a:pt x="19782" y="885"/>
                  <a:pt x="21461" y="0"/>
                  <a:pt x="23671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6" name="Freeform 1575">
            <a:extLst>
              <a:ext uri="{FF2B5EF4-FFF2-40B4-BE49-F238E27FC236}">
                <a16:creationId xmlns:a16="http://schemas.microsoft.com/office/drawing/2014/main" id="{CF63DBD9-AA04-FBAB-CCD0-AA0B324A5702}"/>
              </a:ext>
            </a:extLst>
          </p:cNvPr>
          <p:cNvSpPr>
            <a:spLocks noGrp="1"/>
          </p:cNvSpPr>
          <p:nvPr/>
        </p:nvSpPr>
        <p:spPr>
          <a:xfrm>
            <a:off x="7801749" y="2891911"/>
            <a:ext cx="420128" cy="395250"/>
          </a:xfrm>
          <a:custGeom>
            <a:avLst/>
            <a:gdLst>
              <a:gd name="connsiteX0" fmla="*/ 164658 w 329315"/>
              <a:gd name="connsiteY0" fmla="*/ 0 h 332228"/>
              <a:gd name="connsiteX1" fmla="*/ 227665 w 329315"/>
              <a:gd name="connsiteY1" fmla="*/ 12646 h 332228"/>
              <a:gd name="connsiteX2" fmla="*/ 281088 w 329315"/>
              <a:gd name="connsiteY2" fmla="*/ 48655 h 332228"/>
              <a:gd name="connsiteX3" fmla="*/ 316780 w 329315"/>
              <a:gd name="connsiteY3" fmla="*/ 102544 h 332228"/>
              <a:gd name="connsiteX4" fmla="*/ 329316 w 329315"/>
              <a:gd name="connsiteY4" fmla="*/ 166118 h 332228"/>
              <a:gd name="connsiteX5" fmla="*/ 316780 w 329315"/>
              <a:gd name="connsiteY5" fmla="*/ 229684 h 332228"/>
              <a:gd name="connsiteX6" fmla="*/ 281088 w 329315"/>
              <a:gd name="connsiteY6" fmla="*/ 283573 h 332228"/>
              <a:gd name="connsiteX7" fmla="*/ 227665 w 329315"/>
              <a:gd name="connsiteY7" fmla="*/ 319591 h 332228"/>
              <a:gd name="connsiteX8" fmla="*/ 164658 w 329315"/>
              <a:gd name="connsiteY8" fmla="*/ 332229 h 332228"/>
              <a:gd name="connsiteX9" fmla="*/ 101643 w 329315"/>
              <a:gd name="connsiteY9" fmla="*/ 319591 h 332228"/>
              <a:gd name="connsiteX10" fmla="*/ 48227 w 329315"/>
              <a:gd name="connsiteY10" fmla="*/ 283573 h 332228"/>
              <a:gd name="connsiteX11" fmla="*/ 12535 w 329315"/>
              <a:gd name="connsiteY11" fmla="*/ 229684 h 332228"/>
              <a:gd name="connsiteX12" fmla="*/ 0 w 329315"/>
              <a:gd name="connsiteY12" fmla="*/ 166118 h 332228"/>
              <a:gd name="connsiteX13" fmla="*/ 12535 w 329315"/>
              <a:gd name="connsiteY13" fmla="*/ 102544 h 332228"/>
              <a:gd name="connsiteX14" fmla="*/ 48227 w 329315"/>
              <a:gd name="connsiteY14" fmla="*/ 48655 h 332228"/>
              <a:gd name="connsiteX15" fmla="*/ 101643 w 329315"/>
              <a:gd name="connsiteY15" fmla="*/ 12646 h 332228"/>
              <a:gd name="connsiteX16" fmla="*/ 164658 w 329315"/>
              <a:gd name="connsiteY16" fmla="*/ 0 h 332228"/>
            </a:gdLst>
            <a:ahLst/>
            <a:cxnLst/>
            <a:rect l="l" t="t" r="r" b="b"/>
            <a:pathLst>
              <a:path w="329315" h="332228">
                <a:moveTo>
                  <a:pt x="164658" y="0"/>
                </a:moveTo>
                <a:cubicBezTo>
                  <a:pt x="186279" y="0"/>
                  <a:pt x="207689" y="4297"/>
                  <a:pt x="227665" y="12646"/>
                </a:cubicBezTo>
                <a:cubicBezTo>
                  <a:pt x="247640" y="20996"/>
                  <a:pt x="265794" y="33234"/>
                  <a:pt x="281088" y="48655"/>
                </a:cubicBezTo>
                <a:cubicBezTo>
                  <a:pt x="296374" y="64076"/>
                  <a:pt x="308505" y="82391"/>
                  <a:pt x="316780" y="102544"/>
                </a:cubicBezTo>
                <a:cubicBezTo>
                  <a:pt x="325056" y="122697"/>
                  <a:pt x="329316" y="144306"/>
                  <a:pt x="329316" y="166118"/>
                </a:cubicBezTo>
                <a:cubicBezTo>
                  <a:pt x="329316" y="187931"/>
                  <a:pt x="325056" y="209531"/>
                  <a:pt x="316780" y="229684"/>
                </a:cubicBezTo>
                <a:cubicBezTo>
                  <a:pt x="308505" y="249837"/>
                  <a:pt x="296374" y="268152"/>
                  <a:pt x="281088" y="283573"/>
                </a:cubicBezTo>
                <a:cubicBezTo>
                  <a:pt x="265794" y="299003"/>
                  <a:pt x="247640" y="311241"/>
                  <a:pt x="227665" y="319591"/>
                </a:cubicBezTo>
                <a:cubicBezTo>
                  <a:pt x="207689" y="327931"/>
                  <a:pt x="186279" y="332229"/>
                  <a:pt x="164658" y="332229"/>
                </a:cubicBezTo>
                <a:cubicBezTo>
                  <a:pt x="143037" y="332229"/>
                  <a:pt x="121618" y="327931"/>
                  <a:pt x="101643" y="319591"/>
                </a:cubicBezTo>
                <a:cubicBezTo>
                  <a:pt x="81667" y="311241"/>
                  <a:pt x="63521" y="299003"/>
                  <a:pt x="48227" y="283573"/>
                </a:cubicBezTo>
                <a:cubicBezTo>
                  <a:pt x="32942" y="268152"/>
                  <a:pt x="20811" y="249837"/>
                  <a:pt x="12535" y="229684"/>
                </a:cubicBezTo>
                <a:cubicBezTo>
                  <a:pt x="4260" y="209531"/>
                  <a:pt x="0" y="187931"/>
                  <a:pt x="0" y="166118"/>
                </a:cubicBezTo>
                <a:cubicBezTo>
                  <a:pt x="0" y="144306"/>
                  <a:pt x="4260" y="122697"/>
                  <a:pt x="12535" y="102544"/>
                </a:cubicBezTo>
                <a:cubicBezTo>
                  <a:pt x="20811" y="82391"/>
                  <a:pt x="32942" y="64076"/>
                  <a:pt x="48227" y="48655"/>
                </a:cubicBezTo>
                <a:cubicBezTo>
                  <a:pt x="63521" y="33234"/>
                  <a:pt x="81667" y="20996"/>
                  <a:pt x="101643" y="12646"/>
                </a:cubicBezTo>
                <a:cubicBezTo>
                  <a:pt x="121618" y="4297"/>
                  <a:pt x="143037" y="0"/>
                  <a:pt x="164658" y="0"/>
                </a:cubicBezTo>
              </a:path>
            </a:pathLst>
          </a:custGeom>
          <a:noFill/>
          <a:ln w="3790">
            <a:solidFill>
              <a:srgbClr val="D8D8D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7" name="Freeform 1576">
            <a:extLst>
              <a:ext uri="{FF2B5EF4-FFF2-40B4-BE49-F238E27FC236}">
                <a16:creationId xmlns:a16="http://schemas.microsoft.com/office/drawing/2014/main" id="{07373A81-E1EB-D724-4507-F7ED2190062B}"/>
              </a:ext>
            </a:extLst>
          </p:cNvPr>
          <p:cNvSpPr>
            <a:spLocks noGrp="1"/>
          </p:cNvSpPr>
          <p:nvPr/>
        </p:nvSpPr>
        <p:spPr>
          <a:xfrm>
            <a:off x="8092200" y="2876474"/>
            <a:ext cx="59663" cy="24501"/>
          </a:xfrm>
          <a:custGeom>
            <a:avLst/>
            <a:gdLst>
              <a:gd name="connsiteX0" fmla="*/ 388 w 46767"/>
              <a:gd name="connsiteY0" fmla="*/ 17949 h 20595"/>
              <a:gd name="connsiteX1" fmla="*/ 4733 w 46767"/>
              <a:gd name="connsiteY1" fmla="*/ 17949 h 20595"/>
              <a:gd name="connsiteX2" fmla="*/ 4733 w 46767"/>
              <a:gd name="connsiteY2" fmla="*/ 2800 h 20595"/>
              <a:gd name="connsiteX3" fmla="*/ 0 w 46767"/>
              <a:gd name="connsiteY3" fmla="*/ 3762 h 20595"/>
              <a:gd name="connsiteX4" fmla="*/ 0 w 46767"/>
              <a:gd name="connsiteY4" fmla="*/ 1311 h 20595"/>
              <a:gd name="connsiteX5" fmla="*/ 4707 w 46767"/>
              <a:gd name="connsiteY5" fmla="*/ 357 h 20595"/>
              <a:gd name="connsiteX6" fmla="*/ 7373 w 46767"/>
              <a:gd name="connsiteY6" fmla="*/ 357 h 20595"/>
              <a:gd name="connsiteX7" fmla="*/ 7373 w 46767"/>
              <a:gd name="connsiteY7" fmla="*/ 17949 h 20595"/>
              <a:gd name="connsiteX8" fmla="*/ 11717 w 46767"/>
              <a:gd name="connsiteY8" fmla="*/ 17949 h 20595"/>
              <a:gd name="connsiteX9" fmla="*/ 11717 w 46767"/>
              <a:gd name="connsiteY9" fmla="*/ 20213 h 20595"/>
              <a:gd name="connsiteX10" fmla="*/ 388 w 46767"/>
              <a:gd name="connsiteY10" fmla="*/ 20213 h 20595"/>
              <a:gd name="connsiteX11" fmla="*/ 388 w 46767"/>
              <a:gd name="connsiteY11" fmla="*/ 17949 h 20595"/>
              <a:gd name="connsiteX12" fmla="*/ 22793 w 46767"/>
              <a:gd name="connsiteY12" fmla="*/ 2128 h 20595"/>
              <a:gd name="connsiteX13" fmla="*/ 19697 w 46767"/>
              <a:gd name="connsiteY13" fmla="*/ 4170 h 20595"/>
              <a:gd name="connsiteX14" fmla="*/ 18668 w 46767"/>
              <a:gd name="connsiteY14" fmla="*/ 10306 h 20595"/>
              <a:gd name="connsiteX15" fmla="*/ 19697 w 46767"/>
              <a:gd name="connsiteY15" fmla="*/ 16425 h 20595"/>
              <a:gd name="connsiteX16" fmla="*/ 22793 w 46767"/>
              <a:gd name="connsiteY16" fmla="*/ 18468 h 20595"/>
              <a:gd name="connsiteX17" fmla="*/ 25898 w 46767"/>
              <a:gd name="connsiteY17" fmla="*/ 16425 h 20595"/>
              <a:gd name="connsiteX18" fmla="*/ 26935 w 46767"/>
              <a:gd name="connsiteY18" fmla="*/ 10306 h 20595"/>
              <a:gd name="connsiteX19" fmla="*/ 25898 w 46767"/>
              <a:gd name="connsiteY19" fmla="*/ 4170 h 20595"/>
              <a:gd name="connsiteX20" fmla="*/ 22793 w 46767"/>
              <a:gd name="connsiteY20" fmla="*/ 2128 h 20595"/>
              <a:gd name="connsiteX21" fmla="*/ 22793 w 46767"/>
              <a:gd name="connsiteY21" fmla="*/ 0 h 20595"/>
              <a:gd name="connsiteX22" fmla="*/ 27846 w 46767"/>
              <a:gd name="connsiteY22" fmla="*/ 2638 h 20595"/>
              <a:gd name="connsiteX23" fmla="*/ 29593 w 46767"/>
              <a:gd name="connsiteY23" fmla="*/ 10306 h 20595"/>
              <a:gd name="connsiteX24" fmla="*/ 27846 w 46767"/>
              <a:gd name="connsiteY24" fmla="*/ 17957 h 20595"/>
              <a:gd name="connsiteX25" fmla="*/ 22793 w 46767"/>
              <a:gd name="connsiteY25" fmla="*/ 20596 h 20595"/>
              <a:gd name="connsiteX26" fmla="*/ 17740 w 46767"/>
              <a:gd name="connsiteY26" fmla="*/ 17957 h 20595"/>
              <a:gd name="connsiteX27" fmla="*/ 15994 w 46767"/>
              <a:gd name="connsiteY27" fmla="*/ 10306 h 20595"/>
              <a:gd name="connsiteX28" fmla="*/ 17740 w 46767"/>
              <a:gd name="connsiteY28" fmla="*/ 2638 h 20595"/>
              <a:gd name="connsiteX29" fmla="*/ 22793 w 46767"/>
              <a:gd name="connsiteY29" fmla="*/ 0 h 20595"/>
              <a:gd name="connsiteX30" fmla="*/ 39968 w 46767"/>
              <a:gd name="connsiteY30" fmla="*/ 2128 h 20595"/>
              <a:gd name="connsiteX31" fmla="*/ 36873 w 46767"/>
              <a:gd name="connsiteY31" fmla="*/ 4170 h 20595"/>
              <a:gd name="connsiteX32" fmla="*/ 35844 w 46767"/>
              <a:gd name="connsiteY32" fmla="*/ 10306 h 20595"/>
              <a:gd name="connsiteX33" fmla="*/ 36873 w 46767"/>
              <a:gd name="connsiteY33" fmla="*/ 16425 h 20595"/>
              <a:gd name="connsiteX34" fmla="*/ 39968 w 46767"/>
              <a:gd name="connsiteY34" fmla="*/ 18468 h 20595"/>
              <a:gd name="connsiteX35" fmla="*/ 43073 w 46767"/>
              <a:gd name="connsiteY35" fmla="*/ 16425 h 20595"/>
              <a:gd name="connsiteX36" fmla="*/ 44111 w 46767"/>
              <a:gd name="connsiteY36" fmla="*/ 10306 h 20595"/>
              <a:gd name="connsiteX37" fmla="*/ 43073 w 46767"/>
              <a:gd name="connsiteY37" fmla="*/ 4170 h 20595"/>
              <a:gd name="connsiteX38" fmla="*/ 39968 w 46767"/>
              <a:gd name="connsiteY38" fmla="*/ 2128 h 20595"/>
              <a:gd name="connsiteX39" fmla="*/ 39968 w 46767"/>
              <a:gd name="connsiteY39" fmla="*/ 0 h 20595"/>
              <a:gd name="connsiteX40" fmla="*/ 45022 w 46767"/>
              <a:gd name="connsiteY40" fmla="*/ 2638 h 20595"/>
              <a:gd name="connsiteX41" fmla="*/ 46768 w 46767"/>
              <a:gd name="connsiteY41" fmla="*/ 10306 h 20595"/>
              <a:gd name="connsiteX42" fmla="*/ 45022 w 46767"/>
              <a:gd name="connsiteY42" fmla="*/ 17957 h 20595"/>
              <a:gd name="connsiteX43" fmla="*/ 39968 w 46767"/>
              <a:gd name="connsiteY43" fmla="*/ 20596 h 20595"/>
              <a:gd name="connsiteX44" fmla="*/ 34915 w 46767"/>
              <a:gd name="connsiteY44" fmla="*/ 17957 h 20595"/>
              <a:gd name="connsiteX45" fmla="*/ 33169 w 46767"/>
              <a:gd name="connsiteY45" fmla="*/ 10306 h 20595"/>
              <a:gd name="connsiteX46" fmla="*/ 34915 w 46767"/>
              <a:gd name="connsiteY46" fmla="*/ 2638 h 20595"/>
              <a:gd name="connsiteX47" fmla="*/ 39968 w 46767"/>
              <a:gd name="connsiteY47" fmla="*/ 0 h 20595"/>
            </a:gdLst>
            <a:ahLst/>
            <a:cxnLst/>
            <a:rect l="l" t="t" r="r" b="b"/>
            <a:pathLst>
              <a:path w="46767" h="20595">
                <a:moveTo>
                  <a:pt x="388" y="17949"/>
                </a:moveTo>
                <a:lnTo>
                  <a:pt x="4733" y="17949"/>
                </a:lnTo>
                <a:lnTo>
                  <a:pt x="4733" y="2800"/>
                </a:lnTo>
                <a:lnTo>
                  <a:pt x="0" y="3762"/>
                </a:lnTo>
                <a:lnTo>
                  <a:pt x="0" y="1311"/>
                </a:lnTo>
                <a:lnTo>
                  <a:pt x="4707" y="357"/>
                </a:lnTo>
                <a:lnTo>
                  <a:pt x="7373" y="357"/>
                </a:lnTo>
                <a:lnTo>
                  <a:pt x="7373" y="17949"/>
                </a:lnTo>
                <a:lnTo>
                  <a:pt x="11717" y="17949"/>
                </a:lnTo>
                <a:lnTo>
                  <a:pt x="11717" y="20213"/>
                </a:lnTo>
                <a:lnTo>
                  <a:pt x="388" y="20213"/>
                </a:lnTo>
                <a:lnTo>
                  <a:pt x="388" y="17949"/>
                </a:lnTo>
                <a:close/>
                <a:moveTo>
                  <a:pt x="22793" y="2128"/>
                </a:moveTo>
                <a:cubicBezTo>
                  <a:pt x="21418" y="2128"/>
                  <a:pt x="20389" y="2809"/>
                  <a:pt x="19697" y="4170"/>
                </a:cubicBezTo>
                <a:cubicBezTo>
                  <a:pt x="19014" y="5523"/>
                  <a:pt x="18668" y="7575"/>
                  <a:pt x="18668" y="10306"/>
                </a:cubicBezTo>
                <a:cubicBezTo>
                  <a:pt x="18668" y="13021"/>
                  <a:pt x="19014" y="15064"/>
                  <a:pt x="19697" y="16425"/>
                </a:cubicBezTo>
                <a:cubicBezTo>
                  <a:pt x="20389" y="17787"/>
                  <a:pt x="21418" y="18468"/>
                  <a:pt x="22793" y="18468"/>
                </a:cubicBezTo>
                <a:cubicBezTo>
                  <a:pt x="24168" y="18468"/>
                  <a:pt x="25206" y="17787"/>
                  <a:pt x="25898" y="16425"/>
                </a:cubicBezTo>
                <a:cubicBezTo>
                  <a:pt x="26589" y="15064"/>
                  <a:pt x="26935" y="13021"/>
                  <a:pt x="26935" y="10306"/>
                </a:cubicBezTo>
                <a:cubicBezTo>
                  <a:pt x="26935" y="7575"/>
                  <a:pt x="26589" y="5523"/>
                  <a:pt x="25898" y="4170"/>
                </a:cubicBezTo>
                <a:cubicBezTo>
                  <a:pt x="25206" y="2809"/>
                  <a:pt x="24168" y="2128"/>
                  <a:pt x="22793" y="2128"/>
                </a:cubicBezTo>
                <a:close/>
                <a:moveTo>
                  <a:pt x="22793" y="0"/>
                </a:moveTo>
                <a:cubicBezTo>
                  <a:pt x="24995" y="0"/>
                  <a:pt x="26682" y="876"/>
                  <a:pt x="27846" y="2638"/>
                </a:cubicBezTo>
                <a:cubicBezTo>
                  <a:pt x="29011" y="4400"/>
                  <a:pt x="29593" y="6953"/>
                  <a:pt x="29593" y="10306"/>
                </a:cubicBezTo>
                <a:cubicBezTo>
                  <a:pt x="29593" y="13642"/>
                  <a:pt x="29011" y="16196"/>
                  <a:pt x="27846" y="17957"/>
                </a:cubicBezTo>
                <a:cubicBezTo>
                  <a:pt x="26682" y="19719"/>
                  <a:pt x="24995" y="20596"/>
                  <a:pt x="22793" y="20596"/>
                </a:cubicBezTo>
                <a:cubicBezTo>
                  <a:pt x="20583" y="20596"/>
                  <a:pt x="18905" y="19719"/>
                  <a:pt x="17740" y="17957"/>
                </a:cubicBezTo>
                <a:cubicBezTo>
                  <a:pt x="16576" y="16196"/>
                  <a:pt x="15994" y="13642"/>
                  <a:pt x="15994" y="10306"/>
                </a:cubicBezTo>
                <a:cubicBezTo>
                  <a:pt x="15994" y="6953"/>
                  <a:pt x="16576" y="4400"/>
                  <a:pt x="17740" y="2638"/>
                </a:cubicBezTo>
                <a:cubicBezTo>
                  <a:pt x="18905" y="876"/>
                  <a:pt x="20583" y="0"/>
                  <a:pt x="22793" y="0"/>
                </a:cubicBezTo>
                <a:close/>
                <a:moveTo>
                  <a:pt x="39968" y="2128"/>
                </a:moveTo>
                <a:cubicBezTo>
                  <a:pt x="38594" y="2128"/>
                  <a:pt x="37565" y="2809"/>
                  <a:pt x="36873" y="4170"/>
                </a:cubicBezTo>
                <a:cubicBezTo>
                  <a:pt x="36189" y="5523"/>
                  <a:pt x="35844" y="7575"/>
                  <a:pt x="35844" y="10306"/>
                </a:cubicBezTo>
                <a:cubicBezTo>
                  <a:pt x="35844" y="13021"/>
                  <a:pt x="36189" y="15064"/>
                  <a:pt x="36873" y="16425"/>
                </a:cubicBezTo>
                <a:cubicBezTo>
                  <a:pt x="37565" y="17787"/>
                  <a:pt x="38594" y="18468"/>
                  <a:pt x="39968" y="18468"/>
                </a:cubicBezTo>
                <a:cubicBezTo>
                  <a:pt x="41344" y="18468"/>
                  <a:pt x="42381" y="17787"/>
                  <a:pt x="43073" y="16425"/>
                </a:cubicBezTo>
                <a:cubicBezTo>
                  <a:pt x="43765" y="15064"/>
                  <a:pt x="44111" y="13021"/>
                  <a:pt x="44111" y="10306"/>
                </a:cubicBezTo>
                <a:cubicBezTo>
                  <a:pt x="44111" y="7575"/>
                  <a:pt x="43765" y="5523"/>
                  <a:pt x="43073" y="4170"/>
                </a:cubicBezTo>
                <a:cubicBezTo>
                  <a:pt x="42381" y="2809"/>
                  <a:pt x="41344" y="2128"/>
                  <a:pt x="39968" y="2128"/>
                </a:cubicBezTo>
                <a:close/>
                <a:moveTo>
                  <a:pt x="39968" y="0"/>
                </a:moveTo>
                <a:cubicBezTo>
                  <a:pt x="42170" y="0"/>
                  <a:pt x="43858" y="876"/>
                  <a:pt x="45022" y="2638"/>
                </a:cubicBezTo>
                <a:cubicBezTo>
                  <a:pt x="46186" y="4400"/>
                  <a:pt x="46768" y="6953"/>
                  <a:pt x="46768" y="10306"/>
                </a:cubicBezTo>
                <a:cubicBezTo>
                  <a:pt x="46768" y="13642"/>
                  <a:pt x="46186" y="16196"/>
                  <a:pt x="45022" y="17957"/>
                </a:cubicBezTo>
                <a:cubicBezTo>
                  <a:pt x="43858" y="19719"/>
                  <a:pt x="42170" y="20596"/>
                  <a:pt x="39968" y="20596"/>
                </a:cubicBezTo>
                <a:cubicBezTo>
                  <a:pt x="37758" y="20596"/>
                  <a:pt x="36080" y="19719"/>
                  <a:pt x="34915" y="17957"/>
                </a:cubicBezTo>
                <a:cubicBezTo>
                  <a:pt x="33751" y="16196"/>
                  <a:pt x="33169" y="13642"/>
                  <a:pt x="33169" y="10306"/>
                </a:cubicBezTo>
                <a:cubicBezTo>
                  <a:pt x="33169" y="6953"/>
                  <a:pt x="33751" y="4400"/>
                  <a:pt x="34915" y="2638"/>
                </a:cubicBezTo>
                <a:cubicBezTo>
                  <a:pt x="36080" y="876"/>
                  <a:pt x="37758" y="0"/>
                  <a:pt x="39968" y="0"/>
                </a:cubicBezTo>
                <a:close/>
              </a:path>
            </a:pathLst>
          </a:custGeom>
          <a:solidFill>
            <a:srgbClr val="777777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67" name="Freeform 1566">
            <a:extLst>
              <a:ext uri="{FF2B5EF4-FFF2-40B4-BE49-F238E27FC236}">
                <a16:creationId xmlns:a16="http://schemas.microsoft.com/office/drawing/2014/main" id="{02CC7BE3-38C3-D879-DDB7-F6C936EB94C0}"/>
              </a:ext>
            </a:extLst>
          </p:cNvPr>
          <p:cNvSpPr>
            <a:spLocks noGrp="1"/>
          </p:cNvSpPr>
          <p:nvPr/>
        </p:nvSpPr>
        <p:spPr>
          <a:xfrm>
            <a:off x="7801749" y="2891911"/>
            <a:ext cx="420128" cy="3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41500"/>
                </a:moveTo>
                <a:lnTo>
                  <a:pt x="58084" y="47373"/>
                </a:lnTo>
                <a:lnTo>
                  <a:pt x="50000" y="50000"/>
                </a:lnTo>
                <a:lnTo>
                  <a:pt x="50000" y="50000"/>
                </a:lnTo>
                <a:lnTo>
                  <a:pt x="50000" y="50000"/>
                </a:lnTo>
                <a:close/>
              </a:path>
            </a:pathLst>
          </a:custGeom>
          <a:noFill/>
          <a:ln w="8422">
            <a:solidFill>
              <a:srgbClr val="C0392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68" name="Freeform 1567">
            <a:extLst>
              <a:ext uri="{FF2B5EF4-FFF2-40B4-BE49-F238E27FC236}">
                <a16:creationId xmlns:a16="http://schemas.microsoft.com/office/drawing/2014/main" id="{AE1092D8-0B8A-8F4A-CE89-5F10FCAF7C21}"/>
              </a:ext>
            </a:extLst>
          </p:cNvPr>
          <p:cNvSpPr>
            <a:spLocks noGrp="1"/>
          </p:cNvSpPr>
          <p:nvPr/>
        </p:nvSpPr>
        <p:spPr>
          <a:xfrm>
            <a:off x="7801749" y="2891911"/>
            <a:ext cx="420128" cy="395250"/>
          </a:xfrm>
          <a:custGeom>
            <a:avLst/>
            <a:gdLst>
              <a:gd name="connsiteX0" fmla="*/ 164658 w 329315"/>
              <a:gd name="connsiteY0" fmla="*/ 0 h 332228"/>
              <a:gd name="connsiteX1" fmla="*/ 101643 w 329315"/>
              <a:gd name="connsiteY1" fmla="*/ 12646 h 332228"/>
              <a:gd name="connsiteX2" fmla="*/ 48227 w 329315"/>
              <a:gd name="connsiteY2" fmla="*/ 48655 h 332228"/>
              <a:gd name="connsiteX3" fmla="*/ 12535 w 329315"/>
              <a:gd name="connsiteY3" fmla="*/ 102544 h 332228"/>
              <a:gd name="connsiteX4" fmla="*/ 0 w 329315"/>
              <a:gd name="connsiteY4" fmla="*/ 166118 h 332228"/>
              <a:gd name="connsiteX5" fmla="*/ 12535 w 329315"/>
              <a:gd name="connsiteY5" fmla="*/ 229684 h 332228"/>
              <a:gd name="connsiteX6" fmla="*/ 48227 w 329315"/>
              <a:gd name="connsiteY6" fmla="*/ 283573 h 332228"/>
              <a:gd name="connsiteX7" fmla="*/ 101643 w 329315"/>
              <a:gd name="connsiteY7" fmla="*/ 319591 h 332228"/>
              <a:gd name="connsiteX8" fmla="*/ 164658 w 329315"/>
              <a:gd name="connsiteY8" fmla="*/ 332229 h 332228"/>
              <a:gd name="connsiteX9" fmla="*/ 227665 w 329315"/>
              <a:gd name="connsiteY9" fmla="*/ 319591 h 332228"/>
              <a:gd name="connsiteX10" fmla="*/ 281088 w 329315"/>
              <a:gd name="connsiteY10" fmla="*/ 283573 h 332228"/>
              <a:gd name="connsiteX11" fmla="*/ 316780 w 329315"/>
              <a:gd name="connsiteY11" fmla="*/ 229684 h 332228"/>
              <a:gd name="connsiteX12" fmla="*/ 329316 w 329315"/>
              <a:gd name="connsiteY12" fmla="*/ 166118 h 332228"/>
              <a:gd name="connsiteX13" fmla="*/ 316780 w 329315"/>
              <a:gd name="connsiteY13" fmla="*/ 102544 h 332228"/>
              <a:gd name="connsiteX14" fmla="*/ 281088 w 329315"/>
              <a:gd name="connsiteY14" fmla="*/ 48655 h 332228"/>
              <a:gd name="connsiteX15" fmla="*/ 227665 w 329315"/>
              <a:gd name="connsiteY15" fmla="*/ 12646 h 332228"/>
              <a:gd name="connsiteX16" fmla="*/ 164658 w 329315"/>
              <a:gd name="connsiteY16" fmla="*/ 0 h 332228"/>
            </a:gdLst>
            <a:ahLst/>
            <a:cxnLst/>
            <a:rect l="l" t="t" r="r" b="b"/>
            <a:pathLst>
              <a:path w="329315" h="332228">
                <a:moveTo>
                  <a:pt x="164658" y="0"/>
                </a:moveTo>
                <a:cubicBezTo>
                  <a:pt x="143037" y="0"/>
                  <a:pt x="121618" y="4297"/>
                  <a:pt x="101643" y="12646"/>
                </a:cubicBezTo>
                <a:cubicBezTo>
                  <a:pt x="81667" y="20996"/>
                  <a:pt x="63521" y="33234"/>
                  <a:pt x="48227" y="48655"/>
                </a:cubicBezTo>
                <a:cubicBezTo>
                  <a:pt x="32942" y="64076"/>
                  <a:pt x="20811" y="82391"/>
                  <a:pt x="12535" y="102544"/>
                </a:cubicBezTo>
                <a:cubicBezTo>
                  <a:pt x="4260" y="122697"/>
                  <a:pt x="0" y="144306"/>
                  <a:pt x="0" y="166118"/>
                </a:cubicBezTo>
                <a:cubicBezTo>
                  <a:pt x="0" y="187931"/>
                  <a:pt x="4260" y="209531"/>
                  <a:pt x="12535" y="229684"/>
                </a:cubicBezTo>
                <a:cubicBezTo>
                  <a:pt x="20811" y="249837"/>
                  <a:pt x="32942" y="268152"/>
                  <a:pt x="48227" y="283573"/>
                </a:cubicBezTo>
                <a:cubicBezTo>
                  <a:pt x="63521" y="299003"/>
                  <a:pt x="81667" y="311241"/>
                  <a:pt x="101643" y="319591"/>
                </a:cubicBezTo>
                <a:cubicBezTo>
                  <a:pt x="121618" y="327931"/>
                  <a:pt x="143037" y="332229"/>
                  <a:pt x="164658" y="332229"/>
                </a:cubicBezTo>
                <a:cubicBezTo>
                  <a:pt x="186279" y="332229"/>
                  <a:pt x="207689" y="327931"/>
                  <a:pt x="227665" y="319591"/>
                </a:cubicBezTo>
                <a:cubicBezTo>
                  <a:pt x="247640" y="311241"/>
                  <a:pt x="265794" y="299003"/>
                  <a:pt x="281088" y="283573"/>
                </a:cubicBezTo>
                <a:cubicBezTo>
                  <a:pt x="296374" y="268152"/>
                  <a:pt x="308505" y="249837"/>
                  <a:pt x="316780" y="229684"/>
                </a:cubicBezTo>
                <a:cubicBezTo>
                  <a:pt x="325056" y="209531"/>
                  <a:pt x="329316" y="187931"/>
                  <a:pt x="329316" y="166118"/>
                </a:cubicBezTo>
                <a:cubicBezTo>
                  <a:pt x="329316" y="144306"/>
                  <a:pt x="325056" y="122697"/>
                  <a:pt x="316780" y="102544"/>
                </a:cubicBezTo>
                <a:cubicBezTo>
                  <a:pt x="308505" y="82391"/>
                  <a:pt x="296374" y="64076"/>
                  <a:pt x="281088" y="48655"/>
                </a:cubicBezTo>
                <a:cubicBezTo>
                  <a:pt x="265794" y="33234"/>
                  <a:pt x="247640" y="20996"/>
                  <a:pt x="227665" y="12646"/>
                </a:cubicBezTo>
                <a:cubicBezTo>
                  <a:pt x="207689" y="4297"/>
                  <a:pt x="186279" y="0"/>
                  <a:pt x="164658" y="0"/>
                </a:cubicBezTo>
              </a:path>
            </a:pathLst>
          </a:custGeom>
          <a:noFill/>
          <a:ln w="6316">
            <a:solidFill>
              <a:srgbClr val="BDBDB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69" name="Freeform 1568">
            <a:extLst>
              <a:ext uri="{FF2B5EF4-FFF2-40B4-BE49-F238E27FC236}">
                <a16:creationId xmlns:a16="http://schemas.microsoft.com/office/drawing/2014/main" id="{8B1E0A54-D2F4-1E19-4547-600C6FEA2309}"/>
              </a:ext>
            </a:extLst>
          </p:cNvPr>
          <p:cNvSpPr>
            <a:spLocks noGrp="1"/>
          </p:cNvSpPr>
          <p:nvPr/>
        </p:nvSpPr>
        <p:spPr>
          <a:xfrm>
            <a:off x="7989719" y="2840783"/>
            <a:ext cx="44188" cy="26203"/>
          </a:xfrm>
          <a:custGeom>
            <a:avLst/>
            <a:gdLst>
              <a:gd name="connsiteX0" fmla="*/ 2953 w 34637"/>
              <a:gd name="connsiteY0" fmla="*/ 11507 h 22025"/>
              <a:gd name="connsiteX1" fmla="*/ 2953 w 34637"/>
              <a:gd name="connsiteY1" fmla="*/ 19575 h 22025"/>
              <a:gd name="connsiteX2" fmla="*/ 7685 w 34637"/>
              <a:gd name="connsiteY2" fmla="*/ 19575 h 22025"/>
              <a:gd name="connsiteX3" fmla="*/ 11219 w 34637"/>
              <a:gd name="connsiteY3" fmla="*/ 18579 h 22025"/>
              <a:gd name="connsiteX4" fmla="*/ 12367 w 34637"/>
              <a:gd name="connsiteY4" fmla="*/ 15532 h 22025"/>
              <a:gd name="connsiteX5" fmla="*/ 11219 w 34637"/>
              <a:gd name="connsiteY5" fmla="*/ 12485 h 22025"/>
              <a:gd name="connsiteX6" fmla="*/ 7685 w 34637"/>
              <a:gd name="connsiteY6" fmla="*/ 11507 h 22025"/>
              <a:gd name="connsiteX7" fmla="*/ 2953 w 34637"/>
              <a:gd name="connsiteY7" fmla="*/ 11507 h 22025"/>
              <a:gd name="connsiteX8" fmla="*/ 2953 w 34637"/>
              <a:gd name="connsiteY8" fmla="*/ 2451 h 22025"/>
              <a:gd name="connsiteX9" fmla="*/ 2953 w 34637"/>
              <a:gd name="connsiteY9" fmla="*/ 9081 h 22025"/>
              <a:gd name="connsiteX10" fmla="*/ 7322 w 34637"/>
              <a:gd name="connsiteY10" fmla="*/ 9081 h 22025"/>
              <a:gd name="connsiteX11" fmla="*/ 10545 w 34637"/>
              <a:gd name="connsiteY11" fmla="*/ 8264 h 22025"/>
              <a:gd name="connsiteX12" fmla="*/ 11608 w 34637"/>
              <a:gd name="connsiteY12" fmla="*/ 5762 h 22025"/>
              <a:gd name="connsiteX13" fmla="*/ 10545 w 34637"/>
              <a:gd name="connsiteY13" fmla="*/ 3277 h 22025"/>
              <a:gd name="connsiteX14" fmla="*/ 7322 w 34637"/>
              <a:gd name="connsiteY14" fmla="*/ 2451 h 22025"/>
              <a:gd name="connsiteX15" fmla="*/ 2953 w 34637"/>
              <a:gd name="connsiteY15" fmla="*/ 2451 h 22025"/>
              <a:gd name="connsiteX16" fmla="*/ 0 w 34637"/>
              <a:gd name="connsiteY16" fmla="*/ 0 h 22025"/>
              <a:gd name="connsiteX17" fmla="*/ 7541 w 34637"/>
              <a:gd name="connsiteY17" fmla="*/ 0 h 22025"/>
              <a:gd name="connsiteX18" fmla="*/ 12746 w 34637"/>
              <a:gd name="connsiteY18" fmla="*/ 1413 h 22025"/>
              <a:gd name="connsiteX19" fmla="*/ 14577 w 34637"/>
              <a:gd name="connsiteY19" fmla="*/ 5439 h 22025"/>
              <a:gd name="connsiteX20" fmla="*/ 13641 w 34637"/>
              <a:gd name="connsiteY20" fmla="*/ 8656 h 22025"/>
              <a:gd name="connsiteX21" fmla="*/ 10890 w 34637"/>
              <a:gd name="connsiteY21" fmla="*/ 10145 h 22025"/>
              <a:gd name="connsiteX22" fmla="*/ 14273 w 34637"/>
              <a:gd name="connsiteY22" fmla="*/ 12119 h 22025"/>
              <a:gd name="connsiteX23" fmla="*/ 15488 w 34637"/>
              <a:gd name="connsiteY23" fmla="*/ 15856 h 22025"/>
              <a:gd name="connsiteX24" fmla="*/ 13497 w 34637"/>
              <a:gd name="connsiteY24" fmla="*/ 20417 h 22025"/>
              <a:gd name="connsiteX25" fmla="*/ 7837 w 34637"/>
              <a:gd name="connsiteY25" fmla="*/ 22026 h 22025"/>
              <a:gd name="connsiteX26" fmla="*/ 0 w 34637"/>
              <a:gd name="connsiteY26" fmla="*/ 22026 h 22025"/>
              <a:gd name="connsiteX27" fmla="*/ 0 w 34637"/>
              <a:gd name="connsiteY27" fmla="*/ 0 h 22025"/>
              <a:gd name="connsiteX28" fmla="*/ 23494 w 34637"/>
              <a:gd name="connsiteY28" fmla="*/ 2451 h 22025"/>
              <a:gd name="connsiteX29" fmla="*/ 23494 w 34637"/>
              <a:gd name="connsiteY29" fmla="*/ 10723 h 22025"/>
              <a:gd name="connsiteX30" fmla="*/ 27205 w 34637"/>
              <a:gd name="connsiteY30" fmla="*/ 10723 h 22025"/>
              <a:gd name="connsiteX31" fmla="*/ 30394 w 34637"/>
              <a:gd name="connsiteY31" fmla="*/ 9642 h 22025"/>
              <a:gd name="connsiteX32" fmla="*/ 31524 w 34637"/>
              <a:gd name="connsiteY32" fmla="*/ 6579 h 22025"/>
              <a:gd name="connsiteX33" fmla="*/ 30394 w 34637"/>
              <a:gd name="connsiteY33" fmla="*/ 3523 h 22025"/>
              <a:gd name="connsiteX34" fmla="*/ 27205 w 34637"/>
              <a:gd name="connsiteY34" fmla="*/ 2451 h 22025"/>
              <a:gd name="connsiteX35" fmla="*/ 23494 w 34637"/>
              <a:gd name="connsiteY35" fmla="*/ 2451 h 22025"/>
              <a:gd name="connsiteX36" fmla="*/ 20541 w 34637"/>
              <a:gd name="connsiteY36" fmla="*/ 0 h 22025"/>
              <a:gd name="connsiteX37" fmla="*/ 27205 w 34637"/>
              <a:gd name="connsiteY37" fmla="*/ 0 h 22025"/>
              <a:gd name="connsiteX38" fmla="*/ 32756 w 34637"/>
              <a:gd name="connsiteY38" fmla="*/ 1677 h 22025"/>
              <a:gd name="connsiteX39" fmla="*/ 34637 w 34637"/>
              <a:gd name="connsiteY39" fmla="*/ 6579 h 22025"/>
              <a:gd name="connsiteX40" fmla="*/ 32756 w 34637"/>
              <a:gd name="connsiteY40" fmla="*/ 11507 h 22025"/>
              <a:gd name="connsiteX41" fmla="*/ 27205 w 34637"/>
              <a:gd name="connsiteY41" fmla="*/ 13175 h 22025"/>
              <a:gd name="connsiteX42" fmla="*/ 23494 w 34637"/>
              <a:gd name="connsiteY42" fmla="*/ 13175 h 22025"/>
              <a:gd name="connsiteX43" fmla="*/ 23494 w 34637"/>
              <a:gd name="connsiteY43" fmla="*/ 22026 h 22025"/>
              <a:gd name="connsiteX44" fmla="*/ 20541 w 34637"/>
              <a:gd name="connsiteY44" fmla="*/ 22026 h 22025"/>
              <a:gd name="connsiteX45" fmla="*/ 20541 w 34637"/>
              <a:gd name="connsiteY45" fmla="*/ 0 h 22025"/>
            </a:gdLst>
            <a:ahLst/>
            <a:cxnLst/>
            <a:rect l="l" t="t" r="r" b="b"/>
            <a:pathLst>
              <a:path w="34637" h="22025">
                <a:moveTo>
                  <a:pt x="2953" y="11507"/>
                </a:moveTo>
                <a:lnTo>
                  <a:pt x="2953" y="19575"/>
                </a:lnTo>
                <a:lnTo>
                  <a:pt x="7685" y="19575"/>
                </a:lnTo>
                <a:cubicBezTo>
                  <a:pt x="9279" y="19575"/>
                  <a:pt x="10452" y="19243"/>
                  <a:pt x="11219" y="18579"/>
                </a:cubicBezTo>
                <a:cubicBezTo>
                  <a:pt x="11987" y="17915"/>
                  <a:pt x="12367" y="16902"/>
                  <a:pt x="12367" y="15532"/>
                </a:cubicBezTo>
                <a:cubicBezTo>
                  <a:pt x="12367" y="14153"/>
                  <a:pt x="11987" y="13140"/>
                  <a:pt x="11219" y="12485"/>
                </a:cubicBezTo>
                <a:cubicBezTo>
                  <a:pt x="10452" y="11830"/>
                  <a:pt x="9279" y="11507"/>
                  <a:pt x="7685" y="11507"/>
                </a:cubicBezTo>
                <a:lnTo>
                  <a:pt x="2953" y="11507"/>
                </a:lnTo>
                <a:close/>
                <a:moveTo>
                  <a:pt x="2953" y="2451"/>
                </a:moveTo>
                <a:lnTo>
                  <a:pt x="2953" y="9081"/>
                </a:lnTo>
                <a:lnTo>
                  <a:pt x="7322" y="9081"/>
                </a:lnTo>
                <a:cubicBezTo>
                  <a:pt x="8765" y="9081"/>
                  <a:pt x="9836" y="8809"/>
                  <a:pt x="10545" y="8264"/>
                </a:cubicBezTo>
                <a:cubicBezTo>
                  <a:pt x="11253" y="7719"/>
                  <a:pt x="11608" y="6885"/>
                  <a:pt x="11608" y="5762"/>
                </a:cubicBezTo>
                <a:cubicBezTo>
                  <a:pt x="11608" y="4655"/>
                  <a:pt x="11253" y="3822"/>
                  <a:pt x="10545" y="3277"/>
                </a:cubicBezTo>
                <a:cubicBezTo>
                  <a:pt x="9836" y="2723"/>
                  <a:pt x="8765" y="2451"/>
                  <a:pt x="7322" y="2451"/>
                </a:cubicBezTo>
                <a:lnTo>
                  <a:pt x="2953" y="2451"/>
                </a:lnTo>
                <a:close/>
                <a:moveTo>
                  <a:pt x="0" y="0"/>
                </a:moveTo>
                <a:lnTo>
                  <a:pt x="7541" y="0"/>
                </a:lnTo>
                <a:cubicBezTo>
                  <a:pt x="9794" y="0"/>
                  <a:pt x="11532" y="468"/>
                  <a:pt x="12746" y="1413"/>
                </a:cubicBezTo>
                <a:cubicBezTo>
                  <a:pt x="13970" y="2358"/>
                  <a:pt x="14577" y="3702"/>
                  <a:pt x="14577" y="5439"/>
                </a:cubicBezTo>
                <a:cubicBezTo>
                  <a:pt x="14577" y="6792"/>
                  <a:pt x="14265" y="7864"/>
                  <a:pt x="13641" y="8656"/>
                </a:cubicBezTo>
                <a:cubicBezTo>
                  <a:pt x="13016" y="9455"/>
                  <a:pt x="12097" y="9949"/>
                  <a:pt x="10890" y="10145"/>
                </a:cubicBezTo>
                <a:cubicBezTo>
                  <a:pt x="12341" y="10460"/>
                  <a:pt x="13472" y="11115"/>
                  <a:pt x="14273" y="12119"/>
                </a:cubicBezTo>
                <a:cubicBezTo>
                  <a:pt x="15083" y="13115"/>
                  <a:pt x="15488" y="14366"/>
                  <a:pt x="15488" y="15856"/>
                </a:cubicBezTo>
                <a:cubicBezTo>
                  <a:pt x="15488" y="17830"/>
                  <a:pt x="14822" y="19345"/>
                  <a:pt x="13497" y="20417"/>
                </a:cubicBezTo>
                <a:cubicBezTo>
                  <a:pt x="12173" y="21490"/>
                  <a:pt x="10283" y="22026"/>
                  <a:pt x="7837" y="22026"/>
                </a:cubicBezTo>
                <a:lnTo>
                  <a:pt x="0" y="22026"/>
                </a:lnTo>
                <a:lnTo>
                  <a:pt x="0" y="0"/>
                </a:lnTo>
                <a:close/>
                <a:moveTo>
                  <a:pt x="23494" y="2451"/>
                </a:moveTo>
                <a:lnTo>
                  <a:pt x="23494" y="10723"/>
                </a:lnTo>
                <a:lnTo>
                  <a:pt x="27205" y="10723"/>
                </a:lnTo>
                <a:cubicBezTo>
                  <a:pt x="28580" y="10723"/>
                  <a:pt x="29643" y="10366"/>
                  <a:pt x="30394" y="9642"/>
                </a:cubicBezTo>
                <a:cubicBezTo>
                  <a:pt x="31145" y="8928"/>
                  <a:pt x="31524" y="7906"/>
                  <a:pt x="31524" y="6579"/>
                </a:cubicBezTo>
                <a:cubicBezTo>
                  <a:pt x="31524" y="5260"/>
                  <a:pt x="31145" y="4239"/>
                  <a:pt x="30394" y="3523"/>
                </a:cubicBezTo>
                <a:cubicBezTo>
                  <a:pt x="29643" y="2809"/>
                  <a:pt x="28580" y="2451"/>
                  <a:pt x="27205" y="2451"/>
                </a:cubicBezTo>
                <a:lnTo>
                  <a:pt x="23494" y="2451"/>
                </a:lnTo>
                <a:close/>
                <a:moveTo>
                  <a:pt x="20541" y="0"/>
                </a:moveTo>
                <a:lnTo>
                  <a:pt x="27205" y="0"/>
                </a:lnTo>
                <a:cubicBezTo>
                  <a:pt x="29660" y="0"/>
                  <a:pt x="31507" y="553"/>
                  <a:pt x="32756" y="1677"/>
                </a:cubicBezTo>
                <a:cubicBezTo>
                  <a:pt x="34013" y="2792"/>
                  <a:pt x="34637" y="4426"/>
                  <a:pt x="34637" y="6579"/>
                </a:cubicBezTo>
                <a:cubicBezTo>
                  <a:pt x="34637" y="8749"/>
                  <a:pt x="34013" y="10392"/>
                  <a:pt x="32756" y="11507"/>
                </a:cubicBezTo>
                <a:cubicBezTo>
                  <a:pt x="31507" y="12622"/>
                  <a:pt x="29660" y="13175"/>
                  <a:pt x="27205" y="13175"/>
                </a:cubicBezTo>
                <a:lnTo>
                  <a:pt x="23494" y="13175"/>
                </a:lnTo>
                <a:lnTo>
                  <a:pt x="23494" y="22026"/>
                </a:lnTo>
                <a:lnTo>
                  <a:pt x="20541" y="22026"/>
                </a:lnTo>
                <a:lnTo>
                  <a:pt x="20541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0" name="Freeform 1569">
            <a:extLst>
              <a:ext uri="{FF2B5EF4-FFF2-40B4-BE49-F238E27FC236}">
                <a16:creationId xmlns:a16="http://schemas.microsoft.com/office/drawing/2014/main" id="{0B1E773E-5D53-E916-E7FC-875D5D567B53}"/>
              </a:ext>
            </a:extLst>
          </p:cNvPr>
          <p:cNvSpPr>
            <a:spLocks noGrp="1"/>
          </p:cNvSpPr>
          <p:nvPr/>
        </p:nvSpPr>
        <p:spPr>
          <a:xfrm>
            <a:off x="8234480" y="3064715"/>
            <a:ext cx="48966" cy="26212"/>
          </a:xfrm>
          <a:custGeom>
            <a:avLst/>
            <a:gdLst>
              <a:gd name="connsiteX0" fmla="*/ 0 w 38382"/>
              <a:gd name="connsiteY0" fmla="*/ 0 h 22033"/>
              <a:gd name="connsiteX1" fmla="*/ 4404 w 38382"/>
              <a:gd name="connsiteY1" fmla="*/ 0 h 22033"/>
              <a:gd name="connsiteX2" fmla="*/ 9971 w 38382"/>
              <a:gd name="connsiteY2" fmla="*/ 14996 h 22033"/>
              <a:gd name="connsiteX3" fmla="*/ 15573 w 38382"/>
              <a:gd name="connsiteY3" fmla="*/ 0 h 22033"/>
              <a:gd name="connsiteX4" fmla="*/ 19976 w 38382"/>
              <a:gd name="connsiteY4" fmla="*/ 0 h 22033"/>
              <a:gd name="connsiteX5" fmla="*/ 19976 w 38382"/>
              <a:gd name="connsiteY5" fmla="*/ 22034 h 22033"/>
              <a:gd name="connsiteX6" fmla="*/ 17091 w 38382"/>
              <a:gd name="connsiteY6" fmla="*/ 22034 h 22033"/>
              <a:gd name="connsiteX7" fmla="*/ 17091 w 38382"/>
              <a:gd name="connsiteY7" fmla="*/ 2690 h 22033"/>
              <a:gd name="connsiteX8" fmla="*/ 11464 w 38382"/>
              <a:gd name="connsiteY8" fmla="*/ 17796 h 22033"/>
              <a:gd name="connsiteX9" fmla="*/ 8495 w 38382"/>
              <a:gd name="connsiteY9" fmla="*/ 17796 h 22033"/>
              <a:gd name="connsiteX10" fmla="*/ 2868 w 38382"/>
              <a:gd name="connsiteY10" fmla="*/ 2690 h 22033"/>
              <a:gd name="connsiteX11" fmla="*/ 2868 w 38382"/>
              <a:gd name="connsiteY11" fmla="*/ 22034 h 22033"/>
              <a:gd name="connsiteX12" fmla="*/ 0 w 38382"/>
              <a:gd name="connsiteY12" fmla="*/ 22034 h 22033"/>
              <a:gd name="connsiteX13" fmla="*/ 0 w 38382"/>
              <a:gd name="connsiteY13" fmla="*/ 0 h 22033"/>
              <a:gd name="connsiteX14" fmla="*/ 25839 w 38382"/>
              <a:gd name="connsiteY14" fmla="*/ 0 h 22033"/>
              <a:gd name="connsiteX15" fmla="*/ 38383 w 38382"/>
              <a:gd name="connsiteY15" fmla="*/ 0 h 22033"/>
              <a:gd name="connsiteX16" fmla="*/ 38383 w 38382"/>
              <a:gd name="connsiteY16" fmla="*/ 2519 h 22033"/>
              <a:gd name="connsiteX17" fmla="*/ 28792 w 38382"/>
              <a:gd name="connsiteY17" fmla="*/ 2519 h 22033"/>
              <a:gd name="connsiteX18" fmla="*/ 28792 w 38382"/>
              <a:gd name="connsiteY18" fmla="*/ 9005 h 22033"/>
              <a:gd name="connsiteX19" fmla="*/ 37447 w 38382"/>
              <a:gd name="connsiteY19" fmla="*/ 9005 h 22033"/>
              <a:gd name="connsiteX20" fmla="*/ 37447 w 38382"/>
              <a:gd name="connsiteY20" fmla="*/ 11515 h 22033"/>
              <a:gd name="connsiteX21" fmla="*/ 28792 w 38382"/>
              <a:gd name="connsiteY21" fmla="*/ 11515 h 22033"/>
              <a:gd name="connsiteX22" fmla="*/ 28792 w 38382"/>
              <a:gd name="connsiteY22" fmla="*/ 22034 h 22033"/>
              <a:gd name="connsiteX23" fmla="*/ 25839 w 38382"/>
              <a:gd name="connsiteY23" fmla="*/ 22034 h 22033"/>
              <a:gd name="connsiteX24" fmla="*/ 25839 w 38382"/>
              <a:gd name="connsiteY24" fmla="*/ 0 h 22033"/>
            </a:gdLst>
            <a:ahLst/>
            <a:cxnLst/>
            <a:rect l="l" t="t" r="r" b="b"/>
            <a:pathLst>
              <a:path w="38382" h="22033">
                <a:moveTo>
                  <a:pt x="0" y="0"/>
                </a:moveTo>
                <a:lnTo>
                  <a:pt x="4404" y="0"/>
                </a:lnTo>
                <a:lnTo>
                  <a:pt x="9971" y="14996"/>
                </a:lnTo>
                <a:lnTo>
                  <a:pt x="15573" y="0"/>
                </a:lnTo>
                <a:lnTo>
                  <a:pt x="19976" y="0"/>
                </a:lnTo>
                <a:lnTo>
                  <a:pt x="19976" y="22034"/>
                </a:lnTo>
                <a:lnTo>
                  <a:pt x="17091" y="22034"/>
                </a:lnTo>
                <a:lnTo>
                  <a:pt x="17091" y="2690"/>
                </a:lnTo>
                <a:lnTo>
                  <a:pt x="11464" y="17796"/>
                </a:lnTo>
                <a:lnTo>
                  <a:pt x="8495" y="17796"/>
                </a:lnTo>
                <a:lnTo>
                  <a:pt x="2868" y="2690"/>
                </a:lnTo>
                <a:lnTo>
                  <a:pt x="2868" y="22034"/>
                </a:lnTo>
                <a:lnTo>
                  <a:pt x="0" y="22034"/>
                </a:lnTo>
                <a:lnTo>
                  <a:pt x="0" y="0"/>
                </a:lnTo>
                <a:close/>
                <a:moveTo>
                  <a:pt x="25839" y="0"/>
                </a:moveTo>
                <a:lnTo>
                  <a:pt x="38383" y="0"/>
                </a:lnTo>
                <a:lnTo>
                  <a:pt x="38383" y="2519"/>
                </a:lnTo>
                <a:lnTo>
                  <a:pt x="28792" y="2519"/>
                </a:lnTo>
                <a:lnTo>
                  <a:pt x="28792" y="9005"/>
                </a:lnTo>
                <a:lnTo>
                  <a:pt x="37447" y="9005"/>
                </a:lnTo>
                <a:lnTo>
                  <a:pt x="37447" y="11515"/>
                </a:lnTo>
                <a:lnTo>
                  <a:pt x="28792" y="11515"/>
                </a:lnTo>
                <a:lnTo>
                  <a:pt x="28792" y="22034"/>
                </a:lnTo>
                <a:lnTo>
                  <a:pt x="25839" y="22034"/>
                </a:lnTo>
                <a:lnTo>
                  <a:pt x="25839" y="0"/>
                </a:ln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1" name="Freeform 1570">
            <a:extLst>
              <a:ext uri="{FF2B5EF4-FFF2-40B4-BE49-F238E27FC236}">
                <a16:creationId xmlns:a16="http://schemas.microsoft.com/office/drawing/2014/main" id="{927FA7D3-E540-4A8D-7EE5-BF8A246BB4FA}"/>
              </a:ext>
            </a:extLst>
          </p:cNvPr>
          <p:cNvSpPr>
            <a:spLocks noGrp="1"/>
          </p:cNvSpPr>
          <p:nvPr/>
        </p:nvSpPr>
        <p:spPr>
          <a:xfrm>
            <a:off x="8088074" y="3302026"/>
            <a:ext cx="49138" cy="27184"/>
          </a:xfrm>
          <a:custGeom>
            <a:avLst/>
            <a:gdLst>
              <a:gd name="connsiteX0" fmla="*/ 17605 w 38517"/>
              <a:gd name="connsiteY0" fmla="*/ 2094 h 22850"/>
              <a:gd name="connsiteX1" fmla="*/ 17605 w 38517"/>
              <a:gd name="connsiteY1" fmla="*/ 5234 h 22850"/>
              <a:gd name="connsiteX2" fmla="*/ 14425 w 38517"/>
              <a:gd name="connsiteY2" fmla="*/ 3141 h 22850"/>
              <a:gd name="connsiteX3" fmla="*/ 10832 w 38517"/>
              <a:gd name="connsiteY3" fmla="*/ 2451 h 22850"/>
              <a:gd name="connsiteX4" fmla="*/ 5103 w 38517"/>
              <a:gd name="connsiteY4" fmla="*/ 4758 h 22850"/>
              <a:gd name="connsiteX5" fmla="*/ 3113 w 38517"/>
              <a:gd name="connsiteY5" fmla="*/ 11430 h 22850"/>
              <a:gd name="connsiteX6" fmla="*/ 5103 w 38517"/>
              <a:gd name="connsiteY6" fmla="*/ 18094 h 22850"/>
              <a:gd name="connsiteX7" fmla="*/ 10832 w 38517"/>
              <a:gd name="connsiteY7" fmla="*/ 20400 h 22850"/>
              <a:gd name="connsiteX8" fmla="*/ 14425 w 38517"/>
              <a:gd name="connsiteY8" fmla="*/ 19711 h 22850"/>
              <a:gd name="connsiteX9" fmla="*/ 17605 w 38517"/>
              <a:gd name="connsiteY9" fmla="*/ 17617 h 22850"/>
              <a:gd name="connsiteX10" fmla="*/ 17605 w 38517"/>
              <a:gd name="connsiteY10" fmla="*/ 20732 h 22850"/>
              <a:gd name="connsiteX11" fmla="*/ 14324 w 38517"/>
              <a:gd name="connsiteY11" fmla="*/ 22324 h 22850"/>
              <a:gd name="connsiteX12" fmla="*/ 10663 w 38517"/>
              <a:gd name="connsiteY12" fmla="*/ 22851 h 22850"/>
              <a:gd name="connsiteX13" fmla="*/ 2851 w 38517"/>
              <a:gd name="connsiteY13" fmla="*/ 19796 h 22850"/>
              <a:gd name="connsiteX14" fmla="*/ 0 w 38517"/>
              <a:gd name="connsiteY14" fmla="*/ 11430 h 22850"/>
              <a:gd name="connsiteX15" fmla="*/ 2851 w 38517"/>
              <a:gd name="connsiteY15" fmla="*/ 3064 h 22850"/>
              <a:gd name="connsiteX16" fmla="*/ 10663 w 38517"/>
              <a:gd name="connsiteY16" fmla="*/ 0 h 22850"/>
              <a:gd name="connsiteX17" fmla="*/ 14349 w 38517"/>
              <a:gd name="connsiteY17" fmla="*/ 528 h 22850"/>
              <a:gd name="connsiteX18" fmla="*/ 17605 w 38517"/>
              <a:gd name="connsiteY18" fmla="*/ 2094 h 22850"/>
              <a:gd name="connsiteX19" fmla="*/ 38518 w 38517"/>
              <a:gd name="connsiteY19" fmla="*/ 2094 h 22850"/>
              <a:gd name="connsiteX20" fmla="*/ 38518 w 38517"/>
              <a:gd name="connsiteY20" fmla="*/ 5234 h 22850"/>
              <a:gd name="connsiteX21" fmla="*/ 35337 w 38517"/>
              <a:gd name="connsiteY21" fmla="*/ 3141 h 22850"/>
              <a:gd name="connsiteX22" fmla="*/ 31744 w 38517"/>
              <a:gd name="connsiteY22" fmla="*/ 2451 h 22850"/>
              <a:gd name="connsiteX23" fmla="*/ 26016 w 38517"/>
              <a:gd name="connsiteY23" fmla="*/ 4758 h 22850"/>
              <a:gd name="connsiteX24" fmla="*/ 24025 w 38517"/>
              <a:gd name="connsiteY24" fmla="*/ 11430 h 22850"/>
              <a:gd name="connsiteX25" fmla="*/ 26016 w 38517"/>
              <a:gd name="connsiteY25" fmla="*/ 18094 h 22850"/>
              <a:gd name="connsiteX26" fmla="*/ 31744 w 38517"/>
              <a:gd name="connsiteY26" fmla="*/ 20400 h 22850"/>
              <a:gd name="connsiteX27" fmla="*/ 35337 w 38517"/>
              <a:gd name="connsiteY27" fmla="*/ 19711 h 22850"/>
              <a:gd name="connsiteX28" fmla="*/ 38518 w 38517"/>
              <a:gd name="connsiteY28" fmla="*/ 17617 h 22850"/>
              <a:gd name="connsiteX29" fmla="*/ 38518 w 38517"/>
              <a:gd name="connsiteY29" fmla="*/ 20732 h 22850"/>
              <a:gd name="connsiteX30" fmla="*/ 35228 w 38517"/>
              <a:gd name="connsiteY30" fmla="*/ 22324 h 22850"/>
              <a:gd name="connsiteX31" fmla="*/ 31575 w 38517"/>
              <a:gd name="connsiteY31" fmla="*/ 22851 h 22850"/>
              <a:gd name="connsiteX32" fmla="*/ 23755 w 38517"/>
              <a:gd name="connsiteY32" fmla="*/ 19796 h 22850"/>
              <a:gd name="connsiteX33" fmla="*/ 20912 w 38517"/>
              <a:gd name="connsiteY33" fmla="*/ 11430 h 22850"/>
              <a:gd name="connsiteX34" fmla="*/ 23755 w 38517"/>
              <a:gd name="connsiteY34" fmla="*/ 3064 h 22850"/>
              <a:gd name="connsiteX35" fmla="*/ 31575 w 38517"/>
              <a:gd name="connsiteY35" fmla="*/ 0 h 22850"/>
              <a:gd name="connsiteX36" fmla="*/ 35261 w 38517"/>
              <a:gd name="connsiteY36" fmla="*/ 528 h 22850"/>
              <a:gd name="connsiteX37" fmla="*/ 38518 w 38517"/>
              <a:gd name="connsiteY37" fmla="*/ 2094 h 22850"/>
            </a:gdLst>
            <a:ahLst/>
            <a:cxnLst/>
            <a:rect l="l" t="t" r="r" b="b"/>
            <a:pathLst>
              <a:path w="38517" h="22850">
                <a:moveTo>
                  <a:pt x="17605" y="2094"/>
                </a:moveTo>
                <a:lnTo>
                  <a:pt x="17605" y="5234"/>
                </a:lnTo>
                <a:cubicBezTo>
                  <a:pt x="16610" y="4298"/>
                  <a:pt x="15547" y="3600"/>
                  <a:pt x="14425" y="3141"/>
                </a:cubicBezTo>
                <a:cubicBezTo>
                  <a:pt x="13295" y="2681"/>
                  <a:pt x="12105" y="2451"/>
                  <a:pt x="10832" y="2451"/>
                </a:cubicBezTo>
                <a:cubicBezTo>
                  <a:pt x="8343" y="2451"/>
                  <a:pt x="6428" y="3217"/>
                  <a:pt x="5103" y="4758"/>
                </a:cubicBezTo>
                <a:cubicBezTo>
                  <a:pt x="3779" y="6298"/>
                  <a:pt x="3113" y="8519"/>
                  <a:pt x="3113" y="11430"/>
                </a:cubicBezTo>
                <a:cubicBezTo>
                  <a:pt x="3113" y="14332"/>
                  <a:pt x="3779" y="16553"/>
                  <a:pt x="5103" y="18094"/>
                </a:cubicBezTo>
                <a:cubicBezTo>
                  <a:pt x="6428" y="19634"/>
                  <a:pt x="8343" y="20400"/>
                  <a:pt x="10832" y="20400"/>
                </a:cubicBezTo>
                <a:cubicBezTo>
                  <a:pt x="12105" y="20400"/>
                  <a:pt x="13295" y="20171"/>
                  <a:pt x="14425" y="19711"/>
                </a:cubicBezTo>
                <a:cubicBezTo>
                  <a:pt x="15547" y="19251"/>
                  <a:pt x="16610" y="18545"/>
                  <a:pt x="17605" y="17617"/>
                </a:cubicBezTo>
                <a:lnTo>
                  <a:pt x="17605" y="20732"/>
                </a:lnTo>
                <a:cubicBezTo>
                  <a:pt x="16576" y="21439"/>
                  <a:pt x="15480" y="21966"/>
                  <a:pt x="14324" y="22324"/>
                </a:cubicBezTo>
                <a:cubicBezTo>
                  <a:pt x="13168" y="22681"/>
                  <a:pt x="11945" y="22851"/>
                  <a:pt x="10663" y="22851"/>
                </a:cubicBezTo>
                <a:cubicBezTo>
                  <a:pt x="7356" y="22851"/>
                  <a:pt x="4749" y="21830"/>
                  <a:pt x="2851" y="19796"/>
                </a:cubicBezTo>
                <a:cubicBezTo>
                  <a:pt x="945" y="17753"/>
                  <a:pt x="0" y="14962"/>
                  <a:pt x="0" y="11430"/>
                </a:cubicBezTo>
                <a:cubicBezTo>
                  <a:pt x="0" y="7889"/>
                  <a:pt x="945" y="5107"/>
                  <a:pt x="2851" y="3064"/>
                </a:cubicBezTo>
                <a:cubicBezTo>
                  <a:pt x="4749" y="1022"/>
                  <a:pt x="7356" y="0"/>
                  <a:pt x="10663" y="0"/>
                </a:cubicBezTo>
                <a:cubicBezTo>
                  <a:pt x="11970" y="0"/>
                  <a:pt x="13194" y="179"/>
                  <a:pt x="14349" y="528"/>
                </a:cubicBezTo>
                <a:cubicBezTo>
                  <a:pt x="15505" y="877"/>
                  <a:pt x="16593" y="1396"/>
                  <a:pt x="17605" y="2094"/>
                </a:cubicBezTo>
                <a:close/>
                <a:moveTo>
                  <a:pt x="38518" y="2094"/>
                </a:moveTo>
                <a:lnTo>
                  <a:pt x="38518" y="5234"/>
                </a:lnTo>
                <a:cubicBezTo>
                  <a:pt x="37522" y="4298"/>
                  <a:pt x="36459" y="3600"/>
                  <a:pt x="35337" y="3141"/>
                </a:cubicBezTo>
                <a:cubicBezTo>
                  <a:pt x="34207" y="2681"/>
                  <a:pt x="33009" y="2451"/>
                  <a:pt x="31744" y="2451"/>
                </a:cubicBezTo>
                <a:cubicBezTo>
                  <a:pt x="29247" y="2451"/>
                  <a:pt x="27340" y="3217"/>
                  <a:pt x="26016" y="4758"/>
                </a:cubicBezTo>
                <a:cubicBezTo>
                  <a:pt x="24691" y="6298"/>
                  <a:pt x="24025" y="8519"/>
                  <a:pt x="24025" y="11430"/>
                </a:cubicBezTo>
                <a:cubicBezTo>
                  <a:pt x="24025" y="14332"/>
                  <a:pt x="24691" y="16553"/>
                  <a:pt x="26016" y="18094"/>
                </a:cubicBezTo>
                <a:cubicBezTo>
                  <a:pt x="27340" y="19634"/>
                  <a:pt x="29247" y="20400"/>
                  <a:pt x="31744" y="20400"/>
                </a:cubicBezTo>
                <a:cubicBezTo>
                  <a:pt x="33009" y="20400"/>
                  <a:pt x="34207" y="20171"/>
                  <a:pt x="35337" y="19711"/>
                </a:cubicBezTo>
                <a:cubicBezTo>
                  <a:pt x="36459" y="19251"/>
                  <a:pt x="37522" y="18545"/>
                  <a:pt x="38518" y="17617"/>
                </a:cubicBezTo>
                <a:lnTo>
                  <a:pt x="38518" y="20732"/>
                </a:lnTo>
                <a:cubicBezTo>
                  <a:pt x="37480" y="21439"/>
                  <a:pt x="36392" y="21966"/>
                  <a:pt x="35228" y="22324"/>
                </a:cubicBezTo>
                <a:cubicBezTo>
                  <a:pt x="34080" y="22681"/>
                  <a:pt x="32857" y="22851"/>
                  <a:pt x="31575" y="22851"/>
                </a:cubicBezTo>
                <a:cubicBezTo>
                  <a:pt x="28268" y="22851"/>
                  <a:pt x="25662" y="21830"/>
                  <a:pt x="23755" y="19796"/>
                </a:cubicBezTo>
                <a:cubicBezTo>
                  <a:pt x="21857" y="17753"/>
                  <a:pt x="20912" y="14962"/>
                  <a:pt x="20912" y="11430"/>
                </a:cubicBezTo>
                <a:cubicBezTo>
                  <a:pt x="20912" y="7889"/>
                  <a:pt x="21857" y="5107"/>
                  <a:pt x="23755" y="3064"/>
                </a:cubicBezTo>
                <a:cubicBezTo>
                  <a:pt x="25662" y="1022"/>
                  <a:pt x="28268" y="0"/>
                  <a:pt x="31575" y="0"/>
                </a:cubicBezTo>
                <a:cubicBezTo>
                  <a:pt x="32874" y="0"/>
                  <a:pt x="34106" y="179"/>
                  <a:pt x="35261" y="528"/>
                </a:cubicBezTo>
                <a:cubicBezTo>
                  <a:pt x="36417" y="877"/>
                  <a:pt x="37505" y="1396"/>
                  <a:pt x="38518" y="2094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2" name="Freeform 1571">
            <a:extLst>
              <a:ext uri="{FF2B5EF4-FFF2-40B4-BE49-F238E27FC236}">
                <a16:creationId xmlns:a16="http://schemas.microsoft.com/office/drawing/2014/main" id="{EAD7E0EC-E91B-D169-CDCE-C1E14631E3E0}"/>
              </a:ext>
            </a:extLst>
          </p:cNvPr>
          <p:cNvSpPr>
            <a:spLocks noGrp="1"/>
          </p:cNvSpPr>
          <p:nvPr/>
        </p:nvSpPr>
        <p:spPr>
          <a:xfrm>
            <a:off x="7843423" y="3302026"/>
            <a:ext cx="101517" cy="27184"/>
          </a:xfrm>
          <a:custGeom>
            <a:avLst/>
            <a:gdLst>
              <a:gd name="connsiteX0" fmla="*/ 0 w 79574"/>
              <a:gd name="connsiteY0" fmla="*/ 400 h 22850"/>
              <a:gd name="connsiteX1" fmla="*/ 2952 w 79574"/>
              <a:gd name="connsiteY1" fmla="*/ 400 h 22850"/>
              <a:gd name="connsiteX2" fmla="*/ 2952 w 79574"/>
              <a:gd name="connsiteY2" fmla="*/ 9702 h 22850"/>
              <a:gd name="connsiteX3" fmla="*/ 12746 w 79574"/>
              <a:gd name="connsiteY3" fmla="*/ 400 h 22850"/>
              <a:gd name="connsiteX4" fmla="*/ 16551 w 79574"/>
              <a:gd name="connsiteY4" fmla="*/ 400 h 22850"/>
              <a:gd name="connsiteX5" fmla="*/ 5719 w 79574"/>
              <a:gd name="connsiteY5" fmla="*/ 10664 h 22850"/>
              <a:gd name="connsiteX6" fmla="*/ 17327 w 79574"/>
              <a:gd name="connsiteY6" fmla="*/ 22426 h 22850"/>
              <a:gd name="connsiteX7" fmla="*/ 13438 w 79574"/>
              <a:gd name="connsiteY7" fmla="*/ 22426 h 22850"/>
              <a:gd name="connsiteX8" fmla="*/ 2952 w 79574"/>
              <a:gd name="connsiteY8" fmla="*/ 11813 h 22850"/>
              <a:gd name="connsiteX9" fmla="*/ 2952 w 79574"/>
              <a:gd name="connsiteY9" fmla="*/ 22426 h 22850"/>
              <a:gd name="connsiteX10" fmla="*/ 0 w 79574"/>
              <a:gd name="connsiteY10" fmla="*/ 22426 h 22850"/>
              <a:gd name="connsiteX11" fmla="*/ 0 w 79574"/>
              <a:gd name="connsiteY11" fmla="*/ 400 h 22850"/>
              <a:gd name="connsiteX12" fmla="*/ 19639 w 79574"/>
              <a:gd name="connsiteY12" fmla="*/ 400 h 22850"/>
              <a:gd name="connsiteX13" fmla="*/ 33439 w 79574"/>
              <a:gd name="connsiteY13" fmla="*/ 400 h 22850"/>
              <a:gd name="connsiteX14" fmla="*/ 33439 w 79574"/>
              <a:gd name="connsiteY14" fmla="*/ 2911 h 22850"/>
              <a:gd name="connsiteX15" fmla="*/ 22591 w 79574"/>
              <a:gd name="connsiteY15" fmla="*/ 2911 h 22850"/>
              <a:gd name="connsiteX16" fmla="*/ 22591 w 79574"/>
              <a:gd name="connsiteY16" fmla="*/ 9430 h 22850"/>
              <a:gd name="connsiteX17" fmla="*/ 32984 w 79574"/>
              <a:gd name="connsiteY17" fmla="*/ 9430 h 22850"/>
              <a:gd name="connsiteX18" fmla="*/ 32984 w 79574"/>
              <a:gd name="connsiteY18" fmla="*/ 11932 h 22850"/>
              <a:gd name="connsiteX19" fmla="*/ 22591 w 79574"/>
              <a:gd name="connsiteY19" fmla="*/ 11932 h 22850"/>
              <a:gd name="connsiteX20" fmla="*/ 22591 w 79574"/>
              <a:gd name="connsiteY20" fmla="*/ 19915 h 22850"/>
              <a:gd name="connsiteX21" fmla="*/ 33701 w 79574"/>
              <a:gd name="connsiteY21" fmla="*/ 19915 h 22850"/>
              <a:gd name="connsiteX22" fmla="*/ 33701 w 79574"/>
              <a:gd name="connsiteY22" fmla="*/ 22426 h 22850"/>
              <a:gd name="connsiteX23" fmla="*/ 19639 w 79574"/>
              <a:gd name="connsiteY23" fmla="*/ 22426 h 22850"/>
              <a:gd name="connsiteX24" fmla="*/ 19639 w 79574"/>
              <a:gd name="connsiteY24" fmla="*/ 400 h 22850"/>
              <a:gd name="connsiteX25" fmla="*/ 53441 w 79574"/>
              <a:gd name="connsiteY25" fmla="*/ 19277 h 22850"/>
              <a:gd name="connsiteX26" fmla="*/ 53441 w 79574"/>
              <a:gd name="connsiteY26" fmla="*/ 13362 h 22850"/>
              <a:gd name="connsiteX27" fmla="*/ 48615 w 79574"/>
              <a:gd name="connsiteY27" fmla="*/ 13362 h 22850"/>
              <a:gd name="connsiteX28" fmla="*/ 48615 w 79574"/>
              <a:gd name="connsiteY28" fmla="*/ 10919 h 22850"/>
              <a:gd name="connsiteX29" fmla="*/ 56368 w 79574"/>
              <a:gd name="connsiteY29" fmla="*/ 10919 h 22850"/>
              <a:gd name="connsiteX30" fmla="*/ 56368 w 79574"/>
              <a:gd name="connsiteY30" fmla="*/ 20375 h 22850"/>
              <a:gd name="connsiteX31" fmla="*/ 52597 w 79574"/>
              <a:gd name="connsiteY31" fmla="*/ 22230 h 22850"/>
              <a:gd name="connsiteX32" fmla="*/ 48202 w 79574"/>
              <a:gd name="connsiteY32" fmla="*/ 22851 h 22850"/>
              <a:gd name="connsiteX33" fmla="*/ 40188 w 79574"/>
              <a:gd name="connsiteY33" fmla="*/ 19839 h 22850"/>
              <a:gd name="connsiteX34" fmla="*/ 37303 w 79574"/>
              <a:gd name="connsiteY34" fmla="*/ 11430 h 22850"/>
              <a:gd name="connsiteX35" fmla="*/ 40188 w 79574"/>
              <a:gd name="connsiteY35" fmla="*/ 3013 h 22850"/>
              <a:gd name="connsiteX36" fmla="*/ 48202 w 79574"/>
              <a:gd name="connsiteY36" fmla="*/ 0 h 22850"/>
              <a:gd name="connsiteX37" fmla="*/ 52251 w 79574"/>
              <a:gd name="connsiteY37" fmla="*/ 537 h 22850"/>
              <a:gd name="connsiteX38" fmla="*/ 55803 w 79574"/>
              <a:gd name="connsiteY38" fmla="*/ 2094 h 22850"/>
              <a:gd name="connsiteX39" fmla="*/ 55803 w 79574"/>
              <a:gd name="connsiteY39" fmla="*/ 5268 h 22850"/>
              <a:gd name="connsiteX40" fmla="*/ 52319 w 79574"/>
              <a:gd name="connsiteY40" fmla="*/ 3158 h 22850"/>
              <a:gd name="connsiteX41" fmla="*/ 48446 w 79574"/>
              <a:gd name="connsiteY41" fmla="*/ 2451 h 22850"/>
              <a:gd name="connsiteX42" fmla="*/ 42423 w 79574"/>
              <a:gd name="connsiteY42" fmla="*/ 4707 h 22850"/>
              <a:gd name="connsiteX43" fmla="*/ 40416 w 79574"/>
              <a:gd name="connsiteY43" fmla="*/ 11430 h 22850"/>
              <a:gd name="connsiteX44" fmla="*/ 42423 w 79574"/>
              <a:gd name="connsiteY44" fmla="*/ 18145 h 22850"/>
              <a:gd name="connsiteX45" fmla="*/ 48446 w 79574"/>
              <a:gd name="connsiteY45" fmla="*/ 20400 h 22850"/>
              <a:gd name="connsiteX46" fmla="*/ 51239 w 79574"/>
              <a:gd name="connsiteY46" fmla="*/ 20128 h 22850"/>
              <a:gd name="connsiteX47" fmla="*/ 53441 w 79574"/>
              <a:gd name="connsiteY47" fmla="*/ 19277 h 22850"/>
              <a:gd name="connsiteX48" fmla="*/ 76647 w 79574"/>
              <a:gd name="connsiteY48" fmla="*/ 19277 h 22850"/>
              <a:gd name="connsiteX49" fmla="*/ 76647 w 79574"/>
              <a:gd name="connsiteY49" fmla="*/ 13362 h 22850"/>
              <a:gd name="connsiteX50" fmla="*/ 71822 w 79574"/>
              <a:gd name="connsiteY50" fmla="*/ 13362 h 22850"/>
              <a:gd name="connsiteX51" fmla="*/ 71822 w 79574"/>
              <a:gd name="connsiteY51" fmla="*/ 10919 h 22850"/>
              <a:gd name="connsiteX52" fmla="*/ 79575 w 79574"/>
              <a:gd name="connsiteY52" fmla="*/ 10919 h 22850"/>
              <a:gd name="connsiteX53" fmla="*/ 79575 w 79574"/>
              <a:gd name="connsiteY53" fmla="*/ 20375 h 22850"/>
              <a:gd name="connsiteX54" fmla="*/ 75804 w 79574"/>
              <a:gd name="connsiteY54" fmla="*/ 22230 h 22850"/>
              <a:gd name="connsiteX55" fmla="*/ 71400 w 79574"/>
              <a:gd name="connsiteY55" fmla="*/ 22851 h 22850"/>
              <a:gd name="connsiteX56" fmla="*/ 63395 w 79574"/>
              <a:gd name="connsiteY56" fmla="*/ 19839 h 22850"/>
              <a:gd name="connsiteX57" fmla="*/ 60510 w 79574"/>
              <a:gd name="connsiteY57" fmla="*/ 11430 h 22850"/>
              <a:gd name="connsiteX58" fmla="*/ 63395 w 79574"/>
              <a:gd name="connsiteY58" fmla="*/ 3013 h 22850"/>
              <a:gd name="connsiteX59" fmla="*/ 71400 w 79574"/>
              <a:gd name="connsiteY59" fmla="*/ 0 h 22850"/>
              <a:gd name="connsiteX60" fmla="*/ 75458 w 79574"/>
              <a:gd name="connsiteY60" fmla="*/ 537 h 22850"/>
              <a:gd name="connsiteX61" fmla="*/ 79009 w 79574"/>
              <a:gd name="connsiteY61" fmla="*/ 2094 h 22850"/>
              <a:gd name="connsiteX62" fmla="*/ 79009 w 79574"/>
              <a:gd name="connsiteY62" fmla="*/ 5268 h 22850"/>
              <a:gd name="connsiteX63" fmla="*/ 75526 w 79574"/>
              <a:gd name="connsiteY63" fmla="*/ 3158 h 22850"/>
              <a:gd name="connsiteX64" fmla="*/ 71653 w 79574"/>
              <a:gd name="connsiteY64" fmla="*/ 2451 h 22850"/>
              <a:gd name="connsiteX65" fmla="*/ 65630 w 79574"/>
              <a:gd name="connsiteY65" fmla="*/ 4707 h 22850"/>
              <a:gd name="connsiteX66" fmla="*/ 63623 w 79574"/>
              <a:gd name="connsiteY66" fmla="*/ 11430 h 22850"/>
              <a:gd name="connsiteX67" fmla="*/ 65630 w 79574"/>
              <a:gd name="connsiteY67" fmla="*/ 18145 h 22850"/>
              <a:gd name="connsiteX68" fmla="*/ 71653 w 79574"/>
              <a:gd name="connsiteY68" fmla="*/ 20400 h 22850"/>
              <a:gd name="connsiteX69" fmla="*/ 74437 w 79574"/>
              <a:gd name="connsiteY69" fmla="*/ 20128 h 22850"/>
              <a:gd name="connsiteX70" fmla="*/ 76647 w 79574"/>
              <a:gd name="connsiteY70" fmla="*/ 19277 h 22850"/>
            </a:gdLst>
            <a:ahLst/>
            <a:cxnLst/>
            <a:rect l="l" t="t" r="r" b="b"/>
            <a:pathLst>
              <a:path w="79574" h="22850">
                <a:moveTo>
                  <a:pt x="0" y="400"/>
                </a:moveTo>
                <a:lnTo>
                  <a:pt x="2952" y="400"/>
                </a:lnTo>
                <a:lnTo>
                  <a:pt x="2952" y="9702"/>
                </a:lnTo>
                <a:lnTo>
                  <a:pt x="12746" y="400"/>
                </a:lnTo>
                <a:lnTo>
                  <a:pt x="16551" y="400"/>
                </a:lnTo>
                <a:lnTo>
                  <a:pt x="5719" y="10664"/>
                </a:lnTo>
                <a:lnTo>
                  <a:pt x="17327" y="22426"/>
                </a:lnTo>
                <a:lnTo>
                  <a:pt x="13438" y="22426"/>
                </a:lnTo>
                <a:lnTo>
                  <a:pt x="2952" y="11813"/>
                </a:lnTo>
                <a:lnTo>
                  <a:pt x="2952" y="22426"/>
                </a:lnTo>
                <a:lnTo>
                  <a:pt x="0" y="22426"/>
                </a:lnTo>
                <a:lnTo>
                  <a:pt x="0" y="400"/>
                </a:lnTo>
                <a:close/>
                <a:moveTo>
                  <a:pt x="19639" y="400"/>
                </a:moveTo>
                <a:lnTo>
                  <a:pt x="33439" y="400"/>
                </a:lnTo>
                <a:lnTo>
                  <a:pt x="33439" y="2911"/>
                </a:lnTo>
                <a:lnTo>
                  <a:pt x="22591" y="2911"/>
                </a:lnTo>
                <a:lnTo>
                  <a:pt x="22591" y="9430"/>
                </a:lnTo>
                <a:lnTo>
                  <a:pt x="32984" y="9430"/>
                </a:lnTo>
                <a:lnTo>
                  <a:pt x="32984" y="11932"/>
                </a:lnTo>
                <a:lnTo>
                  <a:pt x="22591" y="11932"/>
                </a:lnTo>
                <a:lnTo>
                  <a:pt x="22591" y="19915"/>
                </a:lnTo>
                <a:lnTo>
                  <a:pt x="33701" y="19915"/>
                </a:lnTo>
                <a:lnTo>
                  <a:pt x="33701" y="22426"/>
                </a:lnTo>
                <a:lnTo>
                  <a:pt x="19639" y="22426"/>
                </a:lnTo>
                <a:lnTo>
                  <a:pt x="19639" y="400"/>
                </a:lnTo>
                <a:close/>
                <a:moveTo>
                  <a:pt x="53441" y="19277"/>
                </a:moveTo>
                <a:lnTo>
                  <a:pt x="53441" y="13362"/>
                </a:lnTo>
                <a:lnTo>
                  <a:pt x="48615" y="13362"/>
                </a:lnTo>
                <a:lnTo>
                  <a:pt x="48615" y="10919"/>
                </a:lnTo>
                <a:lnTo>
                  <a:pt x="56368" y="10919"/>
                </a:lnTo>
                <a:lnTo>
                  <a:pt x="56368" y="20375"/>
                </a:lnTo>
                <a:cubicBezTo>
                  <a:pt x="55229" y="21192"/>
                  <a:pt x="53972" y="21804"/>
                  <a:pt x="52597" y="22230"/>
                </a:cubicBezTo>
                <a:cubicBezTo>
                  <a:pt x="51222" y="22647"/>
                  <a:pt x="49754" y="22851"/>
                  <a:pt x="48202" y="22851"/>
                </a:cubicBezTo>
                <a:cubicBezTo>
                  <a:pt x="44785" y="22851"/>
                  <a:pt x="42111" y="21847"/>
                  <a:pt x="40188" y="19839"/>
                </a:cubicBezTo>
                <a:cubicBezTo>
                  <a:pt x="38265" y="17822"/>
                  <a:pt x="37303" y="15021"/>
                  <a:pt x="37303" y="11430"/>
                </a:cubicBezTo>
                <a:cubicBezTo>
                  <a:pt x="37303" y="7830"/>
                  <a:pt x="38265" y="5030"/>
                  <a:pt x="40188" y="3013"/>
                </a:cubicBezTo>
                <a:cubicBezTo>
                  <a:pt x="42111" y="1005"/>
                  <a:pt x="44785" y="0"/>
                  <a:pt x="48202" y="0"/>
                </a:cubicBezTo>
                <a:cubicBezTo>
                  <a:pt x="49619" y="0"/>
                  <a:pt x="50969" y="179"/>
                  <a:pt x="52251" y="537"/>
                </a:cubicBezTo>
                <a:cubicBezTo>
                  <a:pt x="53533" y="885"/>
                  <a:pt x="54723" y="1405"/>
                  <a:pt x="55803" y="2094"/>
                </a:cubicBezTo>
                <a:lnTo>
                  <a:pt x="55803" y="5268"/>
                </a:lnTo>
                <a:cubicBezTo>
                  <a:pt x="54714" y="4332"/>
                  <a:pt x="53550" y="3634"/>
                  <a:pt x="52319" y="3158"/>
                </a:cubicBezTo>
                <a:cubicBezTo>
                  <a:pt x="51095" y="2690"/>
                  <a:pt x="49796" y="2451"/>
                  <a:pt x="48446" y="2451"/>
                </a:cubicBezTo>
                <a:cubicBezTo>
                  <a:pt x="45772" y="2451"/>
                  <a:pt x="43765" y="3200"/>
                  <a:pt x="42423" y="4707"/>
                </a:cubicBezTo>
                <a:cubicBezTo>
                  <a:pt x="41082" y="6213"/>
                  <a:pt x="40416" y="8451"/>
                  <a:pt x="40416" y="11430"/>
                </a:cubicBezTo>
                <a:cubicBezTo>
                  <a:pt x="40416" y="14409"/>
                  <a:pt x="41082" y="16638"/>
                  <a:pt x="42423" y="18145"/>
                </a:cubicBezTo>
                <a:cubicBezTo>
                  <a:pt x="43765" y="19651"/>
                  <a:pt x="45772" y="20400"/>
                  <a:pt x="48446" y="20400"/>
                </a:cubicBezTo>
                <a:cubicBezTo>
                  <a:pt x="49484" y="20400"/>
                  <a:pt x="50421" y="20315"/>
                  <a:pt x="51239" y="20128"/>
                </a:cubicBezTo>
                <a:cubicBezTo>
                  <a:pt x="52057" y="19949"/>
                  <a:pt x="52791" y="19668"/>
                  <a:pt x="53441" y="19277"/>
                </a:cubicBezTo>
                <a:close/>
                <a:moveTo>
                  <a:pt x="76647" y="19277"/>
                </a:moveTo>
                <a:lnTo>
                  <a:pt x="76647" y="13362"/>
                </a:lnTo>
                <a:lnTo>
                  <a:pt x="71822" y="13362"/>
                </a:lnTo>
                <a:lnTo>
                  <a:pt x="71822" y="10919"/>
                </a:lnTo>
                <a:lnTo>
                  <a:pt x="79575" y="10919"/>
                </a:lnTo>
                <a:lnTo>
                  <a:pt x="79575" y="20375"/>
                </a:lnTo>
                <a:cubicBezTo>
                  <a:pt x="78436" y="21192"/>
                  <a:pt x="77179" y="21804"/>
                  <a:pt x="75804" y="22230"/>
                </a:cubicBezTo>
                <a:cubicBezTo>
                  <a:pt x="74429" y="22647"/>
                  <a:pt x="72961" y="22851"/>
                  <a:pt x="71400" y="22851"/>
                </a:cubicBezTo>
                <a:cubicBezTo>
                  <a:pt x="67992" y="22851"/>
                  <a:pt x="65318" y="21847"/>
                  <a:pt x="63395" y="19839"/>
                </a:cubicBezTo>
                <a:cubicBezTo>
                  <a:pt x="61471" y="17822"/>
                  <a:pt x="60510" y="15021"/>
                  <a:pt x="60510" y="11430"/>
                </a:cubicBezTo>
                <a:cubicBezTo>
                  <a:pt x="60510" y="7830"/>
                  <a:pt x="61471" y="5030"/>
                  <a:pt x="63395" y="3013"/>
                </a:cubicBezTo>
                <a:cubicBezTo>
                  <a:pt x="65318" y="1005"/>
                  <a:pt x="67992" y="0"/>
                  <a:pt x="71400" y="0"/>
                </a:cubicBezTo>
                <a:cubicBezTo>
                  <a:pt x="72826" y="0"/>
                  <a:pt x="74176" y="179"/>
                  <a:pt x="75458" y="537"/>
                </a:cubicBezTo>
                <a:cubicBezTo>
                  <a:pt x="76740" y="885"/>
                  <a:pt x="77921" y="1405"/>
                  <a:pt x="79009" y="2094"/>
                </a:cubicBezTo>
                <a:lnTo>
                  <a:pt x="79009" y="5268"/>
                </a:lnTo>
                <a:cubicBezTo>
                  <a:pt x="77913" y="4332"/>
                  <a:pt x="76757" y="3634"/>
                  <a:pt x="75526" y="3158"/>
                </a:cubicBezTo>
                <a:cubicBezTo>
                  <a:pt x="74294" y="2690"/>
                  <a:pt x="73003" y="2451"/>
                  <a:pt x="71653" y="2451"/>
                </a:cubicBezTo>
                <a:cubicBezTo>
                  <a:pt x="68979" y="2451"/>
                  <a:pt x="66972" y="3200"/>
                  <a:pt x="65630" y="4707"/>
                </a:cubicBezTo>
                <a:cubicBezTo>
                  <a:pt x="64289" y="6213"/>
                  <a:pt x="63623" y="8451"/>
                  <a:pt x="63623" y="11430"/>
                </a:cubicBezTo>
                <a:cubicBezTo>
                  <a:pt x="63623" y="14409"/>
                  <a:pt x="64289" y="16638"/>
                  <a:pt x="65630" y="18145"/>
                </a:cubicBezTo>
                <a:cubicBezTo>
                  <a:pt x="66972" y="19651"/>
                  <a:pt x="68979" y="20400"/>
                  <a:pt x="71653" y="20400"/>
                </a:cubicBezTo>
                <a:cubicBezTo>
                  <a:pt x="72691" y="20400"/>
                  <a:pt x="73627" y="20315"/>
                  <a:pt x="74437" y="20128"/>
                </a:cubicBezTo>
                <a:cubicBezTo>
                  <a:pt x="75264" y="19949"/>
                  <a:pt x="75998" y="19668"/>
                  <a:pt x="76647" y="19277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73" name="Freeform 1572">
            <a:extLst>
              <a:ext uri="{FF2B5EF4-FFF2-40B4-BE49-F238E27FC236}">
                <a16:creationId xmlns:a16="http://schemas.microsoft.com/office/drawing/2014/main" id="{3ECB7066-D466-5CDF-2AAA-47E0FD62F92A}"/>
              </a:ext>
            </a:extLst>
          </p:cNvPr>
          <p:cNvSpPr>
            <a:spLocks noGrp="1"/>
          </p:cNvSpPr>
          <p:nvPr/>
        </p:nvSpPr>
        <p:spPr>
          <a:xfrm>
            <a:off x="7692142" y="3064250"/>
            <a:ext cx="97009" cy="27184"/>
          </a:xfrm>
          <a:custGeom>
            <a:avLst/>
            <a:gdLst>
              <a:gd name="connsiteX0" fmla="*/ 10359 w 76040"/>
              <a:gd name="connsiteY0" fmla="*/ 12093 h 22850"/>
              <a:gd name="connsiteX1" fmla="*/ 12206 w 76040"/>
              <a:gd name="connsiteY1" fmla="*/ 13481 h 22850"/>
              <a:gd name="connsiteX2" fmla="*/ 14012 w 76040"/>
              <a:gd name="connsiteY2" fmla="*/ 16400 h 22850"/>
              <a:gd name="connsiteX3" fmla="*/ 17006 w 76040"/>
              <a:gd name="connsiteY3" fmla="*/ 22425 h 22850"/>
              <a:gd name="connsiteX4" fmla="*/ 13835 w 76040"/>
              <a:gd name="connsiteY4" fmla="*/ 22425 h 22850"/>
              <a:gd name="connsiteX5" fmla="*/ 11042 w 76040"/>
              <a:gd name="connsiteY5" fmla="*/ 16774 h 22850"/>
              <a:gd name="connsiteX6" fmla="*/ 8942 w 76040"/>
              <a:gd name="connsiteY6" fmla="*/ 13838 h 22850"/>
              <a:gd name="connsiteX7" fmla="*/ 6175 w 76040"/>
              <a:gd name="connsiteY7" fmla="*/ 13114 h 22850"/>
              <a:gd name="connsiteX8" fmla="*/ 2953 w 76040"/>
              <a:gd name="connsiteY8" fmla="*/ 13114 h 22850"/>
              <a:gd name="connsiteX9" fmla="*/ 2953 w 76040"/>
              <a:gd name="connsiteY9" fmla="*/ 22425 h 22850"/>
              <a:gd name="connsiteX10" fmla="*/ 0 w 76040"/>
              <a:gd name="connsiteY10" fmla="*/ 22425 h 22850"/>
              <a:gd name="connsiteX11" fmla="*/ 0 w 76040"/>
              <a:gd name="connsiteY11" fmla="*/ 391 h 22850"/>
              <a:gd name="connsiteX12" fmla="*/ 6664 w 76040"/>
              <a:gd name="connsiteY12" fmla="*/ 391 h 22850"/>
              <a:gd name="connsiteX13" fmla="*/ 12257 w 76040"/>
              <a:gd name="connsiteY13" fmla="*/ 1974 h 22850"/>
              <a:gd name="connsiteX14" fmla="*/ 14096 w 76040"/>
              <a:gd name="connsiteY14" fmla="*/ 6740 h 22850"/>
              <a:gd name="connsiteX15" fmla="*/ 13143 w 76040"/>
              <a:gd name="connsiteY15" fmla="*/ 10196 h 22850"/>
              <a:gd name="connsiteX16" fmla="*/ 10359 w 76040"/>
              <a:gd name="connsiteY16" fmla="*/ 12093 h 22850"/>
              <a:gd name="connsiteX17" fmla="*/ 2953 w 76040"/>
              <a:gd name="connsiteY17" fmla="*/ 2842 h 22850"/>
              <a:gd name="connsiteX18" fmla="*/ 2953 w 76040"/>
              <a:gd name="connsiteY18" fmla="*/ 10664 h 22850"/>
              <a:gd name="connsiteX19" fmla="*/ 6664 w 76040"/>
              <a:gd name="connsiteY19" fmla="*/ 10664 h 22850"/>
              <a:gd name="connsiteX20" fmla="*/ 9895 w 76040"/>
              <a:gd name="connsiteY20" fmla="*/ 9668 h 22850"/>
              <a:gd name="connsiteX21" fmla="*/ 10983 w 76040"/>
              <a:gd name="connsiteY21" fmla="*/ 6740 h 22850"/>
              <a:gd name="connsiteX22" fmla="*/ 9895 w 76040"/>
              <a:gd name="connsiteY22" fmla="*/ 3829 h 22850"/>
              <a:gd name="connsiteX23" fmla="*/ 6664 w 76040"/>
              <a:gd name="connsiteY23" fmla="*/ 2842 h 22850"/>
              <a:gd name="connsiteX24" fmla="*/ 2953 w 76040"/>
              <a:gd name="connsiteY24" fmla="*/ 2842 h 22850"/>
              <a:gd name="connsiteX25" fmla="*/ 20811 w 76040"/>
              <a:gd name="connsiteY25" fmla="*/ 391 h 22850"/>
              <a:gd name="connsiteX26" fmla="*/ 34612 w 76040"/>
              <a:gd name="connsiteY26" fmla="*/ 391 h 22850"/>
              <a:gd name="connsiteX27" fmla="*/ 34612 w 76040"/>
              <a:gd name="connsiteY27" fmla="*/ 2910 h 22850"/>
              <a:gd name="connsiteX28" fmla="*/ 23763 w 76040"/>
              <a:gd name="connsiteY28" fmla="*/ 2910 h 22850"/>
              <a:gd name="connsiteX29" fmla="*/ 23763 w 76040"/>
              <a:gd name="connsiteY29" fmla="*/ 9430 h 22850"/>
              <a:gd name="connsiteX30" fmla="*/ 34156 w 76040"/>
              <a:gd name="connsiteY30" fmla="*/ 9430 h 22850"/>
              <a:gd name="connsiteX31" fmla="*/ 34156 w 76040"/>
              <a:gd name="connsiteY31" fmla="*/ 11932 h 22850"/>
              <a:gd name="connsiteX32" fmla="*/ 23763 w 76040"/>
              <a:gd name="connsiteY32" fmla="*/ 11932 h 22850"/>
              <a:gd name="connsiteX33" fmla="*/ 23763 w 76040"/>
              <a:gd name="connsiteY33" fmla="*/ 19915 h 22850"/>
              <a:gd name="connsiteX34" fmla="*/ 34874 w 76040"/>
              <a:gd name="connsiteY34" fmla="*/ 19915 h 22850"/>
              <a:gd name="connsiteX35" fmla="*/ 34874 w 76040"/>
              <a:gd name="connsiteY35" fmla="*/ 22425 h 22850"/>
              <a:gd name="connsiteX36" fmla="*/ 20811 w 76040"/>
              <a:gd name="connsiteY36" fmla="*/ 22425 h 22850"/>
              <a:gd name="connsiteX37" fmla="*/ 20811 w 76040"/>
              <a:gd name="connsiteY37" fmla="*/ 391 h 22850"/>
              <a:gd name="connsiteX38" fmla="*/ 47029 w 76040"/>
              <a:gd name="connsiteY38" fmla="*/ 3336 h 22850"/>
              <a:gd name="connsiteX39" fmla="*/ 43023 w 76040"/>
              <a:gd name="connsiteY39" fmla="*/ 14289 h 22850"/>
              <a:gd name="connsiteX40" fmla="*/ 51045 w 76040"/>
              <a:gd name="connsiteY40" fmla="*/ 14289 h 22850"/>
              <a:gd name="connsiteX41" fmla="*/ 47029 w 76040"/>
              <a:gd name="connsiteY41" fmla="*/ 3336 h 22850"/>
              <a:gd name="connsiteX42" fmla="*/ 45359 w 76040"/>
              <a:gd name="connsiteY42" fmla="*/ 391 h 22850"/>
              <a:gd name="connsiteX43" fmla="*/ 48708 w 76040"/>
              <a:gd name="connsiteY43" fmla="*/ 391 h 22850"/>
              <a:gd name="connsiteX44" fmla="*/ 57026 w 76040"/>
              <a:gd name="connsiteY44" fmla="*/ 22425 h 22850"/>
              <a:gd name="connsiteX45" fmla="*/ 53955 w 76040"/>
              <a:gd name="connsiteY45" fmla="*/ 22425 h 22850"/>
              <a:gd name="connsiteX46" fmla="*/ 51973 w 76040"/>
              <a:gd name="connsiteY46" fmla="*/ 16774 h 22850"/>
              <a:gd name="connsiteX47" fmla="*/ 42128 w 76040"/>
              <a:gd name="connsiteY47" fmla="*/ 16774 h 22850"/>
              <a:gd name="connsiteX48" fmla="*/ 40137 w 76040"/>
              <a:gd name="connsiteY48" fmla="*/ 22425 h 22850"/>
              <a:gd name="connsiteX49" fmla="*/ 37025 w 76040"/>
              <a:gd name="connsiteY49" fmla="*/ 22425 h 22850"/>
              <a:gd name="connsiteX50" fmla="*/ 45359 w 76040"/>
              <a:gd name="connsiteY50" fmla="*/ 391 h 22850"/>
              <a:gd name="connsiteX51" fmla="*/ 76040 w 76040"/>
              <a:gd name="connsiteY51" fmla="*/ 2093 h 22850"/>
              <a:gd name="connsiteX52" fmla="*/ 76040 w 76040"/>
              <a:gd name="connsiteY52" fmla="*/ 5234 h 22850"/>
              <a:gd name="connsiteX53" fmla="*/ 72860 w 76040"/>
              <a:gd name="connsiteY53" fmla="*/ 3140 h 22850"/>
              <a:gd name="connsiteX54" fmla="*/ 69266 w 76040"/>
              <a:gd name="connsiteY54" fmla="*/ 2451 h 22850"/>
              <a:gd name="connsiteX55" fmla="*/ 63538 w 76040"/>
              <a:gd name="connsiteY55" fmla="*/ 4757 h 22850"/>
              <a:gd name="connsiteX56" fmla="*/ 61547 w 76040"/>
              <a:gd name="connsiteY56" fmla="*/ 11429 h 22850"/>
              <a:gd name="connsiteX57" fmla="*/ 63538 w 76040"/>
              <a:gd name="connsiteY57" fmla="*/ 18093 h 22850"/>
              <a:gd name="connsiteX58" fmla="*/ 69266 w 76040"/>
              <a:gd name="connsiteY58" fmla="*/ 20400 h 22850"/>
              <a:gd name="connsiteX59" fmla="*/ 72860 w 76040"/>
              <a:gd name="connsiteY59" fmla="*/ 19710 h 22850"/>
              <a:gd name="connsiteX60" fmla="*/ 76040 w 76040"/>
              <a:gd name="connsiteY60" fmla="*/ 17608 h 22850"/>
              <a:gd name="connsiteX61" fmla="*/ 76040 w 76040"/>
              <a:gd name="connsiteY61" fmla="*/ 20732 h 22850"/>
              <a:gd name="connsiteX62" fmla="*/ 72759 w 76040"/>
              <a:gd name="connsiteY62" fmla="*/ 22323 h 22850"/>
              <a:gd name="connsiteX63" fmla="*/ 69098 w 76040"/>
              <a:gd name="connsiteY63" fmla="*/ 22851 h 22850"/>
              <a:gd name="connsiteX64" fmla="*/ 61286 w 76040"/>
              <a:gd name="connsiteY64" fmla="*/ 19796 h 22850"/>
              <a:gd name="connsiteX65" fmla="*/ 58435 w 76040"/>
              <a:gd name="connsiteY65" fmla="*/ 11429 h 22850"/>
              <a:gd name="connsiteX66" fmla="*/ 61286 w 76040"/>
              <a:gd name="connsiteY66" fmla="*/ 3064 h 22850"/>
              <a:gd name="connsiteX67" fmla="*/ 69098 w 76040"/>
              <a:gd name="connsiteY67" fmla="*/ 0 h 22850"/>
              <a:gd name="connsiteX68" fmla="*/ 72784 w 76040"/>
              <a:gd name="connsiteY68" fmla="*/ 519 h 22850"/>
              <a:gd name="connsiteX69" fmla="*/ 76040 w 76040"/>
              <a:gd name="connsiteY69" fmla="*/ 2093 h 22850"/>
            </a:gdLst>
            <a:ahLst/>
            <a:cxnLst/>
            <a:rect l="l" t="t" r="r" b="b"/>
            <a:pathLst>
              <a:path w="76040" h="22850">
                <a:moveTo>
                  <a:pt x="10359" y="12093"/>
                </a:moveTo>
                <a:cubicBezTo>
                  <a:pt x="10992" y="12306"/>
                  <a:pt x="11608" y="12774"/>
                  <a:pt x="12206" y="13481"/>
                </a:cubicBezTo>
                <a:cubicBezTo>
                  <a:pt x="12806" y="14187"/>
                  <a:pt x="13404" y="15166"/>
                  <a:pt x="14012" y="16400"/>
                </a:cubicBezTo>
                <a:lnTo>
                  <a:pt x="17006" y="22425"/>
                </a:lnTo>
                <a:lnTo>
                  <a:pt x="13835" y="22425"/>
                </a:lnTo>
                <a:lnTo>
                  <a:pt x="11042" y="16774"/>
                </a:lnTo>
                <a:cubicBezTo>
                  <a:pt x="10317" y="15294"/>
                  <a:pt x="9617" y="14314"/>
                  <a:pt x="8942" y="13838"/>
                </a:cubicBezTo>
                <a:cubicBezTo>
                  <a:pt x="8267" y="13353"/>
                  <a:pt x="7339" y="13114"/>
                  <a:pt x="6175" y="13114"/>
                </a:cubicBezTo>
                <a:lnTo>
                  <a:pt x="2953" y="13114"/>
                </a:lnTo>
                <a:lnTo>
                  <a:pt x="2953" y="22425"/>
                </a:lnTo>
                <a:lnTo>
                  <a:pt x="0" y="22425"/>
                </a:lnTo>
                <a:lnTo>
                  <a:pt x="0" y="391"/>
                </a:lnTo>
                <a:lnTo>
                  <a:pt x="6664" y="391"/>
                </a:lnTo>
                <a:cubicBezTo>
                  <a:pt x="9161" y="391"/>
                  <a:pt x="11026" y="919"/>
                  <a:pt x="12257" y="1974"/>
                </a:cubicBezTo>
                <a:cubicBezTo>
                  <a:pt x="13480" y="3029"/>
                  <a:pt x="14096" y="4613"/>
                  <a:pt x="14096" y="6740"/>
                </a:cubicBezTo>
                <a:cubicBezTo>
                  <a:pt x="14096" y="8127"/>
                  <a:pt x="13776" y="9276"/>
                  <a:pt x="13143" y="10196"/>
                </a:cubicBezTo>
                <a:cubicBezTo>
                  <a:pt x="12502" y="11106"/>
                  <a:pt x="11574" y="11745"/>
                  <a:pt x="10359" y="12093"/>
                </a:cubicBezTo>
                <a:close/>
                <a:moveTo>
                  <a:pt x="2953" y="2842"/>
                </a:moveTo>
                <a:lnTo>
                  <a:pt x="2953" y="10664"/>
                </a:lnTo>
                <a:lnTo>
                  <a:pt x="6664" y="10664"/>
                </a:lnTo>
                <a:cubicBezTo>
                  <a:pt x="8090" y="10664"/>
                  <a:pt x="9161" y="10332"/>
                  <a:pt x="9895" y="9668"/>
                </a:cubicBezTo>
                <a:cubicBezTo>
                  <a:pt x="10621" y="9004"/>
                  <a:pt x="10983" y="8025"/>
                  <a:pt x="10983" y="6740"/>
                </a:cubicBezTo>
                <a:cubicBezTo>
                  <a:pt x="10983" y="5455"/>
                  <a:pt x="10621" y="4485"/>
                  <a:pt x="9895" y="3829"/>
                </a:cubicBezTo>
                <a:cubicBezTo>
                  <a:pt x="9161" y="3174"/>
                  <a:pt x="8090" y="2842"/>
                  <a:pt x="6664" y="2842"/>
                </a:cubicBezTo>
                <a:lnTo>
                  <a:pt x="2953" y="2842"/>
                </a:lnTo>
                <a:close/>
                <a:moveTo>
                  <a:pt x="20811" y="391"/>
                </a:moveTo>
                <a:lnTo>
                  <a:pt x="34612" y="391"/>
                </a:lnTo>
                <a:lnTo>
                  <a:pt x="34612" y="2910"/>
                </a:lnTo>
                <a:lnTo>
                  <a:pt x="23763" y="2910"/>
                </a:lnTo>
                <a:lnTo>
                  <a:pt x="23763" y="9430"/>
                </a:lnTo>
                <a:lnTo>
                  <a:pt x="34156" y="9430"/>
                </a:lnTo>
                <a:lnTo>
                  <a:pt x="34156" y="11932"/>
                </a:lnTo>
                <a:lnTo>
                  <a:pt x="23763" y="11932"/>
                </a:lnTo>
                <a:lnTo>
                  <a:pt x="23763" y="19915"/>
                </a:lnTo>
                <a:lnTo>
                  <a:pt x="34874" y="19915"/>
                </a:lnTo>
                <a:lnTo>
                  <a:pt x="34874" y="22425"/>
                </a:lnTo>
                <a:lnTo>
                  <a:pt x="20811" y="22425"/>
                </a:lnTo>
                <a:lnTo>
                  <a:pt x="20811" y="391"/>
                </a:lnTo>
                <a:close/>
                <a:moveTo>
                  <a:pt x="47029" y="3336"/>
                </a:moveTo>
                <a:lnTo>
                  <a:pt x="43023" y="14289"/>
                </a:lnTo>
                <a:lnTo>
                  <a:pt x="51045" y="14289"/>
                </a:lnTo>
                <a:lnTo>
                  <a:pt x="47029" y="3336"/>
                </a:lnTo>
                <a:close/>
                <a:moveTo>
                  <a:pt x="45359" y="391"/>
                </a:moveTo>
                <a:lnTo>
                  <a:pt x="48708" y="391"/>
                </a:lnTo>
                <a:lnTo>
                  <a:pt x="57026" y="22425"/>
                </a:lnTo>
                <a:lnTo>
                  <a:pt x="53955" y="22425"/>
                </a:lnTo>
                <a:lnTo>
                  <a:pt x="51973" y="16774"/>
                </a:lnTo>
                <a:lnTo>
                  <a:pt x="42128" y="16774"/>
                </a:lnTo>
                <a:lnTo>
                  <a:pt x="40137" y="22425"/>
                </a:lnTo>
                <a:lnTo>
                  <a:pt x="37025" y="22425"/>
                </a:lnTo>
                <a:lnTo>
                  <a:pt x="45359" y="391"/>
                </a:lnTo>
                <a:close/>
                <a:moveTo>
                  <a:pt x="76040" y="2093"/>
                </a:moveTo>
                <a:lnTo>
                  <a:pt x="76040" y="5234"/>
                </a:lnTo>
                <a:cubicBezTo>
                  <a:pt x="75045" y="4298"/>
                  <a:pt x="73982" y="3600"/>
                  <a:pt x="72860" y="3140"/>
                </a:cubicBezTo>
                <a:cubicBezTo>
                  <a:pt x="71729" y="2681"/>
                  <a:pt x="70540" y="2451"/>
                  <a:pt x="69266" y="2451"/>
                </a:cubicBezTo>
                <a:cubicBezTo>
                  <a:pt x="66777" y="2451"/>
                  <a:pt x="64863" y="3217"/>
                  <a:pt x="63538" y="4757"/>
                </a:cubicBezTo>
                <a:cubicBezTo>
                  <a:pt x="62214" y="6298"/>
                  <a:pt x="61547" y="8519"/>
                  <a:pt x="61547" y="11429"/>
                </a:cubicBezTo>
                <a:cubicBezTo>
                  <a:pt x="61547" y="14332"/>
                  <a:pt x="62214" y="16553"/>
                  <a:pt x="63538" y="18093"/>
                </a:cubicBezTo>
                <a:cubicBezTo>
                  <a:pt x="64863" y="19634"/>
                  <a:pt x="66777" y="20400"/>
                  <a:pt x="69266" y="20400"/>
                </a:cubicBezTo>
                <a:cubicBezTo>
                  <a:pt x="70540" y="20400"/>
                  <a:pt x="71729" y="20170"/>
                  <a:pt x="72860" y="19710"/>
                </a:cubicBezTo>
                <a:cubicBezTo>
                  <a:pt x="73982" y="19242"/>
                  <a:pt x="75045" y="18544"/>
                  <a:pt x="76040" y="17608"/>
                </a:cubicBezTo>
                <a:lnTo>
                  <a:pt x="76040" y="20732"/>
                </a:lnTo>
                <a:cubicBezTo>
                  <a:pt x="75011" y="21438"/>
                  <a:pt x="73914" y="21966"/>
                  <a:pt x="72759" y="22323"/>
                </a:cubicBezTo>
                <a:cubicBezTo>
                  <a:pt x="71603" y="22672"/>
                  <a:pt x="70380" y="22851"/>
                  <a:pt x="69098" y="22851"/>
                </a:cubicBezTo>
                <a:cubicBezTo>
                  <a:pt x="65790" y="22851"/>
                  <a:pt x="63184" y="21830"/>
                  <a:pt x="61286" y="19796"/>
                </a:cubicBezTo>
                <a:cubicBezTo>
                  <a:pt x="59379" y="17753"/>
                  <a:pt x="58435" y="14962"/>
                  <a:pt x="58435" y="11429"/>
                </a:cubicBezTo>
                <a:cubicBezTo>
                  <a:pt x="58435" y="7889"/>
                  <a:pt x="59379" y="5106"/>
                  <a:pt x="61286" y="3064"/>
                </a:cubicBezTo>
                <a:cubicBezTo>
                  <a:pt x="63184" y="1021"/>
                  <a:pt x="65790" y="0"/>
                  <a:pt x="69098" y="0"/>
                </a:cubicBezTo>
                <a:cubicBezTo>
                  <a:pt x="70405" y="0"/>
                  <a:pt x="71628" y="170"/>
                  <a:pt x="72784" y="519"/>
                </a:cubicBezTo>
                <a:cubicBezTo>
                  <a:pt x="73939" y="876"/>
                  <a:pt x="75028" y="1396"/>
                  <a:pt x="76040" y="2093"/>
                </a:cubicBezTo>
                <a:close/>
              </a:path>
            </a:pathLst>
          </a:custGeom>
          <a:solidFill>
            <a:srgbClr val="55555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5" name="Freeform 1584">
            <a:extLst>
              <a:ext uri="{FF2B5EF4-FFF2-40B4-BE49-F238E27FC236}">
                <a16:creationId xmlns:a16="http://schemas.microsoft.com/office/drawing/2014/main" id="{DAEFEA5C-7483-EAD9-02D5-DA6549050B77}"/>
              </a:ext>
            </a:extLst>
          </p:cNvPr>
          <p:cNvSpPr>
            <a:spLocks noGrp="1"/>
          </p:cNvSpPr>
          <p:nvPr/>
        </p:nvSpPr>
        <p:spPr>
          <a:xfrm>
            <a:off x="8409814" y="2866965"/>
            <a:ext cx="474838" cy="15364"/>
          </a:xfrm>
          <a:custGeom>
            <a:avLst/>
            <a:gdLst>
              <a:gd name="connsiteX0" fmla="*/ 0 w 425694"/>
              <a:gd name="connsiteY0" fmla="*/ 13285 h 13285"/>
              <a:gd name="connsiteX1" fmla="*/ 425695 w 425694"/>
              <a:gd name="connsiteY1" fmla="*/ 13285 h 13285"/>
              <a:gd name="connsiteX2" fmla="*/ 425695 w 425694"/>
              <a:gd name="connsiteY2" fmla="*/ 0 h 13285"/>
              <a:gd name="connsiteX3" fmla="*/ 0 w 425694"/>
              <a:gd name="connsiteY3" fmla="*/ 0 h 13285"/>
            </a:gdLst>
            <a:ahLst/>
            <a:cxnLst/>
            <a:rect l="l" t="t" r="r" b="b"/>
            <a:pathLst>
              <a:path w="425694" h="13285">
                <a:moveTo>
                  <a:pt x="0" y="13285"/>
                </a:moveTo>
                <a:lnTo>
                  <a:pt x="425695" y="13285"/>
                </a:lnTo>
                <a:lnTo>
                  <a:pt x="425695" y="0"/>
                </a:lnTo>
                <a:lnTo>
                  <a:pt x="0" y="0"/>
                </a:lnTo>
                <a:close/>
              </a:path>
            </a:pathLst>
          </a:custGeom>
          <a:solidFill>
            <a:srgbClr val="ECECEC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6" name="Freeform 1585">
            <a:extLst>
              <a:ext uri="{FF2B5EF4-FFF2-40B4-BE49-F238E27FC236}">
                <a16:creationId xmlns:a16="http://schemas.microsoft.com/office/drawing/2014/main" id="{F1ADE9CF-9CC0-139F-E8EB-912E2268CE32}"/>
              </a:ext>
            </a:extLst>
          </p:cNvPr>
          <p:cNvSpPr>
            <a:spLocks noGrp="1"/>
          </p:cNvSpPr>
          <p:nvPr/>
        </p:nvSpPr>
        <p:spPr>
          <a:xfrm>
            <a:off x="8409814" y="2866965"/>
            <a:ext cx="31656" cy="15364"/>
          </a:xfrm>
          <a:custGeom>
            <a:avLst/>
            <a:gdLst>
              <a:gd name="connsiteX0" fmla="*/ 0 w 11919"/>
              <a:gd name="connsiteY0" fmla="*/ 13285 h 13285"/>
              <a:gd name="connsiteX1" fmla="*/ 11920 w 11919"/>
              <a:gd name="connsiteY1" fmla="*/ 13285 h 13285"/>
              <a:gd name="connsiteX2" fmla="*/ 11920 w 11919"/>
              <a:gd name="connsiteY2" fmla="*/ 0 h 13285"/>
              <a:gd name="connsiteX3" fmla="*/ 0 w 11919"/>
              <a:gd name="connsiteY3" fmla="*/ 0 h 13285"/>
            </a:gdLst>
            <a:ahLst/>
            <a:cxnLst/>
            <a:rect l="l" t="t" r="r" b="b"/>
            <a:pathLst>
              <a:path w="11919" h="13285">
                <a:moveTo>
                  <a:pt x="0" y="13285"/>
                </a:moveTo>
                <a:lnTo>
                  <a:pt x="11920" y="13285"/>
                </a:lnTo>
                <a:lnTo>
                  <a:pt x="11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392B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8" name="Freeform 1587">
            <a:extLst>
              <a:ext uri="{FF2B5EF4-FFF2-40B4-BE49-F238E27FC236}">
                <a16:creationId xmlns:a16="http://schemas.microsoft.com/office/drawing/2014/main" id="{78323432-CA51-0FA5-982B-B4A596CCE4AA}"/>
              </a:ext>
            </a:extLst>
          </p:cNvPr>
          <p:cNvSpPr>
            <a:spLocks noGrp="1"/>
          </p:cNvSpPr>
          <p:nvPr/>
        </p:nvSpPr>
        <p:spPr>
          <a:xfrm>
            <a:off x="9124247" y="3234687"/>
            <a:ext cx="129909" cy="49161"/>
          </a:xfrm>
          <a:custGeom>
            <a:avLst/>
            <a:gdLst>
              <a:gd name="connsiteX0" fmla="*/ 16062 w 116464"/>
              <a:gd name="connsiteY0" fmla="*/ 42510 h 42510"/>
              <a:gd name="connsiteX1" fmla="*/ 100403 w 116464"/>
              <a:gd name="connsiteY1" fmla="*/ 42510 h 42510"/>
              <a:gd name="connsiteX2" fmla="*/ 116464 w 116464"/>
              <a:gd name="connsiteY2" fmla="*/ 37200 h 42510"/>
              <a:gd name="connsiteX3" fmla="*/ 116464 w 116464"/>
              <a:gd name="connsiteY3" fmla="*/ 5311 h 42510"/>
              <a:gd name="connsiteX4" fmla="*/ 100403 w 116464"/>
              <a:gd name="connsiteY4" fmla="*/ 0 h 42510"/>
              <a:gd name="connsiteX5" fmla="*/ 16062 w 116464"/>
              <a:gd name="connsiteY5" fmla="*/ 0 h 42510"/>
              <a:gd name="connsiteX6" fmla="*/ 0 w 116464"/>
              <a:gd name="connsiteY6" fmla="*/ 5311 h 42510"/>
              <a:gd name="connsiteX7" fmla="*/ 0 w 116464"/>
              <a:gd name="connsiteY7" fmla="*/ 37200 h 42510"/>
              <a:gd name="connsiteX8" fmla="*/ 16062 w 116464"/>
              <a:gd name="connsiteY8" fmla="*/ 42510 h 42510"/>
            </a:gdLst>
            <a:ahLst/>
            <a:cxnLst/>
            <a:rect l="l" t="t" r="r" b="b"/>
            <a:pathLst>
              <a:path w="116464" h="42510">
                <a:moveTo>
                  <a:pt x="16062" y="42510"/>
                </a:moveTo>
                <a:lnTo>
                  <a:pt x="100403" y="42510"/>
                </a:lnTo>
                <a:cubicBezTo>
                  <a:pt x="111108" y="42510"/>
                  <a:pt x="116464" y="40740"/>
                  <a:pt x="116464" y="37200"/>
                </a:cubicBezTo>
                <a:lnTo>
                  <a:pt x="116464" y="5311"/>
                </a:lnTo>
                <a:cubicBezTo>
                  <a:pt x="116464" y="1770"/>
                  <a:pt x="111108" y="0"/>
                  <a:pt x="100403" y="0"/>
                </a:cubicBezTo>
                <a:lnTo>
                  <a:pt x="16062" y="0"/>
                </a:lnTo>
                <a:cubicBezTo>
                  <a:pt x="5357" y="0"/>
                  <a:pt x="0" y="1770"/>
                  <a:pt x="0" y="5311"/>
                </a:cubicBezTo>
                <a:lnTo>
                  <a:pt x="0" y="37200"/>
                </a:lnTo>
                <a:cubicBezTo>
                  <a:pt x="0" y="40740"/>
                  <a:pt x="5357" y="42510"/>
                  <a:pt x="16062" y="42510"/>
                </a:cubicBezTo>
                <a:close/>
              </a:path>
            </a:pathLst>
          </a:custGeom>
          <a:solidFill>
            <a:srgbClr val="42A5F5">
              <a:alpha val="12000"/>
            </a:srgbClr>
          </a:solidFill>
          <a:ln w="3369">
            <a:solidFill>
              <a:srgbClr val="42A5F5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89" name="Freeform 1588">
            <a:extLst>
              <a:ext uri="{FF2B5EF4-FFF2-40B4-BE49-F238E27FC236}">
                <a16:creationId xmlns:a16="http://schemas.microsoft.com/office/drawing/2014/main" id="{845DD1BD-BE29-9960-313A-40AE7E05F51B}"/>
              </a:ext>
            </a:extLst>
          </p:cNvPr>
          <p:cNvSpPr>
            <a:spLocks noGrp="1"/>
          </p:cNvSpPr>
          <p:nvPr/>
        </p:nvSpPr>
        <p:spPr>
          <a:xfrm>
            <a:off x="9164666" y="3240967"/>
            <a:ext cx="49052" cy="28659"/>
          </a:xfrm>
          <a:custGeom>
            <a:avLst/>
            <a:gdLst>
              <a:gd name="connsiteX0" fmla="*/ 20145 w 43975"/>
              <a:gd name="connsiteY0" fmla="*/ 23004 h 24782"/>
              <a:gd name="connsiteX1" fmla="*/ 16635 w 43975"/>
              <a:gd name="connsiteY1" fmla="*/ 24332 h 24782"/>
              <a:gd name="connsiteX2" fmla="*/ 12831 w 43975"/>
              <a:gd name="connsiteY2" fmla="*/ 24783 h 24782"/>
              <a:gd name="connsiteX3" fmla="*/ 3459 w 43975"/>
              <a:gd name="connsiteY3" fmla="*/ 21447 h 24782"/>
              <a:gd name="connsiteX4" fmla="*/ 0 w 43975"/>
              <a:gd name="connsiteY4" fmla="*/ 12400 h 24782"/>
              <a:gd name="connsiteX5" fmla="*/ 3459 w 43975"/>
              <a:gd name="connsiteY5" fmla="*/ 3336 h 24782"/>
              <a:gd name="connsiteX6" fmla="*/ 12831 w 43975"/>
              <a:gd name="connsiteY6" fmla="*/ 0 h 24782"/>
              <a:gd name="connsiteX7" fmla="*/ 16635 w 43975"/>
              <a:gd name="connsiteY7" fmla="*/ 451 h 24782"/>
              <a:gd name="connsiteX8" fmla="*/ 20145 w 43975"/>
              <a:gd name="connsiteY8" fmla="*/ 1779 h 24782"/>
              <a:gd name="connsiteX9" fmla="*/ 20145 w 43975"/>
              <a:gd name="connsiteY9" fmla="*/ 6715 h 24782"/>
              <a:gd name="connsiteX10" fmla="*/ 16796 w 43975"/>
              <a:gd name="connsiteY10" fmla="*/ 5004 h 24782"/>
              <a:gd name="connsiteX11" fmla="*/ 13329 w 43975"/>
              <a:gd name="connsiteY11" fmla="*/ 4468 h 24782"/>
              <a:gd name="connsiteX12" fmla="*/ 8183 w 43975"/>
              <a:gd name="connsiteY12" fmla="*/ 6579 h 24782"/>
              <a:gd name="connsiteX13" fmla="*/ 6318 w 43975"/>
              <a:gd name="connsiteY13" fmla="*/ 12400 h 24782"/>
              <a:gd name="connsiteX14" fmla="*/ 8183 w 43975"/>
              <a:gd name="connsiteY14" fmla="*/ 18213 h 24782"/>
              <a:gd name="connsiteX15" fmla="*/ 13329 w 43975"/>
              <a:gd name="connsiteY15" fmla="*/ 20323 h 24782"/>
              <a:gd name="connsiteX16" fmla="*/ 16796 w 43975"/>
              <a:gd name="connsiteY16" fmla="*/ 19778 h 24782"/>
              <a:gd name="connsiteX17" fmla="*/ 20145 w 43975"/>
              <a:gd name="connsiteY17" fmla="*/ 18060 h 24782"/>
              <a:gd name="connsiteX18" fmla="*/ 20145 w 43975"/>
              <a:gd name="connsiteY18" fmla="*/ 23004 h 24782"/>
              <a:gd name="connsiteX19" fmla="*/ 43976 w 43975"/>
              <a:gd name="connsiteY19" fmla="*/ 23004 h 24782"/>
              <a:gd name="connsiteX20" fmla="*/ 40475 w 43975"/>
              <a:gd name="connsiteY20" fmla="*/ 24332 h 24782"/>
              <a:gd name="connsiteX21" fmla="*/ 36670 w 43975"/>
              <a:gd name="connsiteY21" fmla="*/ 24783 h 24782"/>
              <a:gd name="connsiteX22" fmla="*/ 27298 w 43975"/>
              <a:gd name="connsiteY22" fmla="*/ 21447 h 24782"/>
              <a:gd name="connsiteX23" fmla="*/ 23839 w 43975"/>
              <a:gd name="connsiteY23" fmla="*/ 12400 h 24782"/>
              <a:gd name="connsiteX24" fmla="*/ 27298 w 43975"/>
              <a:gd name="connsiteY24" fmla="*/ 3336 h 24782"/>
              <a:gd name="connsiteX25" fmla="*/ 36670 w 43975"/>
              <a:gd name="connsiteY25" fmla="*/ 0 h 24782"/>
              <a:gd name="connsiteX26" fmla="*/ 40475 w 43975"/>
              <a:gd name="connsiteY26" fmla="*/ 451 h 24782"/>
              <a:gd name="connsiteX27" fmla="*/ 43976 w 43975"/>
              <a:gd name="connsiteY27" fmla="*/ 1779 h 24782"/>
              <a:gd name="connsiteX28" fmla="*/ 43976 w 43975"/>
              <a:gd name="connsiteY28" fmla="*/ 6715 h 24782"/>
              <a:gd name="connsiteX29" fmla="*/ 40627 w 43975"/>
              <a:gd name="connsiteY29" fmla="*/ 5004 h 24782"/>
              <a:gd name="connsiteX30" fmla="*/ 37160 w 43975"/>
              <a:gd name="connsiteY30" fmla="*/ 4468 h 24782"/>
              <a:gd name="connsiteX31" fmla="*/ 32022 w 43975"/>
              <a:gd name="connsiteY31" fmla="*/ 6579 h 24782"/>
              <a:gd name="connsiteX32" fmla="*/ 30150 w 43975"/>
              <a:gd name="connsiteY32" fmla="*/ 12400 h 24782"/>
              <a:gd name="connsiteX33" fmla="*/ 32022 w 43975"/>
              <a:gd name="connsiteY33" fmla="*/ 18213 h 24782"/>
              <a:gd name="connsiteX34" fmla="*/ 37160 w 43975"/>
              <a:gd name="connsiteY34" fmla="*/ 20323 h 24782"/>
              <a:gd name="connsiteX35" fmla="*/ 40627 w 43975"/>
              <a:gd name="connsiteY35" fmla="*/ 19778 h 24782"/>
              <a:gd name="connsiteX36" fmla="*/ 43976 w 43975"/>
              <a:gd name="connsiteY36" fmla="*/ 18060 h 24782"/>
              <a:gd name="connsiteX37" fmla="*/ 43976 w 43975"/>
              <a:gd name="connsiteY37" fmla="*/ 23004 h 24782"/>
            </a:gdLst>
            <a:ahLst/>
            <a:cxnLst/>
            <a:rect l="l" t="t" r="r" b="b"/>
            <a:pathLst>
              <a:path w="43975" h="24782">
                <a:moveTo>
                  <a:pt x="20145" y="23004"/>
                </a:moveTo>
                <a:cubicBezTo>
                  <a:pt x="19023" y="23591"/>
                  <a:pt x="17850" y="24034"/>
                  <a:pt x="16635" y="24332"/>
                </a:cubicBezTo>
                <a:cubicBezTo>
                  <a:pt x="15421" y="24638"/>
                  <a:pt x="14155" y="24783"/>
                  <a:pt x="12831" y="24783"/>
                </a:cubicBezTo>
                <a:cubicBezTo>
                  <a:pt x="8891" y="24783"/>
                  <a:pt x="5762" y="23668"/>
                  <a:pt x="3459" y="21447"/>
                </a:cubicBezTo>
                <a:cubicBezTo>
                  <a:pt x="1156" y="19225"/>
                  <a:pt x="0" y="16204"/>
                  <a:pt x="0" y="12400"/>
                </a:cubicBezTo>
                <a:cubicBezTo>
                  <a:pt x="0" y="8579"/>
                  <a:pt x="1156" y="5558"/>
                  <a:pt x="3459" y="3336"/>
                </a:cubicBezTo>
                <a:cubicBezTo>
                  <a:pt x="5762" y="1115"/>
                  <a:pt x="8891" y="0"/>
                  <a:pt x="12831" y="0"/>
                </a:cubicBezTo>
                <a:cubicBezTo>
                  <a:pt x="14155" y="0"/>
                  <a:pt x="15421" y="153"/>
                  <a:pt x="16635" y="451"/>
                </a:cubicBezTo>
                <a:cubicBezTo>
                  <a:pt x="17850" y="749"/>
                  <a:pt x="19023" y="1192"/>
                  <a:pt x="20145" y="1779"/>
                </a:cubicBezTo>
                <a:lnTo>
                  <a:pt x="20145" y="6715"/>
                </a:lnTo>
                <a:cubicBezTo>
                  <a:pt x="19014" y="5940"/>
                  <a:pt x="17892" y="5370"/>
                  <a:pt x="16796" y="5004"/>
                </a:cubicBezTo>
                <a:cubicBezTo>
                  <a:pt x="15699" y="4647"/>
                  <a:pt x="14535" y="4468"/>
                  <a:pt x="13329" y="4468"/>
                </a:cubicBezTo>
                <a:cubicBezTo>
                  <a:pt x="11144" y="4468"/>
                  <a:pt x="9431" y="5166"/>
                  <a:pt x="8183" y="6579"/>
                </a:cubicBezTo>
                <a:cubicBezTo>
                  <a:pt x="6943" y="7983"/>
                  <a:pt x="6318" y="9924"/>
                  <a:pt x="6318" y="12400"/>
                </a:cubicBezTo>
                <a:cubicBezTo>
                  <a:pt x="6318" y="14868"/>
                  <a:pt x="6943" y="16800"/>
                  <a:pt x="8183" y="18213"/>
                </a:cubicBezTo>
                <a:cubicBezTo>
                  <a:pt x="9431" y="19617"/>
                  <a:pt x="11144" y="20323"/>
                  <a:pt x="13329" y="20323"/>
                </a:cubicBezTo>
                <a:cubicBezTo>
                  <a:pt x="14535" y="20323"/>
                  <a:pt x="15699" y="20136"/>
                  <a:pt x="16796" y="19778"/>
                </a:cubicBezTo>
                <a:cubicBezTo>
                  <a:pt x="17892" y="19413"/>
                  <a:pt x="19014" y="18842"/>
                  <a:pt x="20145" y="18060"/>
                </a:cubicBezTo>
                <a:lnTo>
                  <a:pt x="20145" y="23004"/>
                </a:lnTo>
                <a:close/>
                <a:moveTo>
                  <a:pt x="43976" y="23004"/>
                </a:moveTo>
                <a:cubicBezTo>
                  <a:pt x="42854" y="23591"/>
                  <a:pt x="41690" y="24034"/>
                  <a:pt x="40475" y="24332"/>
                </a:cubicBezTo>
                <a:cubicBezTo>
                  <a:pt x="39260" y="24638"/>
                  <a:pt x="37986" y="24783"/>
                  <a:pt x="36670" y="24783"/>
                </a:cubicBezTo>
                <a:cubicBezTo>
                  <a:pt x="32722" y="24783"/>
                  <a:pt x="29601" y="23668"/>
                  <a:pt x="27298" y="21447"/>
                </a:cubicBezTo>
                <a:cubicBezTo>
                  <a:pt x="24987" y="19225"/>
                  <a:pt x="23839" y="16204"/>
                  <a:pt x="23839" y="12400"/>
                </a:cubicBezTo>
                <a:cubicBezTo>
                  <a:pt x="23839" y="8579"/>
                  <a:pt x="24987" y="5558"/>
                  <a:pt x="27298" y="3336"/>
                </a:cubicBezTo>
                <a:cubicBezTo>
                  <a:pt x="29601" y="1115"/>
                  <a:pt x="32722" y="0"/>
                  <a:pt x="36670" y="0"/>
                </a:cubicBezTo>
                <a:cubicBezTo>
                  <a:pt x="37986" y="0"/>
                  <a:pt x="39260" y="153"/>
                  <a:pt x="40475" y="451"/>
                </a:cubicBezTo>
                <a:cubicBezTo>
                  <a:pt x="41690" y="749"/>
                  <a:pt x="42854" y="1192"/>
                  <a:pt x="43976" y="1779"/>
                </a:cubicBezTo>
                <a:lnTo>
                  <a:pt x="43976" y="6715"/>
                </a:lnTo>
                <a:cubicBezTo>
                  <a:pt x="42845" y="5940"/>
                  <a:pt x="41732" y="5370"/>
                  <a:pt x="40627" y="5004"/>
                </a:cubicBezTo>
                <a:cubicBezTo>
                  <a:pt x="39530" y="4647"/>
                  <a:pt x="38374" y="4468"/>
                  <a:pt x="37160" y="4468"/>
                </a:cubicBezTo>
                <a:cubicBezTo>
                  <a:pt x="34983" y="4468"/>
                  <a:pt x="33271" y="5166"/>
                  <a:pt x="32022" y="6579"/>
                </a:cubicBezTo>
                <a:cubicBezTo>
                  <a:pt x="30774" y="7983"/>
                  <a:pt x="30150" y="9924"/>
                  <a:pt x="30150" y="12400"/>
                </a:cubicBezTo>
                <a:cubicBezTo>
                  <a:pt x="30150" y="14868"/>
                  <a:pt x="30774" y="16800"/>
                  <a:pt x="32022" y="18213"/>
                </a:cubicBezTo>
                <a:cubicBezTo>
                  <a:pt x="33271" y="19617"/>
                  <a:pt x="34983" y="20323"/>
                  <a:pt x="37160" y="20323"/>
                </a:cubicBezTo>
                <a:cubicBezTo>
                  <a:pt x="38374" y="20323"/>
                  <a:pt x="39530" y="20136"/>
                  <a:pt x="40627" y="19778"/>
                </a:cubicBezTo>
                <a:cubicBezTo>
                  <a:pt x="41732" y="19413"/>
                  <a:pt x="42845" y="18842"/>
                  <a:pt x="43976" y="18060"/>
                </a:cubicBezTo>
                <a:lnTo>
                  <a:pt x="43976" y="23004"/>
                </a:lnTo>
                <a:close/>
              </a:path>
            </a:pathLst>
          </a:custGeom>
          <a:solidFill>
            <a:srgbClr val="42A5F5"/>
          </a:solidFill>
          <a:ln w="8422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001" name="CD75-MF-pill">
            <a:extLst>
              <a:ext uri="{FF2B5EF4-FFF2-40B4-BE49-F238E27FC236}">
                <a16:creationId xmlns:a16="http://schemas.microsoft.com/office/drawing/2014/main" id="{7D5D5540-2B1A-4E07-BB76-29A9691B1751}"/>
              </a:ext>
            </a:extLst>
          </p:cNvPr>
          <p:cNvSpPr>
            <a:spLocks noGrp="1"/>
          </p:cNvSpPr>
          <p:nvPr/>
        </p:nvSpPr>
        <p:spPr>
          <a:xfrm>
            <a:off x="9124505" y="3084992"/>
            <a:ext cx="129921" cy="49149"/>
          </a:xfrm>
          <a:custGeom>
            <a:avLst/>
            <a:gdLst/>
            <a:ahLst/>
            <a:cxnLst/>
            <a:rect l="0" t="0" r="0" b="0"/>
            <a:pathLst>
              <a:path w="150844" h="40756">
                <a:moveTo>
                  <a:pt x="16162" y="40756"/>
                </a:moveTo>
                <a:lnTo>
                  <a:pt x="134682" y="40756"/>
                </a:lnTo>
                <a:lnTo>
                  <a:pt x="137753" y="40709"/>
                </a:lnTo>
                <a:lnTo>
                  <a:pt x="140500" y="40568"/>
                </a:lnTo>
                <a:lnTo>
                  <a:pt x="142925" y="40333"/>
                </a:lnTo>
                <a:lnTo>
                  <a:pt x="145026" y="40004"/>
                </a:lnTo>
                <a:lnTo>
                  <a:pt x="146803" y="39581"/>
                </a:lnTo>
                <a:lnTo>
                  <a:pt x="148258" y="39063"/>
                </a:lnTo>
                <a:lnTo>
                  <a:pt x="149389" y="38452"/>
                </a:lnTo>
                <a:lnTo>
                  <a:pt x="150197" y="37747"/>
                </a:lnTo>
                <a:lnTo>
                  <a:pt x="150682" y="36947"/>
                </a:lnTo>
                <a:lnTo>
                  <a:pt x="150844" y="36054"/>
                </a:lnTo>
                <a:lnTo>
                  <a:pt x="150844" y="4703"/>
                </a:lnTo>
                <a:lnTo>
                  <a:pt x="150682" y="3809"/>
                </a:lnTo>
                <a:lnTo>
                  <a:pt x="150197" y="3010"/>
                </a:lnTo>
                <a:lnTo>
                  <a:pt x="149389" y="2304"/>
                </a:lnTo>
                <a:lnTo>
                  <a:pt x="148258" y="1693"/>
                </a:lnTo>
                <a:lnTo>
                  <a:pt x="146803" y="1176"/>
                </a:lnTo>
                <a:lnTo>
                  <a:pt x="145026" y="752"/>
                </a:lnTo>
                <a:lnTo>
                  <a:pt x="142925" y="423"/>
                </a:lnTo>
                <a:lnTo>
                  <a:pt x="140500" y="188"/>
                </a:lnTo>
                <a:lnTo>
                  <a:pt x="137753" y="47"/>
                </a:lnTo>
                <a:lnTo>
                  <a:pt x="134682" y="0"/>
                </a:lnTo>
                <a:lnTo>
                  <a:pt x="16162" y="0"/>
                </a:lnTo>
                <a:lnTo>
                  <a:pt x="13091" y="47"/>
                </a:lnTo>
                <a:lnTo>
                  <a:pt x="10344" y="188"/>
                </a:lnTo>
                <a:lnTo>
                  <a:pt x="7919" y="423"/>
                </a:lnTo>
                <a:lnTo>
                  <a:pt x="5818" y="752"/>
                </a:lnTo>
                <a:lnTo>
                  <a:pt x="4040" y="1176"/>
                </a:lnTo>
                <a:lnTo>
                  <a:pt x="2586" y="1693"/>
                </a:lnTo>
                <a:lnTo>
                  <a:pt x="1455" y="2304"/>
                </a:lnTo>
                <a:lnTo>
                  <a:pt x="646" y="3010"/>
                </a:lnTo>
                <a:lnTo>
                  <a:pt x="162" y="3809"/>
                </a:lnTo>
                <a:lnTo>
                  <a:pt x="0" y="4703"/>
                </a:lnTo>
                <a:lnTo>
                  <a:pt x="0" y="36054"/>
                </a:lnTo>
                <a:lnTo>
                  <a:pt x="162" y="36947"/>
                </a:lnTo>
                <a:lnTo>
                  <a:pt x="646" y="37747"/>
                </a:lnTo>
                <a:lnTo>
                  <a:pt x="1455" y="38452"/>
                </a:lnTo>
                <a:lnTo>
                  <a:pt x="2586" y="39063"/>
                </a:lnTo>
                <a:lnTo>
                  <a:pt x="4040" y="39581"/>
                </a:lnTo>
                <a:lnTo>
                  <a:pt x="5818" y="40004"/>
                </a:lnTo>
                <a:lnTo>
                  <a:pt x="7919" y="40333"/>
                </a:lnTo>
                <a:lnTo>
                  <a:pt x="10344" y="40568"/>
                </a:lnTo>
                <a:lnTo>
                  <a:pt x="13091" y="40709"/>
                </a:lnTo>
                <a:lnTo>
                  <a:pt x="16162" y="40756"/>
                </a:lnTo>
                <a:close/>
              </a:path>
            </a:pathLst>
          </a:custGeom>
          <a:solidFill>
            <a:srgbClr val="26A69A">
              <a:alpha val="12000"/>
            </a:srgbClr>
          </a:solidFill>
          <a:ln w="4445">
            <a:solidFill>
              <a:srgbClr val="26A6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2" name="CD75-MF-label">
            <a:extLst>
              <a:ext uri="{FF2B5EF4-FFF2-40B4-BE49-F238E27FC236}">
                <a16:creationId xmlns:a16="http://schemas.microsoft.com/office/drawing/2014/main" id="{04C729D2-2D0E-4CD2-A09A-F8A945D11752}"/>
              </a:ext>
            </a:extLst>
          </p:cNvPr>
          <p:cNvSpPr>
            <a:spLocks noGrp="1"/>
          </p:cNvSpPr>
          <p:nvPr/>
        </p:nvSpPr>
        <p:spPr>
          <a:xfrm>
            <a:off x="9094212" y="3076225"/>
            <a:ext cx="190500" cy="7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300" b="0" i="0">
                <a:solidFill>
                  <a:srgbClr val="26A69A"/>
                </a:solidFill>
                <a:latin typeface="Arial"/>
                <a:ea typeface="Arial"/>
                <a:cs typeface="Arial"/>
              </a:defRPr>
            </a:pPr>
            <a:r>
              <a:rPr sz="300">
                <a:solidFill>
                  <a:srgbClr val="26A69A"/>
                </a:solidFill>
                <a:latin typeface="Arial"/>
                <a:ea typeface="Arial"/>
                <a:cs typeface="Arial"/>
              </a:rPr>
              <a:t>MF</a:t>
            </a:r>
          </a:p>
        </p:txBody>
      </p:sp>
      <p:sp>
        <p:nvSpPr>
          <p:cNvPr id="9003" name="CD75-BP-pill">
            <a:extLst>
              <a:ext uri="{FF2B5EF4-FFF2-40B4-BE49-F238E27FC236}">
                <a16:creationId xmlns:a16="http://schemas.microsoft.com/office/drawing/2014/main" id="{4A6A8698-9314-42CB-BB8B-1607E9D11753}"/>
              </a:ext>
            </a:extLst>
          </p:cNvPr>
          <p:cNvSpPr>
            <a:spLocks noGrp="1"/>
          </p:cNvSpPr>
          <p:nvPr/>
        </p:nvSpPr>
        <p:spPr>
          <a:xfrm>
            <a:off x="9124505" y="3374647"/>
            <a:ext cx="129921" cy="49149"/>
          </a:xfrm>
          <a:custGeom>
            <a:avLst/>
            <a:gdLst/>
            <a:ahLst/>
            <a:cxnLst/>
            <a:rect l="0" t="0" r="0" b="0"/>
            <a:pathLst>
              <a:path w="150844" h="40756">
                <a:moveTo>
                  <a:pt x="16162" y="40756"/>
                </a:moveTo>
                <a:lnTo>
                  <a:pt x="134682" y="40756"/>
                </a:lnTo>
                <a:lnTo>
                  <a:pt x="137753" y="40709"/>
                </a:lnTo>
                <a:lnTo>
                  <a:pt x="140500" y="40568"/>
                </a:lnTo>
                <a:lnTo>
                  <a:pt x="142925" y="40333"/>
                </a:lnTo>
                <a:lnTo>
                  <a:pt x="145026" y="40004"/>
                </a:lnTo>
                <a:lnTo>
                  <a:pt x="146803" y="39581"/>
                </a:lnTo>
                <a:lnTo>
                  <a:pt x="148258" y="39063"/>
                </a:lnTo>
                <a:lnTo>
                  <a:pt x="149389" y="38452"/>
                </a:lnTo>
                <a:lnTo>
                  <a:pt x="150197" y="37747"/>
                </a:lnTo>
                <a:lnTo>
                  <a:pt x="150682" y="36947"/>
                </a:lnTo>
                <a:lnTo>
                  <a:pt x="150844" y="36054"/>
                </a:lnTo>
                <a:lnTo>
                  <a:pt x="150844" y="4703"/>
                </a:lnTo>
                <a:lnTo>
                  <a:pt x="150682" y="3809"/>
                </a:lnTo>
                <a:lnTo>
                  <a:pt x="150197" y="3010"/>
                </a:lnTo>
                <a:lnTo>
                  <a:pt x="149389" y="2304"/>
                </a:lnTo>
                <a:lnTo>
                  <a:pt x="148258" y="1693"/>
                </a:lnTo>
                <a:lnTo>
                  <a:pt x="146803" y="1176"/>
                </a:lnTo>
                <a:lnTo>
                  <a:pt x="145026" y="752"/>
                </a:lnTo>
                <a:lnTo>
                  <a:pt x="142925" y="423"/>
                </a:lnTo>
                <a:lnTo>
                  <a:pt x="140500" y="188"/>
                </a:lnTo>
                <a:lnTo>
                  <a:pt x="137753" y="47"/>
                </a:lnTo>
                <a:lnTo>
                  <a:pt x="134682" y="0"/>
                </a:lnTo>
                <a:lnTo>
                  <a:pt x="16162" y="0"/>
                </a:lnTo>
                <a:lnTo>
                  <a:pt x="13091" y="47"/>
                </a:lnTo>
                <a:lnTo>
                  <a:pt x="10344" y="188"/>
                </a:lnTo>
                <a:lnTo>
                  <a:pt x="7919" y="423"/>
                </a:lnTo>
                <a:lnTo>
                  <a:pt x="5818" y="752"/>
                </a:lnTo>
                <a:lnTo>
                  <a:pt x="4040" y="1176"/>
                </a:lnTo>
                <a:lnTo>
                  <a:pt x="2586" y="1693"/>
                </a:lnTo>
                <a:lnTo>
                  <a:pt x="1455" y="2304"/>
                </a:lnTo>
                <a:lnTo>
                  <a:pt x="646" y="3010"/>
                </a:lnTo>
                <a:lnTo>
                  <a:pt x="162" y="3809"/>
                </a:lnTo>
                <a:lnTo>
                  <a:pt x="0" y="4703"/>
                </a:lnTo>
                <a:lnTo>
                  <a:pt x="0" y="36054"/>
                </a:lnTo>
                <a:lnTo>
                  <a:pt x="162" y="36947"/>
                </a:lnTo>
                <a:lnTo>
                  <a:pt x="646" y="37747"/>
                </a:lnTo>
                <a:lnTo>
                  <a:pt x="1455" y="38452"/>
                </a:lnTo>
                <a:lnTo>
                  <a:pt x="2586" y="39063"/>
                </a:lnTo>
                <a:lnTo>
                  <a:pt x="4040" y="39581"/>
                </a:lnTo>
                <a:lnTo>
                  <a:pt x="5818" y="40004"/>
                </a:lnTo>
                <a:lnTo>
                  <a:pt x="7919" y="40333"/>
                </a:lnTo>
                <a:lnTo>
                  <a:pt x="10344" y="40568"/>
                </a:lnTo>
                <a:lnTo>
                  <a:pt x="13091" y="40709"/>
                </a:lnTo>
                <a:lnTo>
                  <a:pt x="16162" y="40756"/>
                </a:lnTo>
                <a:close/>
              </a:path>
            </a:pathLst>
          </a:custGeom>
          <a:solidFill>
            <a:srgbClr val="7E57C2">
              <a:alpha val="12000"/>
            </a:srgbClr>
          </a:solidFill>
          <a:ln w="4445">
            <a:solidFill>
              <a:srgbClr val="7E5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4" name="CD75-BP-label">
            <a:extLst>
              <a:ext uri="{FF2B5EF4-FFF2-40B4-BE49-F238E27FC236}">
                <a16:creationId xmlns:a16="http://schemas.microsoft.com/office/drawing/2014/main" id="{A2E083E0-B4C9-44FE-8968-2AA187E11754}"/>
              </a:ext>
            </a:extLst>
          </p:cNvPr>
          <p:cNvSpPr>
            <a:spLocks noGrp="1"/>
          </p:cNvSpPr>
          <p:nvPr/>
        </p:nvSpPr>
        <p:spPr>
          <a:xfrm>
            <a:off x="9094212" y="3365880"/>
            <a:ext cx="190500" cy="7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300" b="0" i="0">
                <a:solidFill>
                  <a:srgbClr val="7E57C2"/>
                </a:solidFill>
                <a:latin typeface="Arial"/>
                <a:ea typeface="Arial"/>
                <a:cs typeface="Arial"/>
              </a:defRPr>
            </a:pPr>
            <a:r>
              <a:rPr sz="300">
                <a:solidFill>
                  <a:srgbClr val="7E57C2"/>
                </a:solidFill>
                <a:latin typeface="Arial"/>
                <a:ea typeface="Arial"/>
                <a:cs typeface="Arial"/>
              </a:rPr>
              <a:t>BP</a:t>
            </a:r>
          </a:p>
        </p:txBody>
      </p:sp>
      <p:sp>
        <p:nvSpPr>
          <p:cNvPr id="9005" name="CD75-KEGG-pill">
            <a:extLst>
              <a:ext uri="{FF2B5EF4-FFF2-40B4-BE49-F238E27FC236}">
                <a16:creationId xmlns:a16="http://schemas.microsoft.com/office/drawing/2014/main" id="{099E3296-B15E-45F4-9183-A2C5A8D11755}"/>
              </a:ext>
            </a:extLst>
          </p:cNvPr>
          <p:cNvSpPr>
            <a:spLocks noGrp="1"/>
          </p:cNvSpPr>
          <p:nvPr/>
        </p:nvSpPr>
        <p:spPr>
          <a:xfrm>
            <a:off x="9124501" y="3512569"/>
            <a:ext cx="197072" cy="49149"/>
          </a:xfrm>
          <a:custGeom>
            <a:avLst/>
            <a:gdLst/>
            <a:ahLst/>
            <a:cxnLst/>
            <a:rect l="0" t="0" r="0" b="0"/>
            <a:pathLst>
              <a:path w="226266" h="40756">
                <a:moveTo>
                  <a:pt x="16162" y="40756"/>
                </a:moveTo>
                <a:lnTo>
                  <a:pt x="210104" y="40756"/>
                </a:lnTo>
                <a:lnTo>
                  <a:pt x="213175" y="40709"/>
                </a:lnTo>
                <a:lnTo>
                  <a:pt x="215922" y="40568"/>
                </a:lnTo>
                <a:lnTo>
                  <a:pt x="218346" y="40333"/>
                </a:lnTo>
                <a:lnTo>
                  <a:pt x="220447" y="40004"/>
                </a:lnTo>
                <a:lnTo>
                  <a:pt x="222225" y="39581"/>
                </a:lnTo>
                <a:lnTo>
                  <a:pt x="223680" y="39063"/>
                </a:lnTo>
                <a:lnTo>
                  <a:pt x="224811" y="38452"/>
                </a:lnTo>
                <a:lnTo>
                  <a:pt x="225619" y="37747"/>
                </a:lnTo>
                <a:lnTo>
                  <a:pt x="226104" y="36947"/>
                </a:lnTo>
                <a:lnTo>
                  <a:pt x="226266" y="36054"/>
                </a:lnTo>
                <a:lnTo>
                  <a:pt x="226266" y="4703"/>
                </a:lnTo>
                <a:lnTo>
                  <a:pt x="226104" y="3809"/>
                </a:lnTo>
                <a:lnTo>
                  <a:pt x="225619" y="3010"/>
                </a:lnTo>
                <a:lnTo>
                  <a:pt x="224811" y="2304"/>
                </a:lnTo>
                <a:lnTo>
                  <a:pt x="223680" y="1693"/>
                </a:lnTo>
                <a:lnTo>
                  <a:pt x="222225" y="1176"/>
                </a:lnTo>
                <a:lnTo>
                  <a:pt x="220447" y="752"/>
                </a:lnTo>
                <a:lnTo>
                  <a:pt x="218346" y="423"/>
                </a:lnTo>
                <a:lnTo>
                  <a:pt x="215922" y="188"/>
                </a:lnTo>
                <a:lnTo>
                  <a:pt x="213175" y="47"/>
                </a:lnTo>
                <a:lnTo>
                  <a:pt x="210104" y="0"/>
                </a:lnTo>
                <a:lnTo>
                  <a:pt x="16162" y="0"/>
                </a:lnTo>
                <a:lnTo>
                  <a:pt x="13091" y="47"/>
                </a:lnTo>
                <a:lnTo>
                  <a:pt x="10344" y="188"/>
                </a:lnTo>
                <a:lnTo>
                  <a:pt x="7919" y="423"/>
                </a:lnTo>
                <a:lnTo>
                  <a:pt x="5818" y="752"/>
                </a:lnTo>
                <a:lnTo>
                  <a:pt x="4040" y="1176"/>
                </a:lnTo>
                <a:lnTo>
                  <a:pt x="2586" y="1693"/>
                </a:lnTo>
                <a:lnTo>
                  <a:pt x="1455" y="2304"/>
                </a:lnTo>
                <a:lnTo>
                  <a:pt x="646" y="3010"/>
                </a:lnTo>
                <a:lnTo>
                  <a:pt x="162" y="3809"/>
                </a:lnTo>
                <a:lnTo>
                  <a:pt x="0" y="4703"/>
                </a:lnTo>
                <a:lnTo>
                  <a:pt x="0" y="36054"/>
                </a:lnTo>
                <a:lnTo>
                  <a:pt x="162" y="36947"/>
                </a:lnTo>
                <a:lnTo>
                  <a:pt x="646" y="37747"/>
                </a:lnTo>
                <a:lnTo>
                  <a:pt x="1455" y="38452"/>
                </a:lnTo>
                <a:lnTo>
                  <a:pt x="2586" y="39063"/>
                </a:lnTo>
                <a:lnTo>
                  <a:pt x="4040" y="39581"/>
                </a:lnTo>
                <a:lnTo>
                  <a:pt x="5818" y="40004"/>
                </a:lnTo>
                <a:lnTo>
                  <a:pt x="7919" y="40333"/>
                </a:lnTo>
                <a:lnTo>
                  <a:pt x="10344" y="40568"/>
                </a:lnTo>
                <a:lnTo>
                  <a:pt x="13091" y="40709"/>
                </a:lnTo>
                <a:lnTo>
                  <a:pt x="16162" y="40756"/>
                </a:lnTo>
                <a:close/>
              </a:path>
            </a:pathLst>
          </a:custGeom>
          <a:solidFill>
            <a:srgbClr val="FFA726">
              <a:alpha val="12000"/>
            </a:srgbClr>
          </a:solidFill>
          <a:ln w="4445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6" name="CD75-KEGG-label">
            <a:extLst>
              <a:ext uri="{FF2B5EF4-FFF2-40B4-BE49-F238E27FC236}">
                <a16:creationId xmlns:a16="http://schemas.microsoft.com/office/drawing/2014/main" id="{288597E7-5D29-4747-828E-641553811756}"/>
              </a:ext>
            </a:extLst>
          </p:cNvPr>
          <p:cNvSpPr>
            <a:spLocks noGrp="1"/>
          </p:cNvSpPr>
          <p:nvPr/>
        </p:nvSpPr>
        <p:spPr>
          <a:xfrm>
            <a:off x="9127835" y="3503802"/>
            <a:ext cx="190500" cy="7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300" b="0" i="0">
                <a:solidFill>
                  <a:srgbClr val="FFA726"/>
                </a:solidFill>
                <a:latin typeface="Arial"/>
                <a:ea typeface="Arial"/>
                <a:cs typeface="Arial"/>
              </a:defRPr>
            </a:pPr>
            <a:r>
              <a:rPr sz="300">
                <a:solidFill>
                  <a:srgbClr val="FFA726"/>
                </a:solidFill>
                <a:latin typeface="Arial"/>
                <a:ea typeface="Arial"/>
                <a:cs typeface="Arial"/>
              </a:rPr>
              <a:t>KEGG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87A397D6-678C-7F22-F8E0-819AAC9125DA}"/>
              </a:ext>
            </a:extLst>
          </p:cNvPr>
          <p:cNvSpPr txBox="1"/>
          <p:nvPr/>
        </p:nvSpPr>
        <p:spPr>
          <a:xfrm rot="16200000">
            <a:off x="-462847" y="936994"/>
            <a:ext cx="115402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Density | pass rate &gt; 0</a:t>
            </a:r>
          </a:p>
        </p:txBody>
      </p:sp>
      <p:sp>
        <p:nvSpPr>
          <p:cNvPr id="34" name="ABCD-path-0112">
            <a:extLst>
              <a:ext uri="{FF2B5EF4-FFF2-40B4-BE49-F238E27FC236}">
                <a16:creationId xmlns:a16="http://schemas.microsoft.com/office/drawing/2014/main" id="{6641B05A-E393-4E88-A9CD-7ACA65A552FC}"/>
              </a:ext>
            </a:extLst>
          </p:cNvPr>
          <p:cNvSpPr>
            <a:spLocks noGrp="1"/>
          </p:cNvSpPr>
          <p:nvPr/>
        </p:nvSpPr>
        <p:spPr>
          <a:xfrm>
            <a:off x="8441078" y="1182258"/>
            <a:ext cx="95" cy="51432"/>
          </a:xfrm>
          <a:prstGeom prst="line">
            <a:avLst/>
          </a:prstGeom>
          <a:noFill/>
          <a:ln w="8890">
            <a:solidFill>
              <a:srgbClr val="FFA7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7" name="ABCD-axis-grid-60">
            <a:extLst>
              <a:ext uri="{FF2B5EF4-FFF2-40B4-BE49-F238E27FC236}">
                <a16:creationId xmlns:a16="http://schemas.microsoft.com/office/drawing/2014/main" id="{4F4093BA-F4B6-4C84-B383-2F9EFA5735CD}"/>
              </a:ext>
            </a:extLst>
          </p:cNvPr>
          <p:cNvSpPr>
            <a:spLocks noGrp="1"/>
          </p:cNvSpPr>
          <p:nvPr/>
        </p:nvSpPr>
        <p:spPr>
          <a:xfrm>
            <a:off x="9017361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8" name="ABCD-axis-tick-60">
            <a:extLst>
              <a:ext uri="{FF2B5EF4-FFF2-40B4-BE49-F238E27FC236}">
                <a16:creationId xmlns:a16="http://schemas.microsoft.com/office/drawing/2014/main" id="{F1CC4E5B-3C75-41A2-89A1-2F82BF7C64E1}"/>
              </a:ext>
            </a:extLst>
          </p:cNvPr>
          <p:cNvSpPr>
            <a:spLocks noGrp="1"/>
          </p:cNvSpPr>
          <p:nvPr/>
        </p:nvSpPr>
        <p:spPr>
          <a:xfrm>
            <a:off x="9017361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9" name="ABCD-axis-label-60">
            <a:extLst>
              <a:ext uri="{FF2B5EF4-FFF2-40B4-BE49-F238E27FC236}">
                <a16:creationId xmlns:a16="http://schemas.microsoft.com/office/drawing/2014/main" id="{E49A7ABC-6025-4D0B-A9E8-434916D54C93}"/>
              </a:ext>
            </a:extLst>
          </p:cNvPr>
          <p:cNvSpPr>
            <a:spLocks noGrp="1"/>
          </p:cNvSpPr>
          <p:nvPr/>
        </p:nvSpPr>
        <p:spPr>
          <a:xfrm>
            <a:off x="8833211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10" name="ABCD-axis-grid-80">
            <a:extLst>
              <a:ext uri="{FF2B5EF4-FFF2-40B4-BE49-F238E27FC236}">
                <a16:creationId xmlns:a16="http://schemas.microsoft.com/office/drawing/2014/main" id="{4F4093BA-F4B6-4C84-B383-2F9EFA5735CD}"/>
              </a:ext>
            </a:extLst>
          </p:cNvPr>
          <p:cNvSpPr>
            <a:spLocks noGrp="1"/>
          </p:cNvSpPr>
          <p:nvPr/>
        </p:nvSpPr>
        <p:spPr>
          <a:xfrm>
            <a:off x="10169928" y="457924"/>
            <a:ext cx="95" cy="1071494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1" name="ABCD-axis-tick-80">
            <a:extLst>
              <a:ext uri="{FF2B5EF4-FFF2-40B4-BE49-F238E27FC236}">
                <a16:creationId xmlns:a16="http://schemas.microsoft.com/office/drawing/2014/main" id="{F1CC4E5B-3C75-41A2-89A1-2F82BF7C64E1}"/>
              </a:ext>
            </a:extLst>
          </p:cNvPr>
          <p:cNvSpPr>
            <a:spLocks noGrp="1"/>
          </p:cNvSpPr>
          <p:nvPr/>
        </p:nvSpPr>
        <p:spPr>
          <a:xfrm>
            <a:off x="10169928" y="1529418"/>
            <a:ext cx="95" cy="2794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ABCD-axis-label-80">
            <a:extLst>
              <a:ext uri="{FF2B5EF4-FFF2-40B4-BE49-F238E27FC236}">
                <a16:creationId xmlns:a16="http://schemas.microsoft.com/office/drawing/2014/main" id="{E49A7ABC-6025-4D0B-A9E8-434916D54C93}"/>
              </a:ext>
            </a:extLst>
          </p:cNvPr>
          <p:cNvSpPr>
            <a:spLocks noGrp="1"/>
          </p:cNvSpPr>
          <p:nvPr/>
        </p:nvSpPr>
        <p:spPr>
          <a:xfrm>
            <a:off x="9985778" y="1556949"/>
            <a:ext cx="368300" cy="114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5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7376511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556</Words>
  <Application>Microsoft Macintosh PowerPoint</Application>
  <DocSecurity>0</DocSecurity>
  <PresentationFormat>Custom</PresentationFormat>
  <Paragraphs>141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Zhao, Bingxin</cp:lastModifiedBy>
  <cp:revision>17</cp:revision>
  <dcterms:created xsi:type="dcterms:W3CDTF">2026-08-11T13:35:35Z</dcterms:created>
  <dcterms:modified xsi:type="dcterms:W3CDTF">2026-09-01T17:28:32Z</dcterms:modified>
</cp:coreProperties>
</file>